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3"/>
  </p:notesMasterIdLst>
  <p:sldIdLst>
    <p:sldId id="256" r:id="rId2"/>
    <p:sldId id="258" r:id="rId3"/>
    <p:sldId id="259" r:id="rId4"/>
    <p:sldId id="266" r:id="rId5"/>
    <p:sldId id="296" r:id="rId6"/>
    <p:sldId id="297" r:id="rId7"/>
    <p:sldId id="260" r:id="rId8"/>
    <p:sldId id="270" r:id="rId9"/>
    <p:sldId id="262" r:id="rId10"/>
    <p:sldId id="264" r:id="rId11"/>
    <p:sldId id="298" r:id="rId12"/>
    <p:sldId id="268" r:id="rId13"/>
    <p:sldId id="299" r:id="rId14"/>
    <p:sldId id="300" r:id="rId15"/>
    <p:sldId id="267" r:id="rId16"/>
    <p:sldId id="269" r:id="rId17"/>
    <p:sldId id="274" r:id="rId18"/>
    <p:sldId id="301" r:id="rId19"/>
    <p:sldId id="302" r:id="rId20"/>
    <p:sldId id="303" r:id="rId21"/>
    <p:sldId id="275" r:id="rId22"/>
  </p:sldIdLst>
  <p:sldSz cx="9144000" cy="5143500" type="screen16x9"/>
  <p:notesSz cx="6858000" cy="9144000"/>
  <p:embeddedFontLs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Marcellus" panose="020B0604020202020204" charset="0"/>
      <p:regular r:id="rId28"/>
    </p:embeddedFont>
    <p:embeddedFont>
      <p:font typeface="Montserrat" panose="000005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17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72F797-CD33-425C-B163-22F46743AB75}">
  <a:tblStyle styleId="{BC72F797-CD33-425C-B163-22F46743AB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3" autoAdjust="0"/>
    <p:restoredTop sz="93969" autoAdjust="0"/>
  </p:normalViewPr>
  <p:slideViewPr>
    <p:cSldViewPr snapToGrid="0">
      <p:cViewPr varScale="1">
        <p:scale>
          <a:sx n="102" d="100"/>
          <a:sy n="102" d="100"/>
        </p:scale>
        <p:origin x="902" y="9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138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9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23e4715368d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23e4715368d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1dfe0b786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1dfe0b786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gec9722e163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2" name="Google Shape;1752;gec9722e163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>
          <a:extLst>
            <a:ext uri="{FF2B5EF4-FFF2-40B4-BE49-F238E27FC236}">
              <a16:creationId xmlns:a16="http://schemas.microsoft.com/office/drawing/2014/main" id="{C291CF8F-1752-8D91-D029-91C10DAD7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1dfe0b786a0_0_0:notes">
            <a:extLst>
              <a:ext uri="{FF2B5EF4-FFF2-40B4-BE49-F238E27FC236}">
                <a16:creationId xmlns:a16="http://schemas.microsoft.com/office/drawing/2014/main" id="{DE5748E3-C903-17AD-9A1E-8DE3D74D74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1dfe0b786a0_0_0:notes">
            <a:extLst>
              <a:ext uri="{FF2B5EF4-FFF2-40B4-BE49-F238E27FC236}">
                <a16:creationId xmlns:a16="http://schemas.microsoft.com/office/drawing/2014/main" id="{75BC96A4-072D-9B73-318A-F43D795156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6406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1" name="Google Shape;1801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20f4d7b453e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20f4d7b453e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gec9722e163_0_9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1" name="Google Shape;1721;gec9722e163_0_9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6">
          <a:extLst>
            <a:ext uri="{FF2B5EF4-FFF2-40B4-BE49-F238E27FC236}">
              <a16:creationId xmlns:a16="http://schemas.microsoft.com/office/drawing/2014/main" id="{B8747F99-46B0-39BD-A4C4-F04177E8D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20f4d7b453e_0_332:notes">
            <a:extLst>
              <a:ext uri="{FF2B5EF4-FFF2-40B4-BE49-F238E27FC236}">
                <a16:creationId xmlns:a16="http://schemas.microsoft.com/office/drawing/2014/main" id="{AD9230F8-9840-019B-7B5E-C7E786E081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20f4d7b453e_0_332:notes">
            <a:extLst>
              <a:ext uri="{FF2B5EF4-FFF2-40B4-BE49-F238E27FC236}">
                <a16:creationId xmlns:a16="http://schemas.microsoft.com/office/drawing/2014/main" id="{A13CB09D-4FF0-E09B-B218-D7E9F568EF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1970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g20f4d7b453e_0_8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5" name="Google Shape;1775;g20f4d7b453e_0_8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9">
          <a:extLst>
            <a:ext uri="{FF2B5EF4-FFF2-40B4-BE49-F238E27FC236}">
              <a16:creationId xmlns:a16="http://schemas.microsoft.com/office/drawing/2014/main" id="{DBB192F8-B994-46F2-0363-90705C057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gec9722e163_0_963:notes">
            <a:extLst>
              <a:ext uri="{FF2B5EF4-FFF2-40B4-BE49-F238E27FC236}">
                <a16:creationId xmlns:a16="http://schemas.microsoft.com/office/drawing/2014/main" id="{AAE9A156-A0B9-0443-2732-000FD0A9B9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1" name="Google Shape;1721;gec9722e163_0_963:notes">
            <a:extLst>
              <a:ext uri="{FF2B5EF4-FFF2-40B4-BE49-F238E27FC236}">
                <a16:creationId xmlns:a16="http://schemas.microsoft.com/office/drawing/2014/main" id="{9959D4D9-F733-8841-58CF-31F5C9EAB7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00004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3">
          <a:extLst>
            <a:ext uri="{FF2B5EF4-FFF2-40B4-BE49-F238E27FC236}">
              <a16:creationId xmlns:a16="http://schemas.microsoft.com/office/drawing/2014/main" id="{6DDBD240-C4DF-0E25-C1AD-D45FC4B70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g20f4d7b453e_0_823:notes">
            <a:extLst>
              <a:ext uri="{FF2B5EF4-FFF2-40B4-BE49-F238E27FC236}">
                <a16:creationId xmlns:a16="http://schemas.microsoft.com/office/drawing/2014/main" id="{9028EF4D-F08E-7F18-EF25-25239F20A7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5" name="Google Shape;1775;g20f4d7b453e_0_823:notes">
            <a:extLst>
              <a:ext uri="{FF2B5EF4-FFF2-40B4-BE49-F238E27FC236}">
                <a16:creationId xmlns:a16="http://schemas.microsoft.com/office/drawing/2014/main" id="{E5273D1A-AE13-8BB3-A17F-B584852B46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16305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gec9722e163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8" name="Google Shape;1758;gec9722e163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ec9722e163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ec9722e163_0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gec9722e163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6" name="Google Shape;1856;gec9722e163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4">
          <a:extLst>
            <a:ext uri="{FF2B5EF4-FFF2-40B4-BE49-F238E27FC236}">
              <a16:creationId xmlns:a16="http://schemas.microsoft.com/office/drawing/2014/main" id="{43843EC3-6473-C6FB-B98D-AC63F6A8B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gec9722e163_0_136:notes">
            <a:extLst>
              <a:ext uri="{FF2B5EF4-FFF2-40B4-BE49-F238E27FC236}">
                <a16:creationId xmlns:a16="http://schemas.microsoft.com/office/drawing/2014/main" id="{02504A6A-2535-B233-C9BF-ACC904CDC9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6" name="Google Shape;1856;gec9722e163_0_136:notes">
            <a:extLst>
              <a:ext uri="{FF2B5EF4-FFF2-40B4-BE49-F238E27FC236}">
                <a16:creationId xmlns:a16="http://schemas.microsoft.com/office/drawing/2014/main" id="{D289E334-FFDA-25BA-037B-5072C9DD97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49936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4">
          <a:extLst>
            <a:ext uri="{FF2B5EF4-FFF2-40B4-BE49-F238E27FC236}">
              <a16:creationId xmlns:a16="http://schemas.microsoft.com/office/drawing/2014/main" id="{1AA1BED6-6A7F-6CAA-043A-7D475BC85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gec9722e163_0_136:notes">
            <a:extLst>
              <a:ext uri="{FF2B5EF4-FFF2-40B4-BE49-F238E27FC236}">
                <a16:creationId xmlns:a16="http://schemas.microsoft.com/office/drawing/2014/main" id="{B26056D6-1228-59C4-0A14-F0EA4FCC2C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6" name="Google Shape;1856;gec9722e163_0_136:notes">
            <a:extLst>
              <a:ext uri="{FF2B5EF4-FFF2-40B4-BE49-F238E27FC236}">
                <a16:creationId xmlns:a16="http://schemas.microsoft.com/office/drawing/2014/main" id="{75684B56-9109-CD98-84A6-56157D41A1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17146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g1336c2bb6c6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0" name="Google Shape;1980;g1336c2bb6c6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713250" y="3646650"/>
            <a:ext cx="4156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50" y="949175"/>
            <a:ext cx="4609500" cy="248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6462931" y="130952"/>
            <a:ext cx="3387885" cy="999728"/>
            <a:chOff x="6462931" y="130952"/>
            <a:chExt cx="3387885" cy="999728"/>
          </a:xfrm>
        </p:grpSpPr>
        <p:sp>
          <p:nvSpPr>
            <p:cNvPr id="12" name="Google Shape;12;p2"/>
            <p:cNvSpPr/>
            <p:nvPr/>
          </p:nvSpPr>
          <p:spPr>
            <a:xfrm>
              <a:off x="6462931" y="130952"/>
              <a:ext cx="3387885" cy="296557"/>
            </a:xfrm>
            <a:custGeom>
              <a:avLst/>
              <a:gdLst/>
              <a:ahLst/>
              <a:cxnLst/>
              <a:rect l="l" t="t" r="r" b="b"/>
              <a:pathLst>
                <a:path w="1510628" h="132232" extrusionOk="0">
                  <a:moveTo>
                    <a:pt x="1501148" y="0"/>
                  </a:moveTo>
                  <a:lnTo>
                    <a:pt x="0" y="0"/>
                  </a:lnTo>
                  <a:lnTo>
                    <a:pt x="0" y="132232"/>
                  </a:lnTo>
                  <a:lnTo>
                    <a:pt x="1510629" y="132232"/>
                  </a:lnTo>
                  <a:lnTo>
                    <a:pt x="1510629" y="0"/>
                  </a:lnTo>
                  <a:lnTo>
                    <a:pt x="1501114" y="0"/>
                  </a:lnTo>
                  <a:close/>
                  <a:moveTo>
                    <a:pt x="1491632" y="95427"/>
                  </a:moveTo>
                  <a:lnTo>
                    <a:pt x="1415236" y="19031"/>
                  </a:lnTo>
                  <a:lnTo>
                    <a:pt x="1491632" y="19031"/>
                  </a:lnTo>
                  <a:lnTo>
                    <a:pt x="1491632" y="95427"/>
                  </a:lnTo>
                  <a:close/>
                  <a:moveTo>
                    <a:pt x="132572" y="19031"/>
                  </a:moveTo>
                  <a:lnTo>
                    <a:pt x="314115" y="19031"/>
                  </a:lnTo>
                  <a:lnTo>
                    <a:pt x="222970" y="110177"/>
                  </a:lnTo>
                  <a:lnTo>
                    <a:pt x="225995" y="113201"/>
                  </a:lnTo>
                  <a:lnTo>
                    <a:pt x="219164" y="113201"/>
                  </a:lnTo>
                  <a:lnTo>
                    <a:pt x="222970" y="109395"/>
                  </a:lnTo>
                  <a:lnTo>
                    <a:pt x="132606" y="19031"/>
                  </a:lnTo>
                  <a:close/>
                  <a:moveTo>
                    <a:pt x="199997" y="113201"/>
                  </a:moveTo>
                  <a:lnTo>
                    <a:pt x="32863" y="113201"/>
                  </a:lnTo>
                  <a:lnTo>
                    <a:pt x="116430" y="29634"/>
                  </a:lnTo>
                  <a:lnTo>
                    <a:pt x="199997" y="113201"/>
                  </a:lnTo>
                  <a:close/>
                  <a:moveTo>
                    <a:pt x="330224" y="29634"/>
                  </a:moveTo>
                  <a:lnTo>
                    <a:pt x="413791" y="113201"/>
                  </a:lnTo>
                  <a:lnTo>
                    <a:pt x="246657" y="113201"/>
                  </a:lnTo>
                  <a:lnTo>
                    <a:pt x="330224" y="29634"/>
                  </a:lnTo>
                  <a:close/>
                  <a:moveTo>
                    <a:pt x="346332" y="19031"/>
                  </a:moveTo>
                  <a:lnTo>
                    <a:pt x="527876" y="19031"/>
                  </a:lnTo>
                  <a:lnTo>
                    <a:pt x="436730" y="110177"/>
                  </a:lnTo>
                  <a:lnTo>
                    <a:pt x="439755" y="113201"/>
                  </a:lnTo>
                  <a:lnTo>
                    <a:pt x="432924" y="113201"/>
                  </a:lnTo>
                  <a:lnTo>
                    <a:pt x="436730" y="109395"/>
                  </a:lnTo>
                  <a:lnTo>
                    <a:pt x="346366" y="19031"/>
                  </a:lnTo>
                  <a:close/>
                  <a:moveTo>
                    <a:pt x="543984" y="29634"/>
                  </a:moveTo>
                  <a:lnTo>
                    <a:pt x="627551" y="113201"/>
                  </a:lnTo>
                  <a:lnTo>
                    <a:pt x="460417" y="113201"/>
                  </a:lnTo>
                  <a:lnTo>
                    <a:pt x="543984" y="29634"/>
                  </a:lnTo>
                  <a:close/>
                  <a:moveTo>
                    <a:pt x="560127" y="19031"/>
                  </a:moveTo>
                  <a:lnTo>
                    <a:pt x="741636" y="19031"/>
                  </a:lnTo>
                  <a:lnTo>
                    <a:pt x="650490" y="110177"/>
                  </a:lnTo>
                  <a:lnTo>
                    <a:pt x="653515" y="113201"/>
                  </a:lnTo>
                  <a:lnTo>
                    <a:pt x="646684" y="113201"/>
                  </a:lnTo>
                  <a:lnTo>
                    <a:pt x="650490" y="109395"/>
                  </a:lnTo>
                  <a:lnTo>
                    <a:pt x="560127" y="19031"/>
                  </a:lnTo>
                  <a:close/>
                  <a:moveTo>
                    <a:pt x="757778" y="29634"/>
                  </a:moveTo>
                  <a:lnTo>
                    <a:pt x="841345" y="113201"/>
                  </a:lnTo>
                  <a:lnTo>
                    <a:pt x="674211" y="113201"/>
                  </a:lnTo>
                  <a:lnTo>
                    <a:pt x="757778" y="29634"/>
                  </a:lnTo>
                  <a:close/>
                  <a:moveTo>
                    <a:pt x="773921" y="19031"/>
                  </a:moveTo>
                  <a:lnTo>
                    <a:pt x="955430" y="19031"/>
                  </a:lnTo>
                  <a:lnTo>
                    <a:pt x="864285" y="110177"/>
                  </a:lnTo>
                  <a:lnTo>
                    <a:pt x="867309" y="113201"/>
                  </a:lnTo>
                  <a:lnTo>
                    <a:pt x="860479" y="113201"/>
                  </a:lnTo>
                  <a:lnTo>
                    <a:pt x="864285" y="109395"/>
                  </a:lnTo>
                  <a:lnTo>
                    <a:pt x="773921" y="19031"/>
                  </a:lnTo>
                  <a:close/>
                  <a:moveTo>
                    <a:pt x="971573" y="29668"/>
                  </a:moveTo>
                  <a:lnTo>
                    <a:pt x="1055140" y="113235"/>
                  </a:lnTo>
                  <a:lnTo>
                    <a:pt x="888040" y="113235"/>
                  </a:lnTo>
                  <a:lnTo>
                    <a:pt x="971573" y="29668"/>
                  </a:lnTo>
                  <a:close/>
                  <a:moveTo>
                    <a:pt x="987715" y="19031"/>
                  </a:moveTo>
                  <a:lnTo>
                    <a:pt x="1169224" y="19031"/>
                  </a:lnTo>
                  <a:lnTo>
                    <a:pt x="1078079" y="110177"/>
                  </a:lnTo>
                  <a:lnTo>
                    <a:pt x="1081104" y="113201"/>
                  </a:lnTo>
                  <a:lnTo>
                    <a:pt x="1074273" y="113201"/>
                  </a:lnTo>
                  <a:lnTo>
                    <a:pt x="1078079" y="109395"/>
                  </a:lnTo>
                  <a:lnTo>
                    <a:pt x="987715" y="19031"/>
                  </a:lnTo>
                  <a:close/>
                  <a:moveTo>
                    <a:pt x="1185367" y="29634"/>
                  </a:moveTo>
                  <a:lnTo>
                    <a:pt x="1268934" y="113201"/>
                  </a:lnTo>
                  <a:lnTo>
                    <a:pt x="1101834" y="113201"/>
                  </a:lnTo>
                  <a:lnTo>
                    <a:pt x="1185401" y="29634"/>
                  </a:lnTo>
                  <a:close/>
                  <a:moveTo>
                    <a:pt x="1201509" y="19031"/>
                  </a:moveTo>
                  <a:lnTo>
                    <a:pt x="1383019" y="19031"/>
                  </a:lnTo>
                  <a:lnTo>
                    <a:pt x="1291873" y="110177"/>
                  </a:lnTo>
                  <a:lnTo>
                    <a:pt x="1294898" y="113201"/>
                  </a:lnTo>
                  <a:lnTo>
                    <a:pt x="1288067" y="113201"/>
                  </a:lnTo>
                  <a:lnTo>
                    <a:pt x="1291873" y="109395"/>
                  </a:lnTo>
                  <a:lnTo>
                    <a:pt x="1201509" y="19031"/>
                  </a:lnTo>
                  <a:close/>
                  <a:moveTo>
                    <a:pt x="1399161" y="29668"/>
                  </a:moveTo>
                  <a:lnTo>
                    <a:pt x="1482694" y="113235"/>
                  </a:lnTo>
                  <a:lnTo>
                    <a:pt x="1315594" y="113235"/>
                  </a:lnTo>
                  <a:lnTo>
                    <a:pt x="1399161" y="29668"/>
                  </a:lnTo>
                  <a:close/>
                  <a:moveTo>
                    <a:pt x="100389" y="19031"/>
                  </a:moveTo>
                  <a:lnTo>
                    <a:pt x="19099" y="100321"/>
                  </a:lnTo>
                  <a:lnTo>
                    <a:pt x="19099" y="19031"/>
                  </a:lnTo>
                  <a:lnTo>
                    <a:pt x="100389" y="1903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" name="Google Shape;13;p2"/>
            <p:cNvGrpSpPr/>
            <p:nvPr/>
          </p:nvGrpSpPr>
          <p:grpSpPr>
            <a:xfrm>
              <a:off x="8260872" y="415239"/>
              <a:ext cx="656068" cy="715441"/>
              <a:chOff x="3397992" y="531703"/>
              <a:chExt cx="292535" cy="319009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3508406" y="801265"/>
                <a:ext cx="68681" cy="11316"/>
              </a:xfrm>
              <a:custGeom>
                <a:avLst/>
                <a:gdLst/>
                <a:ahLst/>
                <a:cxnLst/>
                <a:rect l="l" t="t" r="r" b="b"/>
                <a:pathLst>
                  <a:path w="68681" h="11316" extrusionOk="0">
                    <a:moveTo>
                      <a:pt x="4078" y="11317"/>
                    </a:moveTo>
                    <a:lnTo>
                      <a:pt x="64604" y="11317"/>
                    </a:lnTo>
                    <a:cubicBezTo>
                      <a:pt x="66847" y="11317"/>
                      <a:pt x="68682" y="9278"/>
                      <a:pt x="68682" y="6797"/>
                    </a:cubicBezTo>
                    <a:lnTo>
                      <a:pt x="68682" y="0"/>
                    </a:lnTo>
                    <a:lnTo>
                      <a:pt x="0" y="0"/>
                    </a:lnTo>
                    <a:lnTo>
                      <a:pt x="0" y="6797"/>
                    </a:lnTo>
                    <a:cubicBezTo>
                      <a:pt x="0" y="9278"/>
                      <a:pt x="1835" y="11317"/>
                      <a:pt x="4078" y="113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3508440" y="643749"/>
                <a:ext cx="68647" cy="160507"/>
              </a:xfrm>
              <a:custGeom>
                <a:avLst/>
                <a:gdLst/>
                <a:ahLst/>
                <a:cxnLst/>
                <a:rect l="l" t="t" r="r" b="b"/>
                <a:pathLst>
                  <a:path w="68647" h="160507" extrusionOk="0">
                    <a:moveTo>
                      <a:pt x="0" y="0"/>
                    </a:moveTo>
                    <a:lnTo>
                      <a:pt x="68648" y="0"/>
                    </a:lnTo>
                    <a:lnTo>
                      <a:pt x="68648" y="160507"/>
                    </a:lnTo>
                    <a:lnTo>
                      <a:pt x="0" y="16050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3508440" y="764052"/>
                <a:ext cx="68648" cy="40237"/>
              </a:xfrm>
              <a:custGeom>
                <a:avLst/>
                <a:gdLst/>
                <a:ahLst/>
                <a:cxnLst/>
                <a:rect l="l" t="t" r="r" b="b"/>
                <a:pathLst>
                  <a:path w="68648" h="40237" extrusionOk="0">
                    <a:moveTo>
                      <a:pt x="0" y="40237"/>
                    </a:moveTo>
                    <a:lnTo>
                      <a:pt x="68648" y="40237"/>
                    </a:lnTo>
                    <a:lnTo>
                      <a:pt x="68648" y="0"/>
                    </a:lnTo>
                    <a:lnTo>
                      <a:pt x="0" y="38674"/>
                    </a:lnTo>
                    <a:lnTo>
                      <a:pt x="0" y="4023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3552042" y="643749"/>
                <a:ext cx="13491" cy="160507"/>
              </a:xfrm>
              <a:custGeom>
                <a:avLst/>
                <a:gdLst/>
                <a:ahLst/>
                <a:cxnLst/>
                <a:rect l="l" t="t" r="r" b="b"/>
                <a:pathLst>
                  <a:path w="13491" h="160507" extrusionOk="0">
                    <a:moveTo>
                      <a:pt x="0" y="0"/>
                    </a:moveTo>
                    <a:lnTo>
                      <a:pt x="13492" y="0"/>
                    </a:lnTo>
                    <a:lnTo>
                      <a:pt x="13492" y="160507"/>
                    </a:lnTo>
                    <a:lnTo>
                      <a:pt x="0" y="16050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3516494" y="659755"/>
                <a:ext cx="18147" cy="12509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25095" extrusionOk="0">
                    <a:moveTo>
                      <a:pt x="18147" y="116634"/>
                    </a:moveTo>
                    <a:lnTo>
                      <a:pt x="18147" y="8462"/>
                    </a:lnTo>
                    <a:cubicBezTo>
                      <a:pt x="18147" y="-2821"/>
                      <a:pt x="0" y="-2821"/>
                      <a:pt x="0" y="8462"/>
                    </a:cubicBezTo>
                    <a:lnTo>
                      <a:pt x="0" y="116634"/>
                    </a:lnTo>
                    <a:cubicBezTo>
                      <a:pt x="0" y="127916"/>
                      <a:pt x="18147" y="127916"/>
                      <a:pt x="18147" y="1166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3496580" y="765446"/>
                <a:ext cx="93830" cy="15462"/>
              </a:xfrm>
              <a:custGeom>
                <a:avLst/>
                <a:gdLst/>
                <a:ahLst/>
                <a:cxnLst/>
                <a:rect l="l" t="t" r="r" b="b"/>
                <a:pathLst>
                  <a:path w="93830" h="15462" extrusionOk="0">
                    <a:moveTo>
                      <a:pt x="5573" y="15463"/>
                    </a:moveTo>
                    <a:lnTo>
                      <a:pt x="88257" y="15463"/>
                    </a:lnTo>
                    <a:cubicBezTo>
                      <a:pt x="91315" y="15463"/>
                      <a:pt x="93830" y="12676"/>
                      <a:pt x="93830" y="9278"/>
                    </a:cubicBezTo>
                    <a:lnTo>
                      <a:pt x="93830" y="0"/>
                    </a:lnTo>
                    <a:lnTo>
                      <a:pt x="0" y="0"/>
                    </a:lnTo>
                    <a:lnTo>
                      <a:pt x="0" y="9278"/>
                    </a:lnTo>
                    <a:cubicBezTo>
                      <a:pt x="0" y="12676"/>
                      <a:pt x="2515" y="15463"/>
                      <a:pt x="5573" y="1546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3496614" y="555492"/>
                <a:ext cx="93796" cy="219265"/>
              </a:xfrm>
              <a:custGeom>
                <a:avLst/>
                <a:gdLst/>
                <a:ahLst/>
                <a:cxnLst/>
                <a:rect l="l" t="t" r="r" b="b"/>
                <a:pathLst>
                  <a:path w="93796" h="219265" extrusionOk="0">
                    <a:moveTo>
                      <a:pt x="0" y="0"/>
                    </a:moveTo>
                    <a:lnTo>
                      <a:pt x="93796" y="0"/>
                    </a:lnTo>
                    <a:lnTo>
                      <a:pt x="93796" y="219266"/>
                    </a:lnTo>
                    <a:lnTo>
                      <a:pt x="0" y="21926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3551124" y="555492"/>
                <a:ext cx="25997" cy="219265"/>
              </a:xfrm>
              <a:custGeom>
                <a:avLst/>
                <a:gdLst/>
                <a:ahLst/>
                <a:cxnLst/>
                <a:rect l="l" t="t" r="r" b="b"/>
                <a:pathLst>
                  <a:path w="25997" h="219265" extrusionOk="0">
                    <a:moveTo>
                      <a:pt x="0" y="0"/>
                    </a:moveTo>
                    <a:lnTo>
                      <a:pt x="25998" y="0"/>
                    </a:lnTo>
                    <a:lnTo>
                      <a:pt x="25998" y="219266"/>
                    </a:lnTo>
                    <a:lnTo>
                      <a:pt x="0" y="219266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3504702" y="583036"/>
                <a:ext cx="21308" cy="174950"/>
              </a:xfrm>
              <a:custGeom>
                <a:avLst/>
                <a:gdLst/>
                <a:ahLst/>
                <a:cxnLst/>
                <a:rect l="l" t="t" r="r" b="b"/>
                <a:pathLst>
                  <a:path w="21308" h="174950" extrusionOk="0">
                    <a:moveTo>
                      <a:pt x="21308" y="164398"/>
                    </a:moveTo>
                    <a:lnTo>
                      <a:pt x="21308" y="10552"/>
                    </a:lnTo>
                    <a:cubicBezTo>
                      <a:pt x="21308" y="-3517"/>
                      <a:pt x="0" y="-3517"/>
                      <a:pt x="0" y="10552"/>
                    </a:cubicBezTo>
                    <a:lnTo>
                      <a:pt x="0" y="164398"/>
                    </a:lnTo>
                    <a:cubicBezTo>
                      <a:pt x="0" y="178468"/>
                      <a:pt x="21308" y="178468"/>
                      <a:pt x="21308" y="16439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3477277" y="709950"/>
                <a:ext cx="134101" cy="22055"/>
              </a:xfrm>
              <a:custGeom>
                <a:avLst/>
                <a:gdLst/>
                <a:ahLst/>
                <a:cxnLst/>
                <a:rect l="l" t="t" r="r" b="b"/>
                <a:pathLst>
                  <a:path w="134101" h="22055" extrusionOk="0">
                    <a:moveTo>
                      <a:pt x="7952" y="22056"/>
                    </a:moveTo>
                    <a:lnTo>
                      <a:pt x="126115" y="22056"/>
                    </a:lnTo>
                    <a:cubicBezTo>
                      <a:pt x="130499" y="22056"/>
                      <a:pt x="134102" y="18080"/>
                      <a:pt x="134102" y="13220"/>
                    </a:cubicBezTo>
                    <a:lnTo>
                      <a:pt x="134102" y="0"/>
                    </a:lnTo>
                    <a:lnTo>
                      <a:pt x="0" y="0"/>
                    </a:lnTo>
                    <a:lnTo>
                      <a:pt x="0" y="13220"/>
                    </a:lnTo>
                    <a:cubicBezTo>
                      <a:pt x="0" y="18080"/>
                      <a:pt x="3602" y="22056"/>
                      <a:pt x="7986" y="2205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3477277" y="537786"/>
                <a:ext cx="134033" cy="185383"/>
              </a:xfrm>
              <a:custGeom>
                <a:avLst/>
                <a:gdLst/>
                <a:ahLst/>
                <a:cxnLst/>
                <a:rect l="l" t="t" r="r" b="b"/>
                <a:pathLst>
                  <a:path w="134033" h="185383" extrusionOk="0">
                    <a:moveTo>
                      <a:pt x="0" y="0"/>
                    </a:moveTo>
                    <a:lnTo>
                      <a:pt x="134033" y="0"/>
                    </a:lnTo>
                    <a:lnTo>
                      <a:pt x="134033" y="185383"/>
                    </a:lnTo>
                    <a:lnTo>
                      <a:pt x="0" y="18538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3565534" y="537786"/>
                <a:ext cx="32624" cy="185383"/>
              </a:xfrm>
              <a:custGeom>
                <a:avLst/>
                <a:gdLst/>
                <a:ahLst/>
                <a:cxnLst/>
                <a:rect l="l" t="t" r="r" b="b"/>
                <a:pathLst>
                  <a:path w="32624" h="185383" extrusionOk="0">
                    <a:moveTo>
                      <a:pt x="0" y="0"/>
                    </a:moveTo>
                    <a:lnTo>
                      <a:pt x="32625" y="0"/>
                    </a:lnTo>
                    <a:lnTo>
                      <a:pt x="32625" y="185383"/>
                    </a:lnTo>
                    <a:lnTo>
                      <a:pt x="0" y="185383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3398225" y="531703"/>
                <a:ext cx="292148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292148" h="24400" extrusionOk="0">
                    <a:moveTo>
                      <a:pt x="12069" y="24401"/>
                    </a:moveTo>
                    <a:lnTo>
                      <a:pt x="280068" y="24401"/>
                    </a:lnTo>
                    <a:cubicBezTo>
                      <a:pt x="296176" y="24401"/>
                      <a:pt x="296176" y="0"/>
                      <a:pt x="280068" y="0"/>
                    </a:cubicBezTo>
                    <a:lnTo>
                      <a:pt x="12069" y="0"/>
                    </a:lnTo>
                    <a:cubicBezTo>
                      <a:pt x="-4006" y="0"/>
                      <a:pt x="-4040" y="24401"/>
                      <a:pt x="12069" y="24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3398264" y="544957"/>
                <a:ext cx="292059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292059" h="11112" extrusionOk="0">
                    <a:moveTo>
                      <a:pt x="12031" y="11113"/>
                    </a:moveTo>
                    <a:lnTo>
                      <a:pt x="280029" y="11113"/>
                    </a:lnTo>
                    <a:cubicBezTo>
                      <a:pt x="287608" y="11113"/>
                      <a:pt x="291618" y="5743"/>
                      <a:pt x="292060" y="0"/>
                    </a:cubicBezTo>
                    <a:lnTo>
                      <a:pt x="0" y="0"/>
                    </a:lnTo>
                    <a:cubicBezTo>
                      <a:pt x="442" y="5709"/>
                      <a:pt x="4452" y="11113"/>
                      <a:pt x="12031" y="1111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3489375" y="561278"/>
                <a:ext cx="24366" cy="150736"/>
              </a:xfrm>
              <a:custGeom>
                <a:avLst/>
                <a:gdLst/>
                <a:ahLst/>
                <a:cxnLst/>
                <a:rect l="l" t="t" r="r" b="b"/>
                <a:pathLst>
                  <a:path w="24366" h="150736" extrusionOk="0">
                    <a:moveTo>
                      <a:pt x="24367" y="138681"/>
                    </a:moveTo>
                    <a:lnTo>
                      <a:pt x="24367" y="12056"/>
                    </a:lnTo>
                    <a:cubicBezTo>
                      <a:pt x="24367" y="-4019"/>
                      <a:pt x="0" y="-4019"/>
                      <a:pt x="0" y="12056"/>
                    </a:cubicBezTo>
                    <a:lnTo>
                      <a:pt x="0" y="138681"/>
                    </a:lnTo>
                    <a:cubicBezTo>
                      <a:pt x="0" y="154755"/>
                      <a:pt x="24367" y="154755"/>
                      <a:pt x="24367" y="13868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3397992" y="810509"/>
                <a:ext cx="292467" cy="40203"/>
              </a:xfrm>
              <a:custGeom>
                <a:avLst/>
                <a:gdLst/>
                <a:ahLst/>
                <a:cxnLst/>
                <a:rect l="l" t="t" r="r" b="b"/>
                <a:pathLst>
                  <a:path w="292467" h="40203" extrusionOk="0">
                    <a:moveTo>
                      <a:pt x="10059" y="40203"/>
                    </a:moveTo>
                    <a:lnTo>
                      <a:pt x="282442" y="40203"/>
                    </a:lnTo>
                    <a:cubicBezTo>
                      <a:pt x="287948" y="40203"/>
                      <a:pt x="292468" y="35683"/>
                      <a:pt x="292468" y="30144"/>
                    </a:cubicBezTo>
                    <a:lnTo>
                      <a:pt x="292468" y="10059"/>
                    </a:lnTo>
                    <a:cubicBezTo>
                      <a:pt x="292468" y="4520"/>
                      <a:pt x="287948" y="0"/>
                      <a:pt x="282442" y="0"/>
                    </a:cubicBezTo>
                    <a:lnTo>
                      <a:pt x="10059" y="0"/>
                    </a:lnTo>
                    <a:cubicBezTo>
                      <a:pt x="4520" y="0"/>
                      <a:pt x="0" y="4520"/>
                      <a:pt x="0" y="10059"/>
                    </a:cubicBezTo>
                    <a:lnTo>
                      <a:pt x="0" y="30144"/>
                    </a:lnTo>
                    <a:cubicBezTo>
                      <a:pt x="0" y="35683"/>
                      <a:pt x="4520" y="40203"/>
                      <a:pt x="10059" y="4020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3398026" y="810543"/>
                <a:ext cx="292501" cy="20186"/>
              </a:xfrm>
              <a:custGeom>
                <a:avLst/>
                <a:gdLst/>
                <a:ahLst/>
                <a:cxnLst/>
                <a:rect l="l" t="t" r="r" b="b"/>
                <a:pathLst>
                  <a:path w="292501" h="20186" extrusionOk="0">
                    <a:moveTo>
                      <a:pt x="292468" y="20187"/>
                    </a:moveTo>
                    <a:lnTo>
                      <a:pt x="292468" y="10059"/>
                    </a:lnTo>
                    <a:cubicBezTo>
                      <a:pt x="292468" y="4520"/>
                      <a:pt x="287948" y="0"/>
                      <a:pt x="282442" y="0"/>
                    </a:cubicBezTo>
                    <a:lnTo>
                      <a:pt x="10059" y="0"/>
                    </a:lnTo>
                    <a:cubicBezTo>
                      <a:pt x="4520" y="0"/>
                      <a:pt x="0" y="4520"/>
                      <a:pt x="0" y="10059"/>
                    </a:cubicBezTo>
                    <a:lnTo>
                      <a:pt x="0" y="20187"/>
                    </a:lnTo>
                    <a:lnTo>
                      <a:pt x="292502" y="2018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2981625" y="2337213"/>
            <a:ext cx="3180600" cy="7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title" idx="2" hasCustomPrompt="1"/>
          </p:nvPr>
        </p:nvSpPr>
        <p:spPr>
          <a:xfrm>
            <a:off x="3803325" y="1174013"/>
            <a:ext cx="1537200" cy="11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3"/>
          <p:cNvSpPr txBox="1">
            <a:spLocks noGrp="1"/>
          </p:cNvSpPr>
          <p:nvPr>
            <p:ph type="subTitle" idx="1"/>
          </p:nvPr>
        </p:nvSpPr>
        <p:spPr>
          <a:xfrm>
            <a:off x="3321825" y="3213488"/>
            <a:ext cx="2500200" cy="7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35" name="Google Shape;35;p3"/>
          <p:cNvGrpSpPr/>
          <p:nvPr/>
        </p:nvGrpSpPr>
        <p:grpSpPr>
          <a:xfrm>
            <a:off x="97034" y="4833804"/>
            <a:ext cx="2938919" cy="327908"/>
            <a:chOff x="633845" y="4048376"/>
            <a:chExt cx="1906408" cy="212706"/>
          </a:xfrm>
        </p:grpSpPr>
        <p:sp>
          <p:nvSpPr>
            <p:cNvPr id="36" name="Google Shape;36;p3"/>
            <p:cNvSpPr/>
            <p:nvPr/>
          </p:nvSpPr>
          <p:spPr>
            <a:xfrm>
              <a:off x="650735" y="4065266"/>
              <a:ext cx="1872696" cy="178892"/>
            </a:xfrm>
            <a:custGeom>
              <a:avLst/>
              <a:gdLst/>
              <a:ahLst/>
              <a:cxnLst/>
              <a:rect l="l" t="t" r="r" b="b"/>
              <a:pathLst>
                <a:path w="1872696" h="178892" extrusionOk="0">
                  <a:moveTo>
                    <a:pt x="1783250" y="0"/>
                  </a:moveTo>
                  <a:lnTo>
                    <a:pt x="1783250" y="0"/>
                  </a:lnTo>
                  <a:cubicBezTo>
                    <a:pt x="1783250" y="0"/>
                    <a:pt x="89480" y="0"/>
                    <a:pt x="89480" y="0"/>
                  </a:cubicBezTo>
                  <a:lnTo>
                    <a:pt x="89480" y="0"/>
                  </a:lnTo>
                  <a:cubicBezTo>
                    <a:pt x="40271" y="0"/>
                    <a:pt x="0" y="40237"/>
                    <a:pt x="0" y="89412"/>
                  </a:cubicBezTo>
                  <a:lnTo>
                    <a:pt x="0" y="89412"/>
                  </a:lnTo>
                  <a:cubicBezTo>
                    <a:pt x="0" y="138621"/>
                    <a:pt x="40271" y="178893"/>
                    <a:pt x="89480" y="178893"/>
                  </a:cubicBezTo>
                  <a:lnTo>
                    <a:pt x="89480" y="178893"/>
                  </a:lnTo>
                  <a:cubicBezTo>
                    <a:pt x="89480" y="178893"/>
                    <a:pt x="1783250" y="178859"/>
                    <a:pt x="1783250" y="178859"/>
                  </a:cubicBezTo>
                  <a:lnTo>
                    <a:pt x="1783250" y="178859"/>
                  </a:lnTo>
                  <a:cubicBezTo>
                    <a:pt x="1832459" y="178893"/>
                    <a:pt x="1872696" y="138655"/>
                    <a:pt x="1872696" y="89446"/>
                  </a:cubicBezTo>
                  <a:lnTo>
                    <a:pt x="1872696" y="89446"/>
                  </a:lnTo>
                  <a:cubicBezTo>
                    <a:pt x="1872696" y="40237"/>
                    <a:pt x="1832425" y="0"/>
                    <a:pt x="1783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714965" y="4057177"/>
              <a:ext cx="23517" cy="23516"/>
            </a:xfrm>
            <a:custGeom>
              <a:avLst/>
              <a:gdLst/>
              <a:ahLst/>
              <a:cxnLst/>
              <a:rect l="l" t="t" r="r" b="b"/>
              <a:pathLst>
                <a:path w="23517" h="23516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8" y="23517"/>
                  </a:cubicBezTo>
                  <a:cubicBezTo>
                    <a:pt x="18249" y="23517"/>
                    <a:pt x="23517" y="18249"/>
                    <a:pt x="23517" y="11758"/>
                  </a:cubicBezTo>
                  <a:cubicBezTo>
                    <a:pt x="23517" y="5267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2435140" y="4228933"/>
              <a:ext cx="23516" cy="23483"/>
            </a:xfrm>
            <a:custGeom>
              <a:avLst/>
              <a:gdLst/>
              <a:ahLst/>
              <a:cxnLst/>
              <a:rect l="l" t="t" r="r" b="b"/>
              <a:pathLst>
                <a:path w="23516" h="23483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483"/>
                    <a:pt x="11758" y="23483"/>
                  </a:cubicBezTo>
                  <a:cubicBezTo>
                    <a:pt x="18215" y="23483"/>
                    <a:pt x="23517" y="18182"/>
                    <a:pt x="23517" y="11759"/>
                  </a:cubicBezTo>
                  <a:cubicBezTo>
                    <a:pt x="23517" y="5336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675373" y="4078995"/>
              <a:ext cx="23517" cy="23483"/>
            </a:xfrm>
            <a:custGeom>
              <a:avLst/>
              <a:gdLst/>
              <a:ahLst/>
              <a:cxnLst/>
              <a:rect l="l" t="t" r="r" b="b"/>
              <a:pathLst>
                <a:path w="23517" h="23483" extrusionOk="0">
                  <a:moveTo>
                    <a:pt x="11759" y="0"/>
                  </a:moveTo>
                  <a:cubicBezTo>
                    <a:pt x="5268" y="0"/>
                    <a:pt x="0" y="5268"/>
                    <a:pt x="0" y="11725"/>
                  </a:cubicBezTo>
                  <a:cubicBezTo>
                    <a:pt x="0" y="18182"/>
                    <a:pt x="5268" y="23483"/>
                    <a:pt x="11759" y="23483"/>
                  </a:cubicBezTo>
                  <a:cubicBezTo>
                    <a:pt x="18250" y="23483"/>
                    <a:pt x="23517" y="18216"/>
                    <a:pt x="23517" y="11725"/>
                  </a:cubicBezTo>
                  <a:cubicBezTo>
                    <a:pt x="23517" y="5234"/>
                    <a:pt x="18250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2474698" y="4207150"/>
              <a:ext cx="23517" cy="23516"/>
            </a:xfrm>
            <a:custGeom>
              <a:avLst/>
              <a:gdLst/>
              <a:ahLst/>
              <a:cxnLst/>
              <a:rect l="l" t="t" r="r" b="b"/>
              <a:pathLst>
                <a:path w="23517" h="23516" extrusionOk="0">
                  <a:moveTo>
                    <a:pt x="11759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9" y="23517"/>
                  </a:cubicBezTo>
                  <a:cubicBezTo>
                    <a:pt x="18250" y="23517"/>
                    <a:pt x="23517" y="18215"/>
                    <a:pt x="23517" y="11758"/>
                  </a:cubicBezTo>
                  <a:cubicBezTo>
                    <a:pt x="23517" y="5301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50157" y="411617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23517"/>
                  </a:moveTo>
                  <a:cubicBezTo>
                    <a:pt x="18250" y="23517"/>
                    <a:pt x="23517" y="18215"/>
                    <a:pt x="23517" y="11758"/>
                  </a:cubicBezTo>
                  <a:cubicBezTo>
                    <a:pt x="23517" y="5301"/>
                    <a:pt x="18250" y="0"/>
                    <a:pt x="11759" y="0"/>
                  </a:cubicBezTo>
                  <a:cubicBezTo>
                    <a:pt x="5268" y="0"/>
                    <a:pt x="0" y="5301"/>
                    <a:pt x="0" y="11758"/>
                  </a:cubicBezTo>
                  <a:cubicBezTo>
                    <a:pt x="0" y="18215"/>
                    <a:pt x="5268" y="23517"/>
                    <a:pt x="11759" y="235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2499914" y="4169937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268"/>
                    <a:pt x="0" y="11759"/>
                  </a:cubicBezTo>
                  <a:cubicBezTo>
                    <a:pt x="0" y="18249"/>
                    <a:pt x="5268" y="23517"/>
                    <a:pt x="11758" y="23517"/>
                  </a:cubicBezTo>
                  <a:cubicBezTo>
                    <a:pt x="18249" y="23517"/>
                    <a:pt x="23517" y="18249"/>
                    <a:pt x="23517" y="11759"/>
                  </a:cubicBezTo>
                  <a:cubicBezTo>
                    <a:pt x="23517" y="5268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645093" y="4161067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8" y="0"/>
                  </a:moveTo>
                  <a:cubicBezTo>
                    <a:pt x="5268" y="0"/>
                    <a:pt x="0" y="5268"/>
                    <a:pt x="0" y="11759"/>
                  </a:cubicBezTo>
                  <a:cubicBezTo>
                    <a:pt x="0" y="18249"/>
                    <a:pt x="5302" y="23517"/>
                    <a:pt x="11758" y="23517"/>
                  </a:cubicBezTo>
                  <a:cubicBezTo>
                    <a:pt x="18216" y="23517"/>
                    <a:pt x="23517" y="18249"/>
                    <a:pt x="23517" y="11759"/>
                  </a:cubicBezTo>
                  <a:cubicBezTo>
                    <a:pt x="23517" y="5268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2504978" y="4125078"/>
              <a:ext cx="23516" cy="23483"/>
            </a:xfrm>
            <a:custGeom>
              <a:avLst/>
              <a:gdLst/>
              <a:ahLst/>
              <a:cxnLst/>
              <a:rect l="l" t="t" r="r" b="b"/>
              <a:pathLst>
                <a:path w="23516" h="23483" extrusionOk="0">
                  <a:moveTo>
                    <a:pt x="11759" y="0"/>
                  </a:moveTo>
                  <a:cubicBezTo>
                    <a:pt x="5302" y="0"/>
                    <a:pt x="0" y="5268"/>
                    <a:pt x="0" y="11724"/>
                  </a:cubicBezTo>
                  <a:cubicBezTo>
                    <a:pt x="0" y="18181"/>
                    <a:pt x="5302" y="23483"/>
                    <a:pt x="11759" y="23483"/>
                  </a:cubicBezTo>
                  <a:cubicBezTo>
                    <a:pt x="18215" y="23483"/>
                    <a:pt x="23517" y="18215"/>
                    <a:pt x="23517" y="11724"/>
                  </a:cubicBezTo>
                  <a:cubicBezTo>
                    <a:pt x="23517" y="5234"/>
                    <a:pt x="18215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668916" y="4201950"/>
              <a:ext cx="23517" cy="23483"/>
            </a:xfrm>
            <a:custGeom>
              <a:avLst/>
              <a:gdLst/>
              <a:ahLst/>
              <a:cxnLst/>
              <a:rect l="l" t="t" r="r" b="b"/>
              <a:pathLst>
                <a:path w="23517" h="23483" extrusionOk="0">
                  <a:moveTo>
                    <a:pt x="11759" y="0"/>
                  </a:moveTo>
                  <a:cubicBezTo>
                    <a:pt x="5302" y="0"/>
                    <a:pt x="0" y="5268"/>
                    <a:pt x="0" y="11758"/>
                  </a:cubicBezTo>
                  <a:cubicBezTo>
                    <a:pt x="0" y="18249"/>
                    <a:pt x="5302" y="23483"/>
                    <a:pt x="11759" y="23483"/>
                  </a:cubicBezTo>
                  <a:cubicBezTo>
                    <a:pt x="18216" y="23483"/>
                    <a:pt x="23517" y="18181"/>
                    <a:pt x="23517" y="11758"/>
                  </a:cubicBezTo>
                  <a:cubicBezTo>
                    <a:pt x="23517" y="5335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2481155" y="4084161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59" y="23517"/>
                  </a:moveTo>
                  <a:cubicBezTo>
                    <a:pt x="18215" y="23517"/>
                    <a:pt x="23483" y="18215"/>
                    <a:pt x="23483" y="11759"/>
                  </a:cubicBezTo>
                  <a:cubicBezTo>
                    <a:pt x="23483" y="5302"/>
                    <a:pt x="18215" y="0"/>
                    <a:pt x="11759" y="0"/>
                  </a:cubicBezTo>
                  <a:cubicBezTo>
                    <a:pt x="5302" y="0"/>
                    <a:pt x="0" y="5302"/>
                    <a:pt x="0" y="11759"/>
                  </a:cubicBezTo>
                  <a:cubicBezTo>
                    <a:pt x="0" y="18215"/>
                    <a:pt x="5302" y="23517"/>
                    <a:pt x="11759" y="235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706605" y="4225297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59" y="0"/>
                  </a:moveTo>
                  <a:cubicBezTo>
                    <a:pt x="5268" y="0"/>
                    <a:pt x="0" y="5302"/>
                    <a:pt x="0" y="11758"/>
                  </a:cubicBezTo>
                  <a:cubicBezTo>
                    <a:pt x="0" y="18215"/>
                    <a:pt x="5268" y="23517"/>
                    <a:pt x="11759" y="23517"/>
                  </a:cubicBezTo>
                  <a:cubicBezTo>
                    <a:pt x="18250" y="23517"/>
                    <a:pt x="23483" y="18215"/>
                    <a:pt x="23483" y="11758"/>
                  </a:cubicBezTo>
                  <a:cubicBezTo>
                    <a:pt x="23483" y="5302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760436" y="4057007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268"/>
                    <a:pt x="0" y="11759"/>
                  </a:cubicBezTo>
                  <a:cubicBezTo>
                    <a:pt x="0" y="18249"/>
                    <a:pt x="5268" y="23517"/>
                    <a:pt x="11759" y="23517"/>
                  </a:cubicBezTo>
                  <a:cubicBezTo>
                    <a:pt x="18250" y="23517"/>
                    <a:pt x="23517" y="18249"/>
                    <a:pt x="23517" y="11759"/>
                  </a:cubicBezTo>
                  <a:cubicBezTo>
                    <a:pt x="23517" y="5268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2388956" y="4229103"/>
              <a:ext cx="23516" cy="23483"/>
            </a:xfrm>
            <a:custGeom>
              <a:avLst/>
              <a:gdLst/>
              <a:ahLst/>
              <a:cxnLst/>
              <a:rect l="l" t="t" r="r" b="b"/>
              <a:pathLst>
                <a:path w="23516" h="23483" extrusionOk="0">
                  <a:moveTo>
                    <a:pt x="11759" y="0"/>
                  </a:moveTo>
                  <a:cubicBezTo>
                    <a:pt x="5268" y="0"/>
                    <a:pt x="0" y="5268"/>
                    <a:pt x="0" y="11724"/>
                  </a:cubicBezTo>
                  <a:cubicBezTo>
                    <a:pt x="0" y="18181"/>
                    <a:pt x="5302" y="23483"/>
                    <a:pt x="11759" y="23483"/>
                  </a:cubicBezTo>
                  <a:cubicBezTo>
                    <a:pt x="18215" y="23483"/>
                    <a:pt x="23517" y="18181"/>
                    <a:pt x="23517" y="11724"/>
                  </a:cubicBezTo>
                  <a:cubicBezTo>
                    <a:pt x="23517" y="5268"/>
                    <a:pt x="18215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935624" y="4058843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8" y="23517"/>
                  </a:cubicBezTo>
                  <a:cubicBezTo>
                    <a:pt x="18249" y="23517"/>
                    <a:pt x="23483" y="18249"/>
                    <a:pt x="23483" y="11758"/>
                  </a:cubicBezTo>
                  <a:cubicBezTo>
                    <a:pt x="23483" y="5267"/>
                    <a:pt x="18216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2198916" y="4227234"/>
              <a:ext cx="23482" cy="23517"/>
            </a:xfrm>
            <a:custGeom>
              <a:avLst/>
              <a:gdLst/>
              <a:ahLst/>
              <a:cxnLst/>
              <a:rect l="l" t="t" r="r" b="b"/>
              <a:pathLst>
                <a:path w="23482" h="23517" extrusionOk="0">
                  <a:moveTo>
                    <a:pt x="11725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25" y="23517"/>
                  </a:cubicBezTo>
                  <a:cubicBezTo>
                    <a:pt x="18147" y="23517"/>
                    <a:pt x="23483" y="18216"/>
                    <a:pt x="23483" y="11759"/>
                  </a:cubicBezTo>
                  <a:cubicBezTo>
                    <a:pt x="23483" y="5302"/>
                    <a:pt x="18215" y="0"/>
                    <a:pt x="117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1110778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302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8" y="23517"/>
                  </a:cubicBezTo>
                  <a:cubicBezTo>
                    <a:pt x="18215" y="23517"/>
                    <a:pt x="23517" y="18249"/>
                    <a:pt x="23517" y="11758"/>
                  </a:cubicBezTo>
                  <a:cubicBezTo>
                    <a:pt x="23517" y="5267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2023728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5" y="23517"/>
                    <a:pt x="23517" y="18216"/>
                    <a:pt x="23517" y="11759"/>
                  </a:cubicBezTo>
                  <a:cubicBezTo>
                    <a:pt x="23517" y="5302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1285932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8" y="23517"/>
                  </a:cubicBezTo>
                  <a:cubicBezTo>
                    <a:pt x="18249" y="23517"/>
                    <a:pt x="23517" y="18249"/>
                    <a:pt x="23517" y="11758"/>
                  </a:cubicBezTo>
                  <a:cubicBezTo>
                    <a:pt x="23517" y="5267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1848540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9" y="23517"/>
                  </a:cubicBezTo>
                  <a:cubicBezTo>
                    <a:pt x="18216" y="23517"/>
                    <a:pt x="23517" y="18216"/>
                    <a:pt x="23517" y="11759"/>
                  </a:cubicBezTo>
                  <a:cubicBezTo>
                    <a:pt x="23517" y="5302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1461155" y="4058843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24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24" y="23517"/>
                  </a:cubicBezTo>
                  <a:cubicBezTo>
                    <a:pt x="18181" y="23517"/>
                    <a:pt x="23483" y="18249"/>
                    <a:pt x="23483" y="11758"/>
                  </a:cubicBezTo>
                  <a:cubicBezTo>
                    <a:pt x="23483" y="5267"/>
                    <a:pt x="18215" y="0"/>
                    <a:pt x="117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1673420" y="4227234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25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25" y="23517"/>
                  </a:cubicBezTo>
                  <a:cubicBezTo>
                    <a:pt x="18182" y="23517"/>
                    <a:pt x="23483" y="18216"/>
                    <a:pt x="23483" y="11759"/>
                  </a:cubicBezTo>
                  <a:cubicBezTo>
                    <a:pt x="23483" y="5302"/>
                    <a:pt x="18215" y="0"/>
                    <a:pt x="117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1636309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9" y="23517"/>
                  </a:cubicBezTo>
                  <a:cubicBezTo>
                    <a:pt x="18216" y="23517"/>
                    <a:pt x="23517" y="18249"/>
                    <a:pt x="23517" y="11758"/>
                  </a:cubicBezTo>
                  <a:cubicBezTo>
                    <a:pt x="23517" y="5267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1498197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8" y="23517"/>
                  </a:cubicBezTo>
                  <a:cubicBezTo>
                    <a:pt x="18249" y="23517"/>
                    <a:pt x="23517" y="18216"/>
                    <a:pt x="23517" y="11759"/>
                  </a:cubicBezTo>
                  <a:cubicBezTo>
                    <a:pt x="23517" y="5302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811463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9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9" y="23517"/>
                  </a:cubicBezTo>
                  <a:cubicBezTo>
                    <a:pt x="18215" y="23517"/>
                    <a:pt x="23517" y="18249"/>
                    <a:pt x="23517" y="11758"/>
                  </a:cubicBezTo>
                  <a:cubicBezTo>
                    <a:pt x="23517" y="5267"/>
                    <a:pt x="18249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1323043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8" y="0"/>
                  </a:moveTo>
                  <a:cubicBezTo>
                    <a:pt x="5302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6" y="23517"/>
                    <a:pt x="23517" y="18216"/>
                    <a:pt x="23517" y="11759"/>
                  </a:cubicBezTo>
                  <a:cubicBezTo>
                    <a:pt x="23517" y="5302"/>
                    <a:pt x="18216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1986685" y="4058843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25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25" y="23517"/>
                  </a:cubicBezTo>
                  <a:cubicBezTo>
                    <a:pt x="18181" y="23517"/>
                    <a:pt x="23483" y="18249"/>
                    <a:pt x="23483" y="11758"/>
                  </a:cubicBezTo>
                  <a:cubicBezTo>
                    <a:pt x="23483" y="5267"/>
                    <a:pt x="18215" y="0"/>
                    <a:pt x="117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1147855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8" y="23517"/>
                  </a:cubicBezTo>
                  <a:cubicBezTo>
                    <a:pt x="18249" y="23517"/>
                    <a:pt x="23517" y="18216"/>
                    <a:pt x="23517" y="11759"/>
                  </a:cubicBezTo>
                  <a:cubicBezTo>
                    <a:pt x="23517" y="5302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2161840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9" y="23517"/>
                  </a:cubicBezTo>
                  <a:cubicBezTo>
                    <a:pt x="18216" y="23517"/>
                    <a:pt x="23517" y="18249"/>
                    <a:pt x="23517" y="11758"/>
                  </a:cubicBezTo>
                  <a:cubicBezTo>
                    <a:pt x="23517" y="5267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972701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8" y="23517"/>
                  </a:cubicBezTo>
                  <a:cubicBezTo>
                    <a:pt x="18249" y="23517"/>
                    <a:pt x="23517" y="18216"/>
                    <a:pt x="23517" y="11759"/>
                  </a:cubicBezTo>
                  <a:cubicBezTo>
                    <a:pt x="23517" y="5302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2336994" y="4058843"/>
              <a:ext cx="23482" cy="23517"/>
            </a:xfrm>
            <a:custGeom>
              <a:avLst/>
              <a:gdLst/>
              <a:ahLst/>
              <a:cxnLst/>
              <a:rect l="l" t="t" r="r" b="b"/>
              <a:pathLst>
                <a:path w="23482" h="23517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8" y="23517"/>
                  </a:cubicBezTo>
                  <a:cubicBezTo>
                    <a:pt x="18249" y="23517"/>
                    <a:pt x="23483" y="18249"/>
                    <a:pt x="23483" y="11758"/>
                  </a:cubicBezTo>
                  <a:cubicBezTo>
                    <a:pt x="23483" y="5267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797512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302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9" y="23517"/>
                  </a:cubicBezTo>
                  <a:cubicBezTo>
                    <a:pt x="18216" y="23517"/>
                    <a:pt x="23517" y="18216"/>
                    <a:pt x="23517" y="11759"/>
                  </a:cubicBezTo>
                  <a:cubicBezTo>
                    <a:pt x="23517" y="5302"/>
                    <a:pt x="18250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803562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9" y="23517"/>
                  </a:cubicBezTo>
                  <a:cubicBezTo>
                    <a:pt x="18216" y="23517"/>
                    <a:pt x="23517" y="18249"/>
                    <a:pt x="23517" y="11758"/>
                  </a:cubicBezTo>
                  <a:cubicBezTo>
                    <a:pt x="23517" y="5267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2330945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9" y="23517"/>
                  </a:cubicBezTo>
                  <a:cubicBezTo>
                    <a:pt x="18216" y="23517"/>
                    <a:pt x="23517" y="18216"/>
                    <a:pt x="23517" y="11759"/>
                  </a:cubicBezTo>
                  <a:cubicBezTo>
                    <a:pt x="23517" y="5302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978716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9" y="23517"/>
                  </a:cubicBezTo>
                  <a:cubicBezTo>
                    <a:pt x="18250" y="23517"/>
                    <a:pt x="23517" y="18249"/>
                    <a:pt x="23517" y="11758"/>
                  </a:cubicBezTo>
                  <a:cubicBezTo>
                    <a:pt x="23517" y="5267"/>
                    <a:pt x="18250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2155791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9" y="0"/>
                  </a:moveTo>
                  <a:cubicBezTo>
                    <a:pt x="5302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9" y="23517"/>
                  </a:cubicBezTo>
                  <a:cubicBezTo>
                    <a:pt x="18215" y="23517"/>
                    <a:pt x="23517" y="18216"/>
                    <a:pt x="23517" y="11759"/>
                  </a:cubicBezTo>
                  <a:cubicBezTo>
                    <a:pt x="23517" y="5302"/>
                    <a:pt x="18215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1153870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8" y="0"/>
                  </a:moveTo>
                  <a:cubicBezTo>
                    <a:pt x="5302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8" y="23517"/>
                  </a:cubicBezTo>
                  <a:cubicBezTo>
                    <a:pt x="18216" y="23517"/>
                    <a:pt x="23517" y="18249"/>
                    <a:pt x="23517" y="11758"/>
                  </a:cubicBezTo>
                  <a:cubicBezTo>
                    <a:pt x="23517" y="5267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1980602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8" y="23517"/>
                  </a:cubicBezTo>
                  <a:cubicBezTo>
                    <a:pt x="18249" y="23517"/>
                    <a:pt x="23517" y="18216"/>
                    <a:pt x="23517" y="11759"/>
                  </a:cubicBezTo>
                  <a:cubicBezTo>
                    <a:pt x="23517" y="5302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1329058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302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9" y="23517"/>
                  </a:cubicBezTo>
                  <a:cubicBezTo>
                    <a:pt x="18216" y="23517"/>
                    <a:pt x="23517" y="18249"/>
                    <a:pt x="23517" y="11758"/>
                  </a:cubicBezTo>
                  <a:cubicBezTo>
                    <a:pt x="23517" y="5267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1805448" y="4227234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59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9" y="23517"/>
                  </a:cubicBezTo>
                  <a:cubicBezTo>
                    <a:pt x="18249" y="23517"/>
                    <a:pt x="23483" y="18216"/>
                    <a:pt x="23483" y="11759"/>
                  </a:cubicBezTo>
                  <a:cubicBezTo>
                    <a:pt x="23483" y="5302"/>
                    <a:pt x="18182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1504247" y="4058843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8" y="23517"/>
                  </a:cubicBezTo>
                  <a:cubicBezTo>
                    <a:pt x="18249" y="23517"/>
                    <a:pt x="23483" y="18249"/>
                    <a:pt x="23483" y="11758"/>
                  </a:cubicBezTo>
                  <a:cubicBezTo>
                    <a:pt x="23483" y="5267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1630260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302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9" y="23517"/>
                  </a:cubicBezTo>
                  <a:cubicBezTo>
                    <a:pt x="18216" y="23517"/>
                    <a:pt x="23517" y="18216"/>
                    <a:pt x="23517" y="11759"/>
                  </a:cubicBezTo>
                  <a:cubicBezTo>
                    <a:pt x="23517" y="5302"/>
                    <a:pt x="18249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1679401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8" y="23517"/>
                  </a:cubicBezTo>
                  <a:cubicBezTo>
                    <a:pt x="18215" y="23517"/>
                    <a:pt x="23517" y="18249"/>
                    <a:pt x="23517" y="11758"/>
                  </a:cubicBezTo>
                  <a:cubicBezTo>
                    <a:pt x="23517" y="5267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1455106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5" y="23517"/>
                    <a:pt x="23517" y="18216"/>
                    <a:pt x="23517" y="11759"/>
                  </a:cubicBezTo>
                  <a:cubicBezTo>
                    <a:pt x="23517" y="5302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1854589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9" y="0"/>
                  </a:moveTo>
                  <a:cubicBezTo>
                    <a:pt x="5302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9" y="23517"/>
                  </a:cubicBezTo>
                  <a:cubicBezTo>
                    <a:pt x="18215" y="23517"/>
                    <a:pt x="23517" y="18249"/>
                    <a:pt x="23517" y="11758"/>
                  </a:cubicBezTo>
                  <a:cubicBezTo>
                    <a:pt x="23517" y="5267"/>
                    <a:pt x="18215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1279917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6" y="23517"/>
                    <a:pt x="23517" y="18216"/>
                    <a:pt x="23517" y="11759"/>
                  </a:cubicBezTo>
                  <a:cubicBezTo>
                    <a:pt x="23517" y="5302"/>
                    <a:pt x="18216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2029777" y="4058843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25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25" y="23517"/>
                  </a:cubicBezTo>
                  <a:cubicBezTo>
                    <a:pt x="18182" y="23517"/>
                    <a:pt x="23483" y="18249"/>
                    <a:pt x="23483" y="11758"/>
                  </a:cubicBezTo>
                  <a:cubicBezTo>
                    <a:pt x="23483" y="5267"/>
                    <a:pt x="18215" y="0"/>
                    <a:pt x="117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1104729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302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5" y="23517"/>
                    <a:pt x="23517" y="18216"/>
                    <a:pt x="23517" y="11759"/>
                  </a:cubicBezTo>
                  <a:cubicBezTo>
                    <a:pt x="23517" y="5302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2204932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8" y="23517"/>
                  </a:cubicBezTo>
                  <a:cubicBezTo>
                    <a:pt x="18215" y="23517"/>
                    <a:pt x="23517" y="18249"/>
                    <a:pt x="23517" y="11758"/>
                  </a:cubicBezTo>
                  <a:cubicBezTo>
                    <a:pt x="23517" y="5267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929575" y="4227234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6" y="23517"/>
                    <a:pt x="23483" y="18216"/>
                    <a:pt x="23483" y="11759"/>
                  </a:cubicBezTo>
                  <a:cubicBezTo>
                    <a:pt x="23483" y="5302"/>
                    <a:pt x="18216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2380086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23517" y="11758"/>
                  </a:moveTo>
                  <a:cubicBezTo>
                    <a:pt x="23517" y="5301"/>
                    <a:pt x="18249" y="0"/>
                    <a:pt x="11759" y="0"/>
                  </a:cubicBez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9" y="23517"/>
                  </a:cubicBezTo>
                  <a:cubicBezTo>
                    <a:pt x="18249" y="23517"/>
                    <a:pt x="23517" y="18249"/>
                    <a:pt x="23517" y="1175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752381" y="4227234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59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9" y="23517"/>
                  </a:cubicBezTo>
                  <a:cubicBezTo>
                    <a:pt x="18249" y="23517"/>
                    <a:pt x="23483" y="18216"/>
                    <a:pt x="23483" y="11759"/>
                  </a:cubicBezTo>
                  <a:cubicBezTo>
                    <a:pt x="23483" y="5302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846653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8" y="23517"/>
                  </a:cubicBezTo>
                  <a:cubicBezTo>
                    <a:pt x="18249" y="23517"/>
                    <a:pt x="23517" y="18249"/>
                    <a:pt x="23517" y="11758"/>
                  </a:cubicBezTo>
                  <a:cubicBezTo>
                    <a:pt x="23517" y="5267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2287853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9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9" y="23517"/>
                  </a:cubicBezTo>
                  <a:cubicBezTo>
                    <a:pt x="18249" y="23517"/>
                    <a:pt x="23517" y="18216"/>
                    <a:pt x="23517" y="11759"/>
                  </a:cubicBezTo>
                  <a:cubicBezTo>
                    <a:pt x="23517" y="5302"/>
                    <a:pt x="18249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021842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9" y="23517"/>
                  </a:cubicBezTo>
                  <a:cubicBezTo>
                    <a:pt x="18216" y="23517"/>
                    <a:pt x="23517" y="18249"/>
                    <a:pt x="23517" y="11758"/>
                  </a:cubicBezTo>
                  <a:cubicBezTo>
                    <a:pt x="23517" y="5267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2112665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9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9" y="23517"/>
                  </a:cubicBezTo>
                  <a:cubicBezTo>
                    <a:pt x="18215" y="23517"/>
                    <a:pt x="23517" y="18216"/>
                    <a:pt x="23517" y="11759"/>
                  </a:cubicBezTo>
                  <a:cubicBezTo>
                    <a:pt x="23517" y="5302"/>
                    <a:pt x="18215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1197030" y="4058843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8" y="23517"/>
                  </a:cubicBezTo>
                  <a:cubicBezTo>
                    <a:pt x="18249" y="23517"/>
                    <a:pt x="23483" y="18249"/>
                    <a:pt x="23483" y="11758"/>
                  </a:cubicBezTo>
                  <a:cubicBezTo>
                    <a:pt x="23483" y="5267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1937510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8" y="23517"/>
                  </a:cubicBezTo>
                  <a:cubicBezTo>
                    <a:pt x="18249" y="23517"/>
                    <a:pt x="23517" y="18216"/>
                    <a:pt x="23517" y="11759"/>
                  </a:cubicBezTo>
                  <a:cubicBezTo>
                    <a:pt x="23517" y="5302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372184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9" y="23517"/>
                  </a:cubicBezTo>
                  <a:cubicBezTo>
                    <a:pt x="18216" y="23517"/>
                    <a:pt x="23517" y="18249"/>
                    <a:pt x="23517" y="11758"/>
                  </a:cubicBezTo>
                  <a:cubicBezTo>
                    <a:pt x="23517" y="5267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1762322" y="4227234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59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9" y="23517"/>
                  </a:cubicBezTo>
                  <a:cubicBezTo>
                    <a:pt x="18249" y="23517"/>
                    <a:pt x="23483" y="18216"/>
                    <a:pt x="23483" y="11759"/>
                  </a:cubicBezTo>
                  <a:cubicBezTo>
                    <a:pt x="23483" y="5302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1547372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8" y="23517"/>
                  </a:cubicBezTo>
                  <a:cubicBezTo>
                    <a:pt x="18215" y="23517"/>
                    <a:pt x="23517" y="18249"/>
                    <a:pt x="23517" y="11758"/>
                  </a:cubicBezTo>
                  <a:cubicBezTo>
                    <a:pt x="23517" y="5267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1587134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302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9" y="23517"/>
                  </a:cubicBezTo>
                  <a:cubicBezTo>
                    <a:pt x="18216" y="23517"/>
                    <a:pt x="23517" y="18216"/>
                    <a:pt x="23517" y="11759"/>
                  </a:cubicBezTo>
                  <a:cubicBezTo>
                    <a:pt x="23517" y="5302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1722561" y="4058843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25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25" y="23517"/>
                  </a:cubicBezTo>
                  <a:cubicBezTo>
                    <a:pt x="18182" y="23517"/>
                    <a:pt x="23483" y="18249"/>
                    <a:pt x="23483" y="11758"/>
                  </a:cubicBezTo>
                  <a:cubicBezTo>
                    <a:pt x="23483" y="5267"/>
                    <a:pt x="18216" y="0"/>
                    <a:pt x="117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1411980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8" y="23517"/>
                  </a:cubicBezTo>
                  <a:cubicBezTo>
                    <a:pt x="18249" y="23517"/>
                    <a:pt x="23517" y="18216"/>
                    <a:pt x="23517" y="11759"/>
                  </a:cubicBezTo>
                  <a:cubicBezTo>
                    <a:pt x="23517" y="5302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1897715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9" y="0"/>
                  </a:moveTo>
                  <a:cubicBezTo>
                    <a:pt x="5302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9" y="23517"/>
                  </a:cubicBezTo>
                  <a:cubicBezTo>
                    <a:pt x="18215" y="23517"/>
                    <a:pt x="23517" y="18249"/>
                    <a:pt x="23517" y="11758"/>
                  </a:cubicBezTo>
                  <a:cubicBezTo>
                    <a:pt x="23517" y="5267"/>
                    <a:pt x="18249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1236791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9" y="23517"/>
                  </a:cubicBezTo>
                  <a:cubicBezTo>
                    <a:pt x="18249" y="23517"/>
                    <a:pt x="23517" y="18216"/>
                    <a:pt x="23517" y="11759"/>
                  </a:cubicBezTo>
                  <a:cubicBezTo>
                    <a:pt x="23517" y="5302"/>
                    <a:pt x="18216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2072903" y="4058843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59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9" y="23517"/>
                  </a:cubicBezTo>
                  <a:cubicBezTo>
                    <a:pt x="18249" y="23517"/>
                    <a:pt x="23483" y="18249"/>
                    <a:pt x="23483" y="11758"/>
                  </a:cubicBezTo>
                  <a:cubicBezTo>
                    <a:pt x="23483" y="5267"/>
                    <a:pt x="18215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1061637" y="4227234"/>
              <a:ext cx="23482" cy="23517"/>
            </a:xfrm>
            <a:custGeom>
              <a:avLst/>
              <a:gdLst/>
              <a:ahLst/>
              <a:cxnLst/>
              <a:rect l="l" t="t" r="r" b="b"/>
              <a:pathLst>
                <a:path w="23482" h="23517" extrusionOk="0">
                  <a:moveTo>
                    <a:pt x="11724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24" y="23517"/>
                  </a:cubicBezTo>
                  <a:cubicBezTo>
                    <a:pt x="18181" y="23517"/>
                    <a:pt x="23483" y="18216"/>
                    <a:pt x="23483" y="11759"/>
                  </a:cubicBezTo>
                  <a:cubicBezTo>
                    <a:pt x="23483" y="5302"/>
                    <a:pt x="18181" y="0"/>
                    <a:pt x="117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2248058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302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8" y="23517"/>
                  </a:cubicBezTo>
                  <a:cubicBezTo>
                    <a:pt x="18215" y="23517"/>
                    <a:pt x="23517" y="18249"/>
                    <a:pt x="23517" y="11758"/>
                  </a:cubicBezTo>
                  <a:cubicBezTo>
                    <a:pt x="23517" y="5267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886449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6" y="23517"/>
                    <a:pt x="23517" y="18216"/>
                    <a:pt x="23517" y="11759"/>
                  </a:cubicBezTo>
                  <a:cubicBezTo>
                    <a:pt x="23517" y="5302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2438437" y="4057993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25" y="0"/>
                  </a:moveTo>
                  <a:cubicBezTo>
                    <a:pt x="5268" y="0"/>
                    <a:pt x="0" y="5301"/>
                    <a:pt x="0" y="11758"/>
                  </a:cubicBezTo>
                  <a:cubicBezTo>
                    <a:pt x="0" y="18215"/>
                    <a:pt x="5268" y="23517"/>
                    <a:pt x="11725" y="23517"/>
                  </a:cubicBezTo>
                  <a:cubicBezTo>
                    <a:pt x="18182" y="23517"/>
                    <a:pt x="23483" y="18215"/>
                    <a:pt x="23483" y="11758"/>
                  </a:cubicBezTo>
                  <a:cubicBezTo>
                    <a:pt x="23483" y="5301"/>
                    <a:pt x="18215" y="0"/>
                    <a:pt x="117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89779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8" y="23517"/>
                  </a:cubicBezTo>
                  <a:cubicBezTo>
                    <a:pt x="18249" y="23517"/>
                    <a:pt x="23517" y="18249"/>
                    <a:pt x="23517" y="11758"/>
                  </a:cubicBezTo>
                  <a:cubicBezTo>
                    <a:pt x="23517" y="5267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2244727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9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9" y="23517"/>
                  </a:cubicBezTo>
                  <a:cubicBezTo>
                    <a:pt x="18249" y="23517"/>
                    <a:pt x="23517" y="18216"/>
                    <a:pt x="23517" y="11759"/>
                  </a:cubicBezTo>
                  <a:cubicBezTo>
                    <a:pt x="23517" y="5302"/>
                    <a:pt x="18249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064968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8" y="0"/>
                  </a:moveTo>
                  <a:cubicBezTo>
                    <a:pt x="5302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8" y="23517"/>
                  </a:cubicBezTo>
                  <a:cubicBezTo>
                    <a:pt x="18216" y="23517"/>
                    <a:pt x="23517" y="18249"/>
                    <a:pt x="23517" y="11758"/>
                  </a:cubicBezTo>
                  <a:cubicBezTo>
                    <a:pt x="23517" y="5267"/>
                    <a:pt x="18216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2069573" y="4227234"/>
              <a:ext cx="23482" cy="23517"/>
            </a:xfrm>
            <a:custGeom>
              <a:avLst/>
              <a:gdLst/>
              <a:ahLst/>
              <a:cxnLst/>
              <a:rect l="l" t="t" r="r" b="b"/>
              <a:pathLst>
                <a:path w="23482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8" y="23517"/>
                  </a:cubicBezTo>
                  <a:cubicBezTo>
                    <a:pt x="18249" y="23517"/>
                    <a:pt x="23483" y="18216"/>
                    <a:pt x="23483" y="11759"/>
                  </a:cubicBezTo>
                  <a:cubicBezTo>
                    <a:pt x="23483" y="5302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1240156" y="4058843"/>
              <a:ext cx="23482" cy="23517"/>
            </a:xfrm>
            <a:custGeom>
              <a:avLst/>
              <a:gdLst/>
              <a:ahLst/>
              <a:cxnLst/>
              <a:rect l="l" t="t" r="r" b="b"/>
              <a:pathLst>
                <a:path w="23482" h="23517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8" y="23517"/>
                  </a:cubicBezTo>
                  <a:cubicBezTo>
                    <a:pt x="18249" y="23517"/>
                    <a:pt x="23483" y="18249"/>
                    <a:pt x="23483" y="11758"/>
                  </a:cubicBezTo>
                  <a:cubicBezTo>
                    <a:pt x="23483" y="5267"/>
                    <a:pt x="18181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1894385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302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5" y="23517"/>
                    <a:pt x="23517" y="18216"/>
                    <a:pt x="23517" y="11759"/>
                  </a:cubicBezTo>
                  <a:cubicBezTo>
                    <a:pt x="23517" y="5302"/>
                    <a:pt x="18249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1415310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268" y="23517"/>
                    <a:pt x="11759" y="23517"/>
                  </a:cubicBezTo>
                  <a:cubicBezTo>
                    <a:pt x="18249" y="23517"/>
                    <a:pt x="23517" y="18249"/>
                    <a:pt x="23517" y="11758"/>
                  </a:cubicBezTo>
                  <a:cubicBezTo>
                    <a:pt x="23517" y="5267"/>
                    <a:pt x="18249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1719196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8" y="0"/>
                  </a:moveTo>
                  <a:cubicBezTo>
                    <a:pt x="5302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6" y="23517"/>
                    <a:pt x="23517" y="18216"/>
                    <a:pt x="23517" y="11759"/>
                  </a:cubicBezTo>
                  <a:cubicBezTo>
                    <a:pt x="23517" y="5302"/>
                    <a:pt x="18250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1590464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8" y="0"/>
                  </a:moveTo>
                  <a:cubicBezTo>
                    <a:pt x="5302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8" y="23517"/>
                  </a:cubicBezTo>
                  <a:cubicBezTo>
                    <a:pt x="18216" y="23517"/>
                    <a:pt x="23517" y="18249"/>
                    <a:pt x="23517" y="11758"/>
                  </a:cubicBezTo>
                  <a:cubicBezTo>
                    <a:pt x="23517" y="5267"/>
                    <a:pt x="18216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1544042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6" y="23517"/>
                    <a:pt x="23517" y="18216"/>
                    <a:pt x="23517" y="11759"/>
                  </a:cubicBezTo>
                  <a:cubicBezTo>
                    <a:pt x="23517" y="5302"/>
                    <a:pt x="18216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1765653" y="4058843"/>
              <a:ext cx="23482" cy="23517"/>
            </a:xfrm>
            <a:custGeom>
              <a:avLst/>
              <a:gdLst/>
              <a:ahLst/>
              <a:cxnLst/>
              <a:rect l="l" t="t" r="r" b="b"/>
              <a:pathLst>
                <a:path w="23482" h="23517" extrusionOk="0">
                  <a:moveTo>
                    <a:pt x="11758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8" y="23517"/>
                  </a:cubicBezTo>
                  <a:cubicBezTo>
                    <a:pt x="18215" y="23517"/>
                    <a:pt x="23483" y="18249"/>
                    <a:pt x="23483" y="11758"/>
                  </a:cubicBezTo>
                  <a:cubicBezTo>
                    <a:pt x="23483" y="5267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1368854" y="4227234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5" y="23517"/>
                    <a:pt x="23483" y="18216"/>
                    <a:pt x="23483" y="11759"/>
                  </a:cubicBezTo>
                  <a:cubicBezTo>
                    <a:pt x="23483" y="5302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1940841" y="4058843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9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9" y="23517"/>
                  </a:cubicBezTo>
                  <a:cubicBezTo>
                    <a:pt x="18215" y="23517"/>
                    <a:pt x="23517" y="18249"/>
                    <a:pt x="23517" y="11758"/>
                  </a:cubicBezTo>
                  <a:cubicBezTo>
                    <a:pt x="23517" y="5267"/>
                    <a:pt x="18249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1193699" y="4227234"/>
              <a:ext cx="23483" cy="23517"/>
            </a:xfrm>
            <a:custGeom>
              <a:avLst/>
              <a:gdLst/>
              <a:ahLst/>
              <a:cxnLst/>
              <a:rect l="l" t="t" r="r" b="b"/>
              <a:pathLst>
                <a:path w="23483" h="23517" extrusionOk="0">
                  <a:moveTo>
                    <a:pt x="11758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6" y="23517"/>
                    <a:pt x="23483" y="18216"/>
                    <a:pt x="23483" y="11759"/>
                  </a:cubicBezTo>
                  <a:cubicBezTo>
                    <a:pt x="23483" y="5302"/>
                    <a:pt x="18216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2115995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23517" y="11758"/>
                  </a:moveTo>
                  <a:cubicBezTo>
                    <a:pt x="23517" y="18252"/>
                    <a:pt x="18253" y="23517"/>
                    <a:pt x="11759" y="23517"/>
                  </a:cubicBezTo>
                  <a:cubicBezTo>
                    <a:pt x="5265" y="23517"/>
                    <a:pt x="0" y="18252"/>
                    <a:pt x="0" y="11758"/>
                  </a:cubicBezTo>
                  <a:cubicBezTo>
                    <a:pt x="0" y="5264"/>
                    <a:pt x="5264" y="0"/>
                    <a:pt x="11759" y="0"/>
                  </a:cubicBezTo>
                  <a:cubicBezTo>
                    <a:pt x="18253" y="0"/>
                    <a:pt x="23517" y="5264"/>
                    <a:pt x="23517" y="1175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1018511" y="4227234"/>
              <a:ext cx="23516" cy="23517"/>
            </a:xfrm>
            <a:custGeom>
              <a:avLst/>
              <a:gdLst/>
              <a:ahLst/>
              <a:cxnLst/>
              <a:rect l="l" t="t" r="r" b="b"/>
              <a:pathLst>
                <a:path w="23516" h="23517" extrusionOk="0">
                  <a:moveTo>
                    <a:pt x="11758" y="0"/>
                  </a:moveTo>
                  <a:cubicBezTo>
                    <a:pt x="5302" y="0"/>
                    <a:pt x="0" y="5302"/>
                    <a:pt x="0" y="11759"/>
                  </a:cubicBezTo>
                  <a:cubicBezTo>
                    <a:pt x="0" y="18216"/>
                    <a:pt x="5302" y="23517"/>
                    <a:pt x="11758" y="23517"/>
                  </a:cubicBezTo>
                  <a:cubicBezTo>
                    <a:pt x="18215" y="23517"/>
                    <a:pt x="23517" y="18216"/>
                    <a:pt x="23517" y="11759"/>
                  </a:cubicBezTo>
                  <a:cubicBezTo>
                    <a:pt x="23517" y="5302"/>
                    <a:pt x="18215" y="0"/>
                    <a:pt x="117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2291183" y="4058843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267"/>
                    <a:pt x="0" y="11758"/>
                  </a:cubicBezTo>
                  <a:cubicBezTo>
                    <a:pt x="0" y="18249"/>
                    <a:pt x="5302" y="23517"/>
                    <a:pt x="11759" y="23517"/>
                  </a:cubicBezTo>
                  <a:cubicBezTo>
                    <a:pt x="18216" y="23517"/>
                    <a:pt x="23517" y="18249"/>
                    <a:pt x="23517" y="11758"/>
                  </a:cubicBezTo>
                  <a:cubicBezTo>
                    <a:pt x="23517" y="5267"/>
                    <a:pt x="18250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843323" y="4227234"/>
              <a:ext cx="23517" cy="23517"/>
            </a:xfrm>
            <a:custGeom>
              <a:avLst/>
              <a:gdLst/>
              <a:ahLst/>
              <a:cxnLst/>
              <a:rect l="l" t="t" r="r" b="b"/>
              <a:pathLst>
                <a:path w="23517" h="23517" extrusionOk="0">
                  <a:moveTo>
                    <a:pt x="11759" y="0"/>
                  </a:moveTo>
                  <a:cubicBezTo>
                    <a:pt x="5268" y="0"/>
                    <a:pt x="0" y="5302"/>
                    <a:pt x="0" y="11759"/>
                  </a:cubicBezTo>
                  <a:cubicBezTo>
                    <a:pt x="0" y="18216"/>
                    <a:pt x="5268" y="23517"/>
                    <a:pt x="11759" y="23517"/>
                  </a:cubicBezTo>
                  <a:cubicBezTo>
                    <a:pt x="18250" y="23517"/>
                    <a:pt x="23517" y="18216"/>
                    <a:pt x="23517" y="11759"/>
                  </a:cubicBezTo>
                  <a:cubicBezTo>
                    <a:pt x="23517" y="5302"/>
                    <a:pt x="18250" y="0"/>
                    <a:pt x="117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633845" y="4048376"/>
              <a:ext cx="1906408" cy="212706"/>
            </a:xfrm>
            <a:custGeom>
              <a:avLst/>
              <a:gdLst/>
              <a:ahLst/>
              <a:cxnLst/>
              <a:rect l="l" t="t" r="r" b="b"/>
              <a:pathLst>
                <a:path w="1906408" h="212706" extrusionOk="0">
                  <a:moveTo>
                    <a:pt x="106336" y="0"/>
                  </a:moveTo>
                  <a:lnTo>
                    <a:pt x="1800106" y="0"/>
                  </a:lnTo>
                  <a:cubicBezTo>
                    <a:pt x="1858559" y="0"/>
                    <a:pt x="1906409" y="47884"/>
                    <a:pt x="1906409" y="106336"/>
                  </a:cubicBezTo>
                  <a:lnTo>
                    <a:pt x="1906409" y="106336"/>
                  </a:lnTo>
                  <a:cubicBezTo>
                    <a:pt x="1906409" y="164823"/>
                    <a:pt x="1858559" y="212673"/>
                    <a:pt x="1800106" y="212673"/>
                  </a:cubicBezTo>
                  <a:lnTo>
                    <a:pt x="1800106" y="212673"/>
                  </a:lnTo>
                  <a:cubicBezTo>
                    <a:pt x="1800106" y="212673"/>
                    <a:pt x="106336" y="212707"/>
                    <a:pt x="106336" y="212707"/>
                  </a:cubicBezTo>
                  <a:lnTo>
                    <a:pt x="106336" y="212707"/>
                  </a:lnTo>
                  <a:cubicBezTo>
                    <a:pt x="47850" y="212673"/>
                    <a:pt x="0" y="164823"/>
                    <a:pt x="0" y="106336"/>
                  </a:cubicBezTo>
                  <a:lnTo>
                    <a:pt x="0" y="106336"/>
                  </a:lnTo>
                  <a:cubicBezTo>
                    <a:pt x="0" y="47884"/>
                    <a:pt x="47850" y="34"/>
                    <a:pt x="106336" y="34"/>
                  </a:cubicBezTo>
                  <a:lnTo>
                    <a:pt x="106336" y="34"/>
                  </a:lnTo>
                  <a:close/>
                  <a:moveTo>
                    <a:pt x="1800106" y="16856"/>
                  </a:moveTo>
                  <a:lnTo>
                    <a:pt x="1800106" y="16856"/>
                  </a:lnTo>
                  <a:cubicBezTo>
                    <a:pt x="1800106" y="16856"/>
                    <a:pt x="106336" y="16856"/>
                    <a:pt x="106336" y="16856"/>
                  </a:cubicBezTo>
                  <a:lnTo>
                    <a:pt x="106336" y="16856"/>
                  </a:lnTo>
                  <a:cubicBezTo>
                    <a:pt x="57127" y="16856"/>
                    <a:pt x="16856" y="57093"/>
                    <a:pt x="16856" y="106268"/>
                  </a:cubicBezTo>
                  <a:lnTo>
                    <a:pt x="16856" y="106268"/>
                  </a:lnTo>
                  <a:cubicBezTo>
                    <a:pt x="16856" y="155477"/>
                    <a:pt x="57127" y="195749"/>
                    <a:pt x="106336" y="195749"/>
                  </a:cubicBezTo>
                  <a:lnTo>
                    <a:pt x="106336" y="195749"/>
                  </a:lnTo>
                  <a:cubicBezTo>
                    <a:pt x="106336" y="195749"/>
                    <a:pt x="1800106" y="195715"/>
                    <a:pt x="1800106" y="195715"/>
                  </a:cubicBezTo>
                  <a:lnTo>
                    <a:pt x="1800106" y="195715"/>
                  </a:lnTo>
                  <a:cubicBezTo>
                    <a:pt x="1849315" y="195749"/>
                    <a:pt x="1889552" y="155511"/>
                    <a:pt x="1889552" y="106302"/>
                  </a:cubicBezTo>
                  <a:lnTo>
                    <a:pt x="1889552" y="106302"/>
                  </a:lnTo>
                  <a:cubicBezTo>
                    <a:pt x="1889552" y="57093"/>
                    <a:pt x="1849281" y="16856"/>
                    <a:pt x="1800106" y="1685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661848" y="4071349"/>
              <a:ext cx="165298" cy="165129"/>
            </a:xfrm>
            <a:custGeom>
              <a:avLst/>
              <a:gdLst/>
              <a:ahLst/>
              <a:cxnLst/>
              <a:rect l="l" t="t" r="r" b="b"/>
              <a:pathLst>
                <a:path w="165298" h="165129" extrusionOk="0">
                  <a:moveTo>
                    <a:pt x="143515" y="102530"/>
                  </a:moveTo>
                  <a:lnTo>
                    <a:pt x="156667" y="117721"/>
                  </a:lnTo>
                  <a:lnTo>
                    <a:pt x="144603" y="136719"/>
                  </a:lnTo>
                  <a:lnTo>
                    <a:pt x="126659" y="131893"/>
                  </a:lnTo>
                  <a:lnTo>
                    <a:pt x="130057" y="149564"/>
                  </a:lnTo>
                  <a:lnTo>
                    <a:pt x="110143" y="159998"/>
                  </a:lnTo>
                  <a:lnTo>
                    <a:pt x="95563" y="145384"/>
                  </a:lnTo>
                  <a:lnTo>
                    <a:pt x="88699" y="165129"/>
                  </a:lnTo>
                  <a:lnTo>
                    <a:pt x="66235" y="164212"/>
                  </a:lnTo>
                  <a:lnTo>
                    <a:pt x="61070" y="144908"/>
                  </a:lnTo>
                  <a:lnTo>
                    <a:pt x="47476" y="156667"/>
                  </a:lnTo>
                  <a:lnTo>
                    <a:pt x="28479" y="144637"/>
                  </a:lnTo>
                  <a:lnTo>
                    <a:pt x="33440" y="126217"/>
                  </a:lnTo>
                  <a:lnTo>
                    <a:pt x="13628" y="130023"/>
                  </a:lnTo>
                  <a:lnTo>
                    <a:pt x="3195" y="110109"/>
                  </a:lnTo>
                  <a:lnTo>
                    <a:pt x="18249" y="95054"/>
                  </a:lnTo>
                  <a:lnTo>
                    <a:pt x="0" y="88733"/>
                  </a:lnTo>
                  <a:lnTo>
                    <a:pt x="952" y="66269"/>
                  </a:lnTo>
                  <a:lnTo>
                    <a:pt x="18691" y="61512"/>
                  </a:lnTo>
                  <a:lnTo>
                    <a:pt x="6525" y="47442"/>
                  </a:lnTo>
                  <a:lnTo>
                    <a:pt x="18589" y="28445"/>
                  </a:lnTo>
                  <a:lnTo>
                    <a:pt x="39082" y="33951"/>
                  </a:lnTo>
                  <a:lnTo>
                    <a:pt x="35208" y="13662"/>
                  </a:lnTo>
                  <a:lnTo>
                    <a:pt x="55156" y="3229"/>
                  </a:lnTo>
                  <a:lnTo>
                    <a:pt x="68716" y="16788"/>
                  </a:lnTo>
                  <a:lnTo>
                    <a:pt x="74527" y="0"/>
                  </a:lnTo>
                  <a:lnTo>
                    <a:pt x="97025" y="952"/>
                  </a:lnTo>
                  <a:lnTo>
                    <a:pt x="102156" y="20119"/>
                  </a:lnTo>
                  <a:lnTo>
                    <a:pt x="117823" y="6559"/>
                  </a:lnTo>
                  <a:lnTo>
                    <a:pt x="136820" y="18624"/>
                  </a:lnTo>
                  <a:lnTo>
                    <a:pt x="131451" y="38674"/>
                  </a:lnTo>
                  <a:lnTo>
                    <a:pt x="149632" y="35174"/>
                  </a:lnTo>
                  <a:lnTo>
                    <a:pt x="160065" y="55123"/>
                  </a:lnTo>
                  <a:lnTo>
                    <a:pt x="146981" y="68206"/>
                  </a:lnTo>
                  <a:lnTo>
                    <a:pt x="165299" y="74561"/>
                  </a:lnTo>
                  <a:lnTo>
                    <a:pt x="164381" y="97025"/>
                  </a:lnTo>
                  <a:lnTo>
                    <a:pt x="143617" y="102598"/>
                  </a:lnTo>
                  <a:lnTo>
                    <a:pt x="143617" y="102598"/>
                  </a:lnTo>
                  <a:close/>
                  <a:moveTo>
                    <a:pt x="86048" y="75513"/>
                  </a:moveTo>
                  <a:cubicBezTo>
                    <a:pt x="82174" y="73032"/>
                    <a:pt x="77008" y="74188"/>
                    <a:pt x="74527" y="78096"/>
                  </a:cubicBezTo>
                  <a:cubicBezTo>
                    <a:pt x="72046" y="82004"/>
                    <a:pt x="73236" y="87169"/>
                    <a:pt x="77110" y="89650"/>
                  </a:cubicBezTo>
                  <a:cubicBezTo>
                    <a:pt x="81018" y="92131"/>
                    <a:pt x="86184" y="90976"/>
                    <a:pt x="88665" y="87067"/>
                  </a:cubicBezTo>
                  <a:cubicBezTo>
                    <a:pt x="91145" y="83160"/>
                    <a:pt x="89990" y="78028"/>
                    <a:pt x="86082" y="755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670038" y="4115222"/>
              <a:ext cx="157006" cy="121289"/>
            </a:xfrm>
            <a:custGeom>
              <a:avLst/>
              <a:gdLst/>
              <a:ahLst/>
              <a:cxnLst/>
              <a:rect l="l" t="t" r="r" b="b"/>
              <a:pathLst>
                <a:path w="157006" h="121289" extrusionOk="0">
                  <a:moveTo>
                    <a:pt x="135325" y="58657"/>
                  </a:moveTo>
                  <a:lnTo>
                    <a:pt x="148477" y="73847"/>
                  </a:lnTo>
                  <a:lnTo>
                    <a:pt x="136412" y="92845"/>
                  </a:lnTo>
                  <a:lnTo>
                    <a:pt x="118435" y="88053"/>
                  </a:lnTo>
                  <a:lnTo>
                    <a:pt x="121833" y="105725"/>
                  </a:lnTo>
                  <a:lnTo>
                    <a:pt x="101918" y="116158"/>
                  </a:lnTo>
                  <a:lnTo>
                    <a:pt x="87339" y="101545"/>
                  </a:lnTo>
                  <a:lnTo>
                    <a:pt x="80474" y="121290"/>
                  </a:lnTo>
                  <a:lnTo>
                    <a:pt x="58011" y="120372"/>
                  </a:lnTo>
                  <a:lnTo>
                    <a:pt x="52845" y="101069"/>
                  </a:lnTo>
                  <a:lnTo>
                    <a:pt x="39252" y="112828"/>
                  </a:lnTo>
                  <a:lnTo>
                    <a:pt x="20255" y="100797"/>
                  </a:lnTo>
                  <a:lnTo>
                    <a:pt x="25216" y="82378"/>
                  </a:lnTo>
                  <a:lnTo>
                    <a:pt x="5403" y="86184"/>
                  </a:lnTo>
                  <a:lnTo>
                    <a:pt x="0" y="75853"/>
                  </a:lnTo>
                  <a:lnTo>
                    <a:pt x="65589" y="41767"/>
                  </a:lnTo>
                  <a:cubicBezTo>
                    <a:pt x="66201" y="43364"/>
                    <a:pt x="67323" y="44791"/>
                    <a:pt x="68886" y="45777"/>
                  </a:cubicBezTo>
                  <a:cubicBezTo>
                    <a:pt x="72794" y="48258"/>
                    <a:pt x="77960" y="47102"/>
                    <a:pt x="80406" y="43194"/>
                  </a:cubicBezTo>
                  <a:cubicBezTo>
                    <a:pt x="82242" y="40339"/>
                    <a:pt x="82106" y="36771"/>
                    <a:pt x="80339" y="34086"/>
                  </a:cubicBezTo>
                  <a:lnTo>
                    <a:pt x="145928" y="0"/>
                  </a:lnTo>
                  <a:lnTo>
                    <a:pt x="151773" y="11215"/>
                  </a:lnTo>
                  <a:lnTo>
                    <a:pt x="138689" y="24299"/>
                  </a:lnTo>
                  <a:lnTo>
                    <a:pt x="157007" y="30654"/>
                  </a:lnTo>
                  <a:lnTo>
                    <a:pt x="156089" y="53151"/>
                  </a:lnTo>
                  <a:lnTo>
                    <a:pt x="135325" y="58691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707221" y="4121412"/>
              <a:ext cx="68503" cy="68503"/>
            </a:xfrm>
            <a:custGeom>
              <a:avLst/>
              <a:gdLst/>
              <a:ahLst/>
              <a:cxnLst/>
              <a:rect l="l" t="t" r="r" b="b"/>
              <a:pathLst>
                <a:path w="68503" h="68503" extrusionOk="0">
                  <a:moveTo>
                    <a:pt x="35679" y="30"/>
                  </a:moveTo>
                  <a:cubicBezTo>
                    <a:pt x="54574" y="811"/>
                    <a:pt x="69256" y="16784"/>
                    <a:pt x="68474" y="35679"/>
                  </a:cubicBezTo>
                  <a:cubicBezTo>
                    <a:pt x="67692" y="54574"/>
                    <a:pt x="51720" y="69256"/>
                    <a:pt x="32824" y="68474"/>
                  </a:cubicBezTo>
                  <a:cubicBezTo>
                    <a:pt x="13929" y="67692"/>
                    <a:pt x="-752" y="51720"/>
                    <a:pt x="30" y="32824"/>
                  </a:cubicBezTo>
                  <a:cubicBezTo>
                    <a:pt x="811" y="13929"/>
                    <a:pt x="16784" y="-752"/>
                    <a:pt x="35679" y="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 rot="-2341049">
              <a:off x="735619" y="4134435"/>
              <a:ext cx="12719" cy="42204"/>
            </a:xfrm>
            <a:custGeom>
              <a:avLst/>
              <a:gdLst/>
              <a:ahLst/>
              <a:cxnLst/>
              <a:rect l="l" t="t" r="r" b="b"/>
              <a:pathLst>
                <a:path w="12710" h="42174" extrusionOk="0">
                  <a:moveTo>
                    <a:pt x="0" y="0"/>
                  </a:moveTo>
                  <a:lnTo>
                    <a:pt x="12710" y="0"/>
                  </a:lnTo>
                  <a:lnTo>
                    <a:pt x="12710" y="42174"/>
                  </a:lnTo>
                  <a:lnTo>
                    <a:pt x="0" y="42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2343111" y="4071349"/>
              <a:ext cx="165230" cy="165129"/>
            </a:xfrm>
            <a:custGeom>
              <a:avLst/>
              <a:gdLst/>
              <a:ahLst/>
              <a:cxnLst/>
              <a:rect l="l" t="t" r="r" b="b"/>
              <a:pathLst>
                <a:path w="165230" h="165129" extrusionOk="0">
                  <a:moveTo>
                    <a:pt x="143583" y="102530"/>
                  </a:moveTo>
                  <a:lnTo>
                    <a:pt x="156735" y="117721"/>
                  </a:lnTo>
                  <a:lnTo>
                    <a:pt x="144671" y="136719"/>
                  </a:lnTo>
                  <a:lnTo>
                    <a:pt x="126727" y="131893"/>
                  </a:lnTo>
                  <a:lnTo>
                    <a:pt x="130125" y="149564"/>
                  </a:lnTo>
                  <a:lnTo>
                    <a:pt x="110177" y="159998"/>
                  </a:lnTo>
                  <a:lnTo>
                    <a:pt x="95597" y="145384"/>
                  </a:lnTo>
                  <a:lnTo>
                    <a:pt x="88767" y="165129"/>
                  </a:lnTo>
                  <a:lnTo>
                    <a:pt x="66269" y="164212"/>
                  </a:lnTo>
                  <a:lnTo>
                    <a:pt x="61103" y="144908"/>
                  </a:lnTo>
                  <a:lnTo>
                    <a:pt x="47510" y="156667"/>
                  </a:lnTo>
                  <a:lnTo>
                    <a:pt x="28513" y="144637"/>
                  </a:lnTo>
                  <a:lnTo>
                    <a:pt x="33440" y="126217"/>
                  </a:lnTo>
                  <a:lnTo>
                    <a:pt x="13628" y="130023"/>
                  </a:lnTo>
                  <a:lnTo>
                    <a:pt x="3195" y="110109"/>
                  </a:lnTo>
                  <a:lnTo>
                    <a:pt x="18249" y="95054"/>
                  </a:lnTo>
                  <a:lnTo>
                    <a:pt x="0" y="88733"/>
                  </a:lnTo>
                  <a:lnTo>
                    <a:pt x="952" y="66269"/>
                  </a:lnTo>
                  <a:lnTo>
                    <a:pt x="18657" y="61512"/>
                  </a:lnTo>
                  <a:lnTo>
                    <a:pt x="6491" y="47442"/>
                  </a:lnTo>
                  <a:lnTo>
                    <a:pt x="18555" y="28445"/>
                  </a:lnTo>
                  <a:lnTo>
                    <a:pt x="39082" y="33951"/>
                  </a:lnTo>
                  <a:lnTo>
                    <a:pt x="35174" y="13662"/>
                  </a:lnTo>
                  <a:lnTo>
                    <a:pt x="55122" y="3229"/>
                  </a:lnTo>
                  <a:lnTo>
                    <a:pt x="68682" y="16788"/>
                  </a:lnTo>
                  <a:lnTo>
                    <a:pt x="74493" y="0"/>
                  </a:lnTo>
                  <a:lnTo>
                    <a:pt x="96957" y="952"/>
                  </a:lnTo>
                  <a:lnTo>
                    <a:pt x="102088" y="20119"/>
                  </a:lnTo>
                  <a:lnTo>
                    <a:pt x="117755" y="6559"/>
                  </a:lnTo>
                  <a:lnTo>
                    <a:pt x="136752" y="18624"/>
                  </a:lnTo>
                  <a:lnTo>
                    <a:pt x="131383" y="38674"/>
                  </a:lnTo>
                  <a:lnTo>
                    <a:pt x="149598" y="35174"/>
                  </a:lnTo>
                  <a:lnTo>
                    <a:pt x="160031" y="55123"/>
                  </a:lnTo>
                  <a:lnTo>
                    <a:pt x="146913" y="68206"/>
                  </a:lnTo>
                  <a:lnTo>
                    <a:pt x="165231" y="74561"/>
                  </a:lnTo>
                  <a:lnTo>
                    <a:pt x="164279" y="97025"/>
                  </a:lnTo>
                  <a:lnTo>
                    <a:pt x="143549" y="102598"/>
                  </a:lnTo>
                  <a:lnTo>
                    <a:pt x="143549" y="102598"/>
                  </a:lnTo>
                  <a:close/>
                  <a:moveTo>
                    <a:pt x="86116" y="75513"/>
                  </a:moveTo>
                  <a:cubicBezTo>
                    <a:pt x="82208" y="73032"/>
                    <a:pt x="77042" y="74188"/>
                    <a:pt x="74561" y="78096"/>
                  </a:cubicBezTo>
                  <a:cubicBezTo>
                    <a:pt x="72114" y="82004"/>
                    <a:pt x="73270" y="87169"/>
                    <a:pt x="77178" y="89650"/>
                  </a:cubicBezTo>
                  <a:cubicBezTo>
                    <a:pt x="81086" y="92131"/>
                    <a:pt x="86252" y="90976"/>
                    <a:pt x="88699" y="87067"/>
                  </a:cubicBezTo>
                  <a:cubicBezTo>
                    <a:pt x="91180" y="83160"/>
                    <a:pt x="90024" y="78028"/>
                    <a:pt x="86116" y="755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2351403" y="4115222"/>
              <a:ext cx="156972" cy="121289"/>
            </a:xfrm>
            <a:custGeom>
              <a:avLst/>
              <a:gdLst/>
              <a:ahLst/>
              <a:cxnLst/>
              <a:rect l="l" t="t" r="r" b="b"/>
              <a:pathLst>
                <a:path w="156972" h="121289" extrusionOk="0">
                  <a:moveTo>
                    <a:pt x="135291" y="58657"/>
                  </a:moveTo>
                  <a:lnTo>
                    <a:pt x="148443" y="73847"/>
                  </a:lnTo>
                  <a:lnTo>
                    <a:pt x="136378" y="92845"/>
                  </a:lnTo>
                  <a:lnTo>
                    <a:pt x="118435" y="88053"/>
                  </a:lnTo>
                  <a:lnTo>
                    <a:pt x="121833" y="105725"/>
                  </a:lnTo>
                  <a:lnTo>
                    <a:pt x="101884" y="116158"/>
                  </a:lnTo>
                  <a:lnTo>
                    <a:pt x="87305" y="101545"/>
                  </a:lnTo>
                  <a:lnTo>
                    <a:pt x="80474" y="121290"/>
                  </a:lnTo>
                  <a:lnTo>
                    <a:pt x="57977" y="120372"/>
                  </a:lnTo>
                  <a:lnTo>
                    <a:pt x="52811" y="101069"/>
                  </a:lnTo>
                  <a:lnTo>
                    <a:pt x="39218" y="112828"/>
                  </a:lnTo>
                  <a:lnTo>
                    <a:pt x="20221" y="100797"/>
                  </a:lnTo>
                  <a:lnTo>
                    <a:pt x="25182" y="82378"/>
                  </a:lnTo>
                  <a:lnTo>
                    <a:pt x="5370" y="86184"/>
                  </a:lnTo>
                  <a:lnTo>
                    <a:pt x="0" y="75853"/>
                  </a:lnTo>
                  <a:lnTo>
                    <a:pt x="65589" y="41767"/>
                  </a:lnTo>
                  <a:cubicBezTo>
                    <a:pt x="66201" y="43364"/>
                    <a:pt x="67323" y="44791"/>
                    <a:pt x="68886" y="45777"/>
                  </a:cubicBezTo>
                  <a:cubicBezTo>
                    <a:pt x="72794" y="48258"/>
                    <a:pt x="77960" y="47102"/>
                    <a:pt x="80440" y="43194"/>
                  </a:cubicBezTo>
                  <a:cubicBezTo>
                    <a:pt x="82242" y="40339"/>
                    <a:pt x="82106" y="36771"/>
                    <a:pt x="80339" y="34086"/>
                  </a:cubicBezTo>
                  <a:lnTo>
                    <a:pt x="145928" y="0"/>
                  </a:lnTo>
                  <a:lnTo>
                    <a:pt x="151773" y="11215"/>
                  </a:lnTo>
                  <a:lnTo>
                    <a:pt x="138655" y="24299"/>
                  </a:lnTo>
                  <a:lnTo>
                    <a:pt x="156973" y="30654"/>
                  </a:lnTo>
                  <a:lnTo>
                    <a:pt x="156021" y="53151"/>
                  </a:lnTo>
                  <a:lnTo>
                    <a:pt x="135291" y="58691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2388518" y="4121412"/>
              <a:ext cx="68506" cy="68503"/>
            </a:xfrm>
            <a:custGeom>
              <a:avLst/>
              <a:gdLst/>
              <a:ahLst/>
              <a:cxnLst/>
              <a:rect l="l" t="t" r="r" b="b"/>
              <a:pathLst>
                <a:path w="68506" h="68503" extrusionOk="0">
                  <a:moveTo>
                    <a:pt x="35713" y="30"/>
                  </a:moveTo>
                  <a:cubicBezTo>
                    <a:pt x="54608" y="811"/>
                    <a:pt x="69290" y="16784"/>
                    <a:pt x="68474" y="35679"/>
                  </a:cubicBezTo>
                  <a:cubicBezTo>
                    <a:pt x="67692" y="54574"/>
                    <a:pt x="51720" y="69256"/>
                    <a:pt x="32825" y="68474"/>
                  </a:cubicBezTo>
                  <a:cubicBezTo>
                    <a:pt x="13895" y="67692"/>
                    <a:pt x="-752" y="51720"/>
                    <a:pt x="30" y="32824"/>
                  </a:cubicBezTo>
                  <a:cubicBezTo>
                    <a:pt x="811" y="13929"/>
                    <a:pt x="16784" y="-752"/>
                    <a:pt x="35679" y="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 rot="-2341049">
              <a:off x="2416864" y="4134670"/>
              <a:ext cx="12719" cy="42204"/>
            </a:xfrm>
            <a:custGeom>
              <a:avLst/>
              <a:gdLst/>
              <a:ahLst/>
              <a:cxnLst/>
              <a:rect l="l" t="t" r="r" b="b"/>
              <a:pathLst>
                <a:path w="12710" h="42174" extrusionOk="0">
                  <a:moveTo>
                    <a:pt x="0" y="0"/>
                  </a:moveTo>
                  <a:lnTo>
                    <a:pt x="12710" y="0"/>
                  </a:lnTo>
                  <a:lnTo>
                    <a:pt x="12710" y="42174"/>
                  </a:lnTo>
                  <a:lnTo>
                    <a:pt x="0" y="42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1759162" y="4071349"/>
              <a:ext cx="165197" cy="165129"/>
            </a:xfrm>
            <a:custGeom>
              <a:avLst/>
              <a:gdLst/>
              <a:ahLst/>
              <a:cxnLst/>
              <a:rect l="l" t="t" r="r" b="b"/>
              <a:pathLst>
                <a:path w="165197" h="165129" extrusionOk="0">
                  <a:moveTo>
                    <a:pt x="143549" y="102530"/>
                  </a:moveTo>
                  <a:lnTo>
                    <a:pt x="156701" y="117721"/>
                  </a:lnTo>
                  <a:lnTo>
                    <a:pt x="144637" y="136719"/>
                  </a:lnTo>
                  <a:lnTo>
                    <a:pt x="126693" y="131893"/>
                  </a:lnTo>
                  <a:lnTo>
                    <a:pt x="130091" y="149564"/>
                  </a:lnTo>
                  <a:lnTo>
                    <a:pt x="110177" y="159998"/>
                  </a:lnTo>
                  <a:lnTo>
                    <a:pt x="95597" y="145384"/>
                  </a:lnTo>
                  <a:lnTo>
                    <a:pt x="88733" y="165129"/>
                  </a:lnTo>
                  <a:lnTo>
                    <a:pt x="66269" y="164212"/>
                  </a:lnTo>
                  <a:lnTo>
                    <a:pt x="61104" y="144908"/>
                  </a:lnTo>
                  <a:lnTo>
                    <a:pt x="47510" y="156667"/>
                  </a:lnTo>
                  <a:lnTo>
                    <a:pt x="28513" y="144637"/>
                  </a:lnTo>
                  <a:lnTo>
                    <a:pt x="33440" y="126217"/>
                  </a:lnTo>
                  <a:lnTo>
                    <a:pt x="13628" y="130023"/>
                  </a:lnTo>
                  <a:lnTo>
                    <a:pt x="3195" y="110109"/>
                  </a:lnTo>
                  <a:lnTo>
                    <a:pt x="18249" y="95054"/>
                  </a:lnTo>
                  <a:lnTo>
                    <a:pt x="0" y="88733"/>
                  </a:lnTo>
                  <a:lnTo>
                    <a:pt x="918" y="66269"/>
                  </a:lnTo>
                  <a:lnTo>
                    <a:pt x="18657" y="61512"/>
                  </a:lnTo>
                  <a:lnTo>
                    <a:pt x="6491" y="47442"/>
                  </a:lnTo>
                  <a:lnTo>
                    <a:pt x="18555" y="28445"/>
                  </a:lnTo>
                  <a:lnTo>
                    <a:pt x="39048" y="33951"/>
                  </a:lnTo>
                  <a:lnTo>
                    <a:pt x="35140" y="13662"/>
                  </a:lnTo>
                  <a:lnTo>
                    <a:pt x="55088" y="3229"/>
                  </a:lnTo>
                  <a:lnTo>
                    <a:pt x="68648" y="16788"/>
                  </a:lnTo>
                  <a:lnTo>
                    <a:pt x="74459" y="0"/>
                  </a:lnTo>
                  <a:lnTo>
                    <a:pt x="96923" y="952"/>
                  </a:lnTo>
                  <a:lnTo>
                    <a:pt x="102054" y="20119"/>
                  </a:lnTo>
                  <a:lnTo>
                    <a:pt x="117721" y="6559"/>
                  </a:lnTo>
                  <a:lnTo>
                    <a:pt x="136718" y="18624"/>
                  </a:lnTo>
                  <a:lnTo>
                    <a:pt x="131349" y="38674"/>
                  </a:lnTo>
                  <a:lnTo>
                    <a:pt x="149530" y="35174"/>
                  </a:lnTo>
                  <a:lnTo>
                    <a:pt x="159963" y="55123"/>
                  </a:lnTo>
                  <a:lnTo>
                    <a:pt x="146880" y="68206"/>
                  </a:lnTo>
                  <a:lnTo>
                    <a:pt x="165197" y="74561"/>
                  </a:lnTo>
                  <a:lnTo>
                    <a:pt x="164279" y="97025"/>
                  </a:lnTo>
                  <a:lnTo>
                    <a:pt x="143515" y="102598"/>
                  </a:lnTo>
                  <a:lnTo>
                    <a:pt x="143515" y="102598"/>
                  </a:lnTo>
                  <a:close/>
                  <a:moveTo>
                    <a:pt x="86082" y="75513"/>
                  </a:moveTo>
                  <a:cubicBezTo>
                    <a:pt x="82174" y="73032"/>
                    <a:pt x="77008" y="74188"/>
                    <a:pt x="74561" y="78096"/>
                  </a:cubicBezTo>
                  <a:cubicBezTo>
                    <a:pt x="72114" y="82004"/>
                    <a:pt x="73236" y="87169"/>
                    <a:pt x="77144" y="89650"/>
                  </a:cubicBezTo>
                  <a:cubicBezTo>
                    <a:pt x="81052" y="92131"/>
                    <a:pt x="86218" y="90976"/>
                    <a:pt x="88665" y="87067"/>
                  </a:cubicBezTo>
                  <a:cubicBezTo>
                    <a:pt x="91145" y="83160"/>
                    <a:pt x="89990" y="78028"/>
                    <a:pt x="86082" y="755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1767386" y="4115222"/>
              <a:ext cx="156972" cy="121289"/>
            </a:xfrm>
            <a:custGeom>
              <a:avLst/>
              <a:gdLst/>
              <a:ahLst/>
              <a:cxnLst/>
              <a:rect l="l" t="t" r="r" b="b"/>
              <a:pathLst>
                <a:path w="156972" h="121289" extrusionOk="0">
                  <a:moveTo>
                    <a:pt x="135325" y="58657"/>
                  </a:moveTo>
                  <a:lnTo>
                    <a:pt x="148477" y="73847"/>
                  </a:lnTo>
                  <a:lnTo>
                    <a:pt x="136412" y="92845"/>
                  </a:lnTo>
                  <a:lnTo>
                    <a:pt x="118469" y="88053"/>
                  </a:lnTo>
                  <a:lnTo>
                    <a:pt x="121867" y="105725"/>
                  </a:lnTo>
                  <a:lnTo>
                    <a:pt x="101952" y="116158"/>
                  </a:lnTo>
                  <a:lnTo>
                    <a:pt x="87373" y="101545"/>
                  </a:lnTo>
                  <a:lnTo>
                    <a:pt x="80508" y="121290"/>
                  </a:lnTo>
                  <a:lnTo>
                    <a:pt x="58045" y="120372"/>
                  </a:lnTo>
                  <a:lnTo>
                    <a:pt x="52879" y="101069"/>
                  </a:lnTo>
                  <a:lnTo>
                    <a:pt x="39286" y="112828"/>
                  </a:lnTo>
                  <a:lnTo>
                    <a:pt x="20288" y="100797"/>
                  </a:lnTo>
                  <a:lnTo>
                    <a:pt x="25216" y="82378"/>
                  </a:lnTo>
                  <a:lnTo>
                    <a:pt x="5403" y="86184"/>
                  </a:lnTo>
                  <a:lnTo>
                    <a:pt x="0" y="75853"/>
                  </a:lnTo>
                  <a:lnTo>
                    <a:pt x="65589" y="41767"/>
                  </a:lnTo>
                  <a:cubicBezTo>
                    <a:pt x="66235" y="43364"/>
                    <a:pt x="67323" y="44791"/>
                    <a:pt x="68886" y="45777"/>
                  </a:cubicBezTo>
                  <a:cubicBezTo>
                    <a:pt x="72794" y="48258"/>
                    <a:pt x="77960" y="47102"/>
                    <a:pt x="80406" y="43194"/>
                  </a:cubicBezTo>
                  <a:cubicBezTo>
                    <a:pt x="82241" y="40339"/>
                    <a:pt x="82072" y="36771"/>
                    <a:pt x="80304" y="34086"/>
                  </a:cubicBezTo>
                  <a:lnTo>
                    <a:pt x="145894" y="0"/>
                  </a:lnTo>
                  <a:lnTo>
                    <a:pt x="151773" y="11215"/>
                  </a:lnTo>
                  <a:lnTo>
                    <a:pt x="138655" y="24299"/>
                  </a:lnTo>
                  <a:lnTo>
                    <a:pt x="156973" y="30654"/>
                  </a:lnTo>
                  <a:lnTo>
                    <a:pt x="156055" y="53151"/>
                  </a:lnTo>
                  <a:lnTo>
                    <a:pt x="135291" y="58691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1804566" y="4121412"/>
              <a:ext cx="68472" cy="68503"/>
            </a:xfrm>
            <a:custGeom>
              <a:avLst/>
              <a:gdLst/>
              <a:ahLst/>
              <a:cxnLst/>
              <a:rect l="l" t="t" r="r" b="b"/>
              <a:pathLst>
                <a:path w="68472" h="68503" extrusionOk="0">
                  <a:moveTo>
                    <a:pt x="35648" y="30"/>
                  </a:moveTo>
                  <a:cubicBezTo>
                    <a:pt x="54577" y="811"/>
                    <a:pt x="69224" y="16784"/>
                    <a:pt x="68443" y="35679"/>
                  </a:cubicBezTo>
                  <a:cubicBezTo>
                    <a:pt x="67661" y="54574"/>
                    <a:pt x="51688" y="69256"/>
                    <a:pt x="32793" y="68474"/>
                  </a:cubicBezTo>
                  <a:cubicBezTo>
                    <a:pt x="13898" y="67692"/>
                    <a:pt x="-783" y="51720"/>
                    <a:pt x="32" y="32824"/>
                  </a:cubicBezTo>
                  <a:cubicBezTo>
                    <a:pt x="814" y="13929"/>
                    <a:pt x="16787" y="-752"/>
                    <a:pt x="35682" y="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3"/>
            <p:cNvSpPr/>
            <p:nvPr/>
          </p:nvSpPr>
          <p:spPr>
            <a:xfrm rot="-2341049">
              <a:off x="1832880" y="4134632"/>
              <a:ext cx="12719" cy="42204"/>
            </a:xfrm>
            <a:custGeom>
              <a:avLst/>
              <a:gdLst/>
              <a:ahLst/>
              <a:cxnLst/>
              <a:rect l="l" t="t" r="r" b="b"/>
              <a:pathLst>
                <a:path w="12710" h="42174" extrusionOk="0">
                  <a:moveTo>
                    <a:pt x="0" y="0"/>
                  </a:moveTo>
                  <a:lnTo>
                    <a:pt x="12710" y="0"/>
                  </a:lnTo>
                  <a:lnTo>
                    <a:pt x="12710" y="42174"/>
                  </a:lnTo>
                  <a:lnTo>
                    <a:pt x="0" y="421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1235364" y="4069751"/>
              <a:ext cx="165230" cy="165230"/>
            </a:xfrm>
            <a:custGeom>
              <a:avLst/>
              <a:gdLst/>
              <a:ahLst/>
              <a:cxnLst/>
              <a:rect l="l" t="t" r="r" b="b"/>
              <a:pathLst>
                <a:path w="165230" h="165230" extrusionOk="0">
                  <a:moveTo>
                    <a:pt x="143549" y="102598"/>
                  </a:moveTo>
                  <a:lnTo>
                    <a:pt x="156701" y="117789"/>
                  </a:lnTo>
                  <a:lnTo>
                    <a:pt x="144637" y="136786"/>
                  </a:lnTo>
                  <a:lnTo>
                    <a:pt x="126693" y="131961"/>
                  </a:lnTo>
                  <a:lnTo>
                    <a:pt x="130091" y="149632"/>
                  </a:lnTo>
                  <a:lnTo>
                    <a:pt x="110143" y="160065"/>
                  </a:lnTo>
                  <a:lnTo>
                    <a:pt x="95563" y="145486"/>
                  </a:lnTo>
                  <a:lnTo>
                    <a:pt x="88699" y="165231"/>
                  </a:lnTo>
                  <a:lnTo>
                    <a:pt x="66235" y="164313"/>
                  </a:lnTo>
                  <a:lnTo>
                    <a:pt x="61070" y="145010"/>
                  </a:lnTo>
                  <a:lnTo>
                    <a:pt x="47476" y="156769"/>
                  </a:lnTo>
                  <a:lnTo>
                    <a:pt x="28479" y="144705"/>
                  </a:lnTo>
                  <a:lnTo>
                    <a:pt x="33440" y="126285"/>
                  </a:lnTo>
                  <a:lnTo>
                    <a:pt x="13628" y="130091"/>
                  </a:lnTo>
                  <a:lnTo>
                    <a:pt x="3195" y="110143"/>
                  </a:lnTo>
                  <a:lnTo>
                    <a:pt x="18249" y="95088"/>
                  </a:lnTo>
                  <a:lnTo>
                    <a:pt x="0" y="88767"/>
                  </a:lnTo>
                  <a:lnTo>
                    <a:pt x="918" y="66303"/>
                  </a:lnTo>
                  <a:lnTo>
                    <a:pt x="18657" y="61545"/>
                  </a:lnTo>
                  <a:lnTo>
                    <a:pt x="6491" y="47476"/>
                  </a:lnTo>
                  <a:lnTo>
                    <a:pt x="18555" y="28479"/>
                  </a:lnTo>
                  <a:lnTo>
                    <a:pt x="39048" y="33950"/>
                  </a:lnTo>
                  <a:lnTo>
                    <a:pt x="35140" y="13662"/>
                  </a:lnTo>
                  <a:lnTo>
                    <a:pt x="55088" y="3229"/>
                  </a:lnTo>
                  <a:lnTo>
                    <a:pt x="68648" y="16788"/>
                  </a:lnTo>
                  <a:lnTo>
                    <a:pt x="74459" y="0"/>
                  </a:lnTo>
                  <a:lnTo>
                    <a:pt x="96957" y="952"/>
                  </a:lnTo>
                  <a:lnTo>
                    <a:pt x="102088" y="20119"/>
                  </a:lnTo>
                  <a:lnTo>
                    <a:pt x="117755" y="6559"/>
                  </a:lnTo>
                  <a:lnTo>
                    <a:pt x="136752" y="18623"/>
                  </a:lnTo>
                  <a:lnTo>
                    <a:pt x="131383" y="38674"/>
                  </a:lnTo>
                  <a:lnTo>
                    <a:pt x="149564" y="35174"/>
                  </a:lnTo>
                  <a:lnTo>
                    <a:pt x="159997" y="55122"/>
                  </a:lnTo>
                  <a:lnTo>
                    <a:pt x="146913" y="68240"/>
                  </a:lnTo>
                  <a:lnTo>
                    <a:pt x="165231" y="74561"/>
                  </a:lnTo>
                  <a:lnTo>
                    <a:pt x="164279" y="97059"/>
                  </a:lnTo>
                  <a:lnTo>
                    <a:pt x="143515" y="102598"/>
                  </a:lnTo>
                  <a:lnTo>
                    <a:pt x="143515" y="102598"/>
                  </a:lnTo>
                  <a:close/>
                  <a:moveTo>
                    <a:pt x="86082" y="75581"/>
                  </a:moveTo>
                  <a:cubicBezTo>
                    <a:pt x="82174" y="73100"/>
                    <a:pt x="77008" y="74255"/>
                    <a:pt x="74527" y="78164"/>
                  </a:cubicBezTo>
                  <a:cubicBezTo>
                    <a:pt x="72046" y="82072"/>
                    <a:pt x="73202" y="87237"/>
                    <a:pt x="77110" y="89718"/>
                  </a:cubicBezTo>
                  <a:cubicBezTo>
                    <a:pt x="81018" y="92165"/>
                    <a:pt x="86184" y="91010"/>
                    <a:pt x="88665" y="87135"/>
                  </a:cubicBezTo>
                  <a:cubicBezTo>
                    <a:pt x="91145" y="83227"/>
                    <a:pt x="89990" y="78061"/>
                    <a:pt x="86082" y="756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1243588" y="4113693"/>
              <a:ext cx="157040" cy="121289"/>
            </a:xfrm>
            <a:custGeom>
              <a:avLst/>
              <a:gdLst/>
              <a:ahLst/>
              <a:cxnLst/>
              <a:rect l="l" t="t" r="r" b="b"/>
              <a:pathLst>
                <a:path w="157040" h="121289" extrusionOk="0">
                  <a:moveTo>
                    <a:pt x="135325" y="58657"/>
                  </a:moveTo>
                  <a:lnTo>
                    <a:pt x="148477" y="73847"/>
                  </a:lnTo>
                  <a:lnTo>
                    <a:pt x="136412" y="92844"/>
                  </a:lnTo>
                  <a:lnTo>
                    <a:pt x="118469" y="88019"/>
                  </a:lnTo>
                  <a:lnTo>
                    <a:pt x="121867" y="105691"/>
                  </a:lnTo>
                  <a:lnTo>
                    <a:pt x="101919" y="116124"/>
                  </a:lnTo>
                  <a:lnTo>
                    <a:pt x="87339" y="101545"/>
                  </a:lnTo>
                  <a:lnTo>
                    <a:pt x="80475" y="121289"/>
                  </a:lnTo>
                  <a:lnTo>
                    <a:pt x="58011" y="120372"/>
                  </a:lnTo>
                  <a:lnTo>
                    <a:pt x="52845" y="101069"/>
                  </a:lnTo>
                  <a:lnTo>
                    <a:pt x="39252" y="112827"/>
                  </a:lnTo>
                  <a:lnTo>
                    <a:pt x="20255" y="100763"/>
                  </a:lnTo>
                  <a:lnTo>
                    <a:pt x="25216" y="82344"/>
                  </a:lnTo>
                  <a:lnTo>
                    <a:pt x="5403" y="86150"/>
                  </a:lnTo>
                  <a:lnTo>
                    <a:pt x="0" y="75818"/>
                  </a:lnTo>
                  <a:lnTo>
                    <a:pt x="65623" y="41733"/>
                  </a:lnTo>
                  <a:cubicBezTo>
                    <a:pt x="66235" y="43330"/>
                    <a:pt x="67357" y="44757"/>
                    <a:pt x="68920" y="45777"/>
                  </a:cubicBezTo>
                  <a:cubicBezTo>
                    <a:pt x="72828" y="48223"/>
                    <a:pt x="77994" y="47068"/>
                    <a:pt x="80441" y="43194"/>
                  </a:cubicBezTo>
                  <a:cubicBezTo>
                    <a:pt x="82276" y="40305"/>
                    <a:pt x="82140" y="36737"/>
                    <a:pt x="80372" y="34086"/>
                  </a:cubicBezTo>
                  <a:lnTo>
                    <a:pt x="145962" y="0"/>
                  </a:lnTo>
                  <a:lnTo>
                    <a:pt x="151807" y="11181"/>
                  </a:lnTo>
                  <a:lnTo>
                    <a:pt x="138723" y="24299"/>
                  </a:lnTo>
                  <a:lnTo>
                    <a:pt x="157041" y="30620"/>
                  </a:lnTo>
                  <a:lnTo>
                    <a:pt x="156089" y="53117"/>
                  </a:lnTo>
                  <a:lnTo>
                    <a:pt x="135325" y="58657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1280771" y="4119916"/>
              <a:ext cx="68503" cy="68503"/>
            </a:xfrm>
            <a:custGeom>
              <a:avLst/>
              <a:gdLst/>
              <a:ahLst/>
              <a:cxnLst/>
              <a:rect l="l" t="t" r="r" b="b"/>
              <a:pathLst>
                <a:path w="68503" h="68503" extrusionOk="0">
                  <a:moveTo>
                    <a:pt x="35679" y="30"/>
                  </a:moveTo>
                  <a:cubicBezTo>
                    <a:pt x="54574" y="811"/>
                    <a:pt x="69256" y="16784"/>
                    <a:pt x="68474" y="35679"/>
                  </a:cubicBezTo>
                  <a:cubicBezTo>
                    <a:pt x="67692" y="54575"/>
                    <a:pt x="51720" y="69255"/>
                    <a:pt x="32824" y="68474"/>
                  </a:cubicBezTo>
                  <a:cubicBezTo>
                    <a:pt x="13929" y="67692"/>
                    <a:pt x="-752" y="51720"/>
                    <a:pt x="30" y="32825"/>
                  </a:cubicBezTo>
                  <a:cubicBezTo>
                    <a:pt x="811" y="13929"/>
                    <a:pt x="16784" y="-752"/>
                    <a:pt x="35679" y="3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3"/>
            <p:cNvSpPr/>
            <p:nvPr/>
          </p:nvSpPr>
          <p:spPr>
            <a:xfrm rot="-2341049">
              <a:off x="1309150" y="4132999"/>
              <a:ext cx="12719" cy="42170"/>
            </a:xfrm>
            <a:custGeom>
              <a:avLst/>
              <a:gdLst/>
              <a:ahLst/>
              <a:cxnLst/>
              <a:rect l="l" t="t" r="r" b="b"/>
              <a:pathLst>
                <a:path w="12710" h="42140" extrusionOk="0">
                  <a:moveTo>
                    <a:pt x="0" y="0"/>
                  </a:moveTo>
                  <a:lnTo>
                    <a:pt x="12710" y="0"/>
                  </a:lnTo>
                  <a:lnTo>
                    <a:pt x="12710" y="42141"/>
                  </a:lnTo>
                  <a:lnTo>
                    <a:pt x="0" y="421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subTitle" idx="1"/>
          </p:nvPr>
        </p:nvSpPr>
        <p:spPr>
          <a:xfrm>
            <a:off x="4576893" y="1739900"/>
            <a:ext cx="3850500" cy="26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5" name="Google Shape;205;p5"/>
          <p:cNvSpPr txBox="1">
            <a:spLocks noGrp="1"/>
          </p:cNvSpPr>
          <p:nvPr>
            <p:ph type="subTitle" idx="2"/>
          </p:nvPr>
        </p:nvSpPr>
        <p:spPr>
          <a:xfrm>
            <a:off x="716613" y="1739900"/>
            <a:ext cx="3850500" cy="26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6" name="Google Shape;206;p5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5"/>
          <p:cNvSpPr txBox="1">
            <a:spLocks noGrp="1"/>
          </p:cNvSpPr>
          <p:nvPr>
            <p:ph type="subTitle" idx="3"/>
          </p:nvPr>
        </p:nvSpPr>
        <p:spPr>
          <a:xfrm>
            <a:off x="4576893" y="1436050"/>
            <a:ext cx="38505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rcellus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rcellus"/>
              <a:buNone/>
              <a:defRPr sz="2000">
                <a:latin typeface="Marcellus"/>
                <a:ea typeface="Marcellus"/>
                <a:cs typeface="Marcellus"/>
                <a:sym typeface="Marcellu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rcellus"/>
              <a:buNone/>
              <a:defRPr sz="2000">
                <a:latin typeface="Marcellus"/>
                <a:ea typeface="Marcellus"/>
                <a:cs typeface="Marcellus"/>
                <a:sym typeface="Marcellu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rcellus"/>
              <a:buNone/>
              <a:defRPr sz="2000">
                <a:latin typeface="Marcellus"/>
                <a:ea typeface="Marcellus"/>
                <a:cs typeface="Marcellus"/>
                <a:sym typeface="Marcellu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rcellus"/>
              <a:buNone/>
              <a:defRPr sz="2000">
                <a:latin typeface="Marcellus"/>
                <a:ea typeface="Marcellus"/>
                <a:cs typeface="Marcellus"/>
                <a:sym typeface="Marcellu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rcellus"/>
              <a:buNone/>
              <a:defRPr sz="2000">
                <a:latin typeface="Marcellus"/>
                <a:ea typeface="Marcellus"/>
                <a:cs typeface="Marcellus"/>
                <a:sym typeface="Marcellu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rcellus"/>
              <a:buNone/>
              <a:defRPr sz="2000">
                <a:latin typeface="Marcellus"/>
                <a:ea typeface="Marcellus"/>
                <a:cs typeface="Marcellus"/>
                <a:sym typeface="Marcellu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rcellus"/>
              <a:buNone/>
              <a:defRPr sz="2000">
                <a:latin typeface="Marcellus"/>
                <a:ea typeface="Marcellus"/>
                <a:cs typeface="Marcellus"/>
                <a:sym typeface="Marcellu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rcellus"/>
              <a:buNone/>
              <a:defRPr sz="2000">
                <a:latin typeface="Marcellus"/>
                <a:ea typeface="Marcellus"/>
                <a:cs typeface="Marcellus"/>
                <a:sym typeface="Marcellus"/>
              </a:defRPr>
            </a:lvl9pPr>
          </a:lstStyle>
          <a:p>
            <a:endParaRPr/>
          </a:p>
        </p:txBody>
      </p:sp>
      <p:sp>
        <p:nvSpPr>
          <p:cNvPr id="208" name="Google Shape;208;p5"/>
          <p:cNvSpPr txBox="1">
            <a:spLocks noGrp="1"/>
          </p:cNvSpPr>
          <p:nvPr>
            <p:ph type="subTitle" idx="4"/>
          </p:nvPr>
        </p:nvSpPr>
        <p:spPr>
          <a:xfrm>
            <a:off x="716613" y="1436050"/>
            <a:ext cx="38505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rcellus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rcellus"/>
              <a:buNone/>
              <a:defRPr sz="2000">
                <a:latin typeface="Marcellus"/>
                <a:ea typeface="Marcellus"/>
                <a:cs typeface="Marcellus"/>
                <a:sym typeface="Marcellu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rcellus"/>
              <a:buNone/>
              <a:defRPr sz="2000">
                <a:latin typeface="Marcellus"/>
                <a:ea typeface="Marcellus"/>
                <a:cs typeface="Marcellus"/>
                <a:sym typeface="Marcellu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rcellus"/>
              <a:buNone/>
              <a:defRPr sz="2000">
                <a:latin typeface="Marcellus"/>
                <a:ea typeface="Marcellus"/>
                <a:cs typeface="Marcellus"/>
                <a:sym typeface="Marcellu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rcellus"/>
              <a:buNone/>
              <a:defRPr sz="2000">
                <a:latin typeface="Marcellus"/>
                <a:ea typeface="Marcellus"/>
                <a:cs typeface="Marcellus"/>
                <a:sym typeface="Marcellu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rcellus"/>
              <a:buNone/>
              <a:defRPr sz="2000">
                <a:latin typeface="Marcellus"/>
                <a:ea typeface="Marcellus"/>
                <a:cs typeface="Marcellus"/>
                <a:sym typeface="Marcellu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rcellus"/>
              <a:buNone/>
              <a:defRPr sz="2000">
                <a:latin typeface="Marcellus"/>
                <a:ea typeface="Marcellus"/>
                <a:cs typeface="Marcellus"/>
                <a:sym typeface="Marcellu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rcellus"/>
              <a:buNone/>
              <a:defRPr sz="2000">
                <a:latin typeface="Marcellus"/>
                <a:ea typeface="Marcellus"/>
                <a:cs typeface="Marcellus"/>
                <a:sym typeface="Marcellu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arcellus"/>
              <a:buNone/>
              <a:defRPr sz="2000">
                <a:latin typeface="Marcellus"/>
                <a:ea typeface="Marcellus"/>
                <a:cs typeface="Marcellus"/>
                <a:sym typeface="Marcellus"/>
              </a:defRPr>
            </a:lvl9pPr>
          </a:lstStyle>
          <a:p>
            <a:endParaRPr/>
          </a:p>
        </p:txBody>
      </p:sp>
      <p:grpSp>
        <p:nvGrpSpPr>
          <p:cNvPr id="209" name="Google Shape;209;p5"/>
          <p:cNvGrpSpPr/>
          <p:nvPr/>
        </p:nvGrpSpPr>
        <p:grpSpPr>
          <a:xfrm>
            <a:off x="-387388" y="6"/>
            <a:ext cx="9883684" cy="5143495"/>
            <a:chOff x="-387388" y="6"/>
            <a:chExt cx="9883684" cy="5143495"/>
          </a:xfrm>
        </p:grpSpPr>
        <p:grpSp>
          <p:nvGrpSpPr>
            <p:cNvPr id="210" name="Google Shape;210;p5"/>
            <p:cNvGrpSpPr/>
            <p:nvPr/>
          </p:nvGrpSpPr>
          <p:grpSpPr>
            <a:xfrm>
              <a:off x="-387388" y="2392964"/>
              <a:ext cx="9455260" cy="2750536"/>
              <a:chOff x="-387388" y="2392964"/>
              <a:chExt cx="9455260" cy="2750536"/>
            </a:xfrm>
          </p:grpSpPr>
          <p:grpSp>
            <p:nvGrpSpPr>
              <p:cNvPr id="211" name="Google Shape;211;p5"/>
              <p:cNvGrpSpPr/>
              <p:nvPr/>
            </p:nvGrpSpPr>
            <p:grpSpPr>
              <a:xfrm>
                <a:off x="8547972" y="4400645"/>
                <a:ext cx="519900" cy="680530"/>
                <a:chOff x="5544622" y="2527045"/>
                <a:chExt cx="519900" cy="680530"/>
              </a:xfrm>
            </p:grpSpPr>
            <p:grpSp>
              <p:nvGrpSpPr>
                <p:cNvPr id="212" name="Google Shape;212;p5"/>
                <p:cNvGrpSpPr/>
                <p:nvPr/>
              </p:nvGrpSpPr>
              <p:grpSpPr>
                <a:xfrm>
                  <a:off x="5584229" y="2527045"/>
                  <a:ext cx="459095" cy="565322"/>
                  <a:chOff x="5292342" y="3091129"/>
                  <a:chExt cx="224771" cy="276766"/>
                </a:xfrm>
              </p:grpSpPr>
              <p:sp>
                <p:nvSpPr>
                  <p:cNvPr id="213" name="Google Shape;213;p5"/>
                  <p:cNvSpPr/>
                  <p:nvPr/>
                </p:nvSpPr>
                <p:spPr>
                  <a:xfrm>
                    <a:off x="5378390" y="3254253"/>
                    <a:ext cx="44247" cy="1136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247" h="113642" extrusionOk="0">
                        <a:moveTo>
                          <a:pt x="0" y="0"/>
                        </a:moveTo>
                        <a:lnTo>
                          <a:pt x="44247" y="0"/>
                        </a:lnTo>
                        <a:lnTo>
                          <a:pt x="44247" y="113643"/>
                        </a:lnTo>
                        <a:lnTo>
                          <a:pt x="0" y="113643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4" name="Google Shape;214;p5"/>
                  <p:cNvSpPr/>
                  <p:nvPr/>
                </p:nvSpPr>
                <p:spPr>
                  <a:xfrm>
                    <a:off x="5292342" y="3091129"/>
                    <a:ext cx="224771" cy="2247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4771" h="224770" extrusionOk="0">
                        <a:moveTo>
                          <a:pt x="112385" y="224771"/>
                        </a:moveTo>
                        <a:cubicBezTo>
                          <a:pt x="174271" y="224771"/>
                          <a:pt x="224771" y="174305"/>
                          <a:pt x="224771" y="112386"/>
                        </a:cubicBezTo>
                        <a:cubicBezTo>
                          <a:pt x="224771" y="50466"/>
                          <a:pt x="174305" y="0"/>
                          <a:pt x="112385" y="0"/>
                        </a:cubicBezTo>
                        <a:cubicBezTo>
                          <a:pt x="50466" y="0"/>
                          <a:pt x="0" y="50500"/>
                          <a:pt x="0" y="112386"/>
                        </a:cubicBezTo>
                        <a:cubicBezTo>
                          <a:pt x="0" y="174271"/>
                          <a:pt x="50466" y="224771"/>
                          <a:pt x="112385" y="22477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" name="Google Shape;215;p5"/>
                  <p:cNvSpPr/>
                  <p:nvPr/>
                </p:nvSpPr>
                <p:spPr>
                  <a:xfrm>
                    <a:off x="5310116" y="3108903"/>
                    <a:ext cx="189189" cy="1892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9189" h="189223" extrusionOk="0">
                        <a:moveTo>
                          <a:pt x="94612" y="189224"/>
                        </a:moveTo>
                        <a:cubicBezTo>
                          <a:pt x="146710" y="189224"/>
                          <a:pt x="189190" y="146744"/>
                          <a:pt x="189190" y="94612"/>
                        </a:cubicBezTo>
                        <a:cubicBezTo>
                          <a:pt x="189190" y="42480"/>
                          <a:pt x="146710" y="0"/>
                          <a:pt x="94612" y="0"/>
                        </a:cubicBezTo>
                        <a:cubicBezTo>
                          <a:pt x="42514" y="0"/>
                          <a:pt x="0" y="42514"/>
                          <a:pt x="0" y="94612"/>
                        </a:cubicBezTo>
                        <a:cubicBezTo>
                          <a:pt x="0" y="146709"/>
                          <a:pt x="42480" y="189224"/>
                          <a:pt x="94612" y="18922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" name="Google Shape;216;p5"/>
                  <p:cNvSpPr/>
                  <p:nvPr/>
                </p:nvSpPr>
                <p:spPr>
                  <a:xfrm>
                    <a:off x="5310116" y="3108937"/>
                    <a:ext cx="189189" cy="981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9189" h="98180" extrusionOk="0">
                        <a:moveTo>
                          <a:pt x="94578" y="0"/>
                        </a:moveTo>
                        <a:cubicBezTo>
                          <a:pt x="146845" y="0"/>
                          <a:pt x="189190" y="42378"/>
                          <a:pt x="189190" y="94612"/>
                        </a:cubicBezTo>
                        <a:cubicBezTo>
                          <a:pt x="189190" y="95801"/>
                          <a:pt x="189190" y="96991"/>
                          <a:pt x="189122" y="98180"/>
                        </a:cubicBezTo>
                        <a:lnTo>
                          <a:pt x="68" y="98180"/>
                        </a:lnTo>
                        <a:cubicBezTo>
                          <a:pt x="68" y="96991"/>
                          <a:pt x="0" y="95801"/>
                          <a:pt x="0" y="94612"/>
                        </a:cubicBezTo>
                        <a:cubicBezTo>
                          <a:pt x="0" y="42378"/>
                          <a:pt x="42378" y="0"/>
                          <a:pt x="94612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7" name="Google Shape;217;p5"/>
                  <p:cNvSpPr/>
                  <p:nvPr/>
                </p:nvSpPr>
                <p:spPr>
                  <a:xfrm>
                    <a:off x="5402893" y="3125521"/>
                    <a:ext cx="97853" cy="804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853" h="80440" extrusionOk="0">
                        <a:moveTo>
                          <a:pt x="88902" y="38810"/>
                        </a:moveTo>
                        <a:cubicBezTo>
                          <a:pt x="95223" y="52302"/>
                          <a:pt x="98078" y="66507"/>
                          <a:pt x="97840" y="80440"/>
                        </a:cubicBezTo>
                        <a:lnTo>
                          <a:pt x="0" y="80440"/>
                        </a:lnTo>
                        <a:lnTo>
                          <a:pt x="55428" y="0"/>
                        </a:lnTo>
                        <a:cubicBezTo>
                          <a:pt x="69497" y="9278"/>
                          <a:pt x="81256" y="22429"/>
                          <a:pt x="88902" y="38776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8" name="Google Shape;218;p5"/>
                  <p:cNvSpPr/>
                  <p:nvPr/>
                </p:nvSpPr>
                <p:spPr>
                  <a:xfrm>
                    <a:off x="5362485" y="3109487"/>
                    <a:ext cx="90873" cy="981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0873" h="98173" extrusionOk="0">
                        <a:moveTo>
                          <a:pt x="50228" y="299"/>
                        </a:moveTo>
                        <a:cubicBezTo>
                          <a:pt x="65080" y="1455"/>
                          <a:pt x="78877" y="6008"/>
                          <a:pt x="90874" y="13111"/>
                        </a:cubicBezTo>
                        <a:lnTo>
                          <a:pt x="42548" y="98173"/>
                        </a:lnTo>
                        <a:lnTo>
                          <a:pt x="0" y="10257"/>
                        </a:lnTo>
                        <a:cubicBezTo>
                          <a:pt x="15055" y="2610"/>
                          <a:pt x="32217" y="-1128"/>
                          <a:pt x="50228" y="29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9" name="Google Shape;219;p5"/>
                  <p:cNvSpPr/>
                  <p:nvPr/>
                </p:nvSpPr>
                <p:spPr>
                  <a:xfrm>
                    <a:off x="5311712" y="3126507"/>
                    <a:ext cx="97738" cy="816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738" h="81629" extrusionOk="0">
                        <a:moveTo>
                          <a:pt x="11657" y="31775"/>
                        </a:moveTo>
                        <a:cubicBezTo>
                          <a:pt x="18862" y="18725"/>
                          <a:pt x="28649" y="8054"/>
                          <a:pt x="40068" y="0"/>
                        </a:cubicBezTo>
                        <a:lnTo>
                          <a:pt x="97739" y="79047"/>
                        </a:lnTo>
                        <a:lnTo>
                          <a:pt x="103" y="81630"/>
                        </a:lnTo>
                        <a:cubicBezTo>
                          <a:pt x="-679" y="64808"/>
                          <a:pt x="2991" y="47578"/>
                          <a:pt x="11691" y="3174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20" name="Google Shape;220;p5"/>
                  <p:cNvGrpSpPr/>
                  <p:nvPr/>
                </p:nvGrpSpPr>
                <p:grpSpPr>
                  <a:xfrm>
                    <a:off x="5361045" y="3146273"/>
                    <a:ext cx="64409" cy="79667"/>
                    <a:chOff x="5361045" y="3146273"/>
                    <a:chExt cx="64409" cy="79667"/>
                  </a:xfrm>
                </p:grpSpPr>
                <p:sp>
                  <p:nvSpPr>
                    <p:cNvPr id="221" name="Google Shape;221;p5"/>
                    <p:cNvSpPr/>
                    <p:nvPr/>
                  </p:nvSpPr>
                  <p:spPr>
                    <a:xfrm>
                      <a:off x="5382608" y="3183094"/>
                      <a:ext cx="42846" cy="428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2846" h="42846" extrusionOk="0">
                          <a:moveTo>
                            <a:pt x="17328" y="404"/>
                          </a:moveTo>
                          <a:cubicBezTo>
                            <a:pt x="28951" y="-1873"/>
                            <a:pt x="40166" y="5705"/>
                            <a:pt x="42442" y="17328"/>
                          </a:cubicBezTo>
                          <a:cubicBezTo>
                            <a:pt x="44719" y="28951"/>
                            <a:pt x="37141" y="40199"/>
                            <a:pt x="25518" y="42442"/>
                          </a:cubicBezTo>
                          <a:cubicBezTo>
                            <a:pt x="13896" y="44719"/>
                            <a:pt x="2647" y="37141"/>
                            <a:pt x="404" y="25518"/>
                          </a:cubicBezTo>
                          <a:cubicBezTo>
                            <a:pt x="-1873" y="13930"/>
                            <a:pt x="5706" y="2681"/>
                            <a:pt x="17328" y="438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2" name="Google Shape;222;p5"/>
                    <p:cNvSpPr/>
                    <p:nvPr/>
                  </p:nvSpPr>
                  <p:spPr>
                    <a:xfrm>
                      <a:off x="5361045" y="3146273"/>
                      <a:ext cx="43376" cy="5435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76" h="54353" extrusionOk="0">
                          <a:moveTo>
                            <a:pt x="30327" y="54353"/>
                          </a:moveTo>
                          <a:lnTo>
                            <a:pt x="43376" y="45348"/>
                          </a:lnTo>
                          <a:lnTo>
                            <a:pt x="14456" y="3411"/>
                          </a:lnTo>
                          <a:cubicBezTo>
                            <a:pt x="11975" y="-191"/>
                            <a:pt x="6980" y="-1075"/>
                            <a:pt x="3411" y="1406"/>
                          </a:cubicBezTo>
                          <a:lnTo>
                            <a:pt x="3411" y="1406"/>
                          </a:lnTo>
                          <a:cubicBezTo>
                            <a:pt x="-191" y="3853"/>
                            <a:pt x="-1075" y="8815"/>
                            <a:pt x="1406" y="12451"/>
                          </a:cubicBezTo>
                          <a:lnTo>
                            <a:pt x="30361" y="54353"/>
                          </a:ln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sp>
              <p:nvSpPr>
                <p:cNvPr id="223" name="Google Shape;223;p5"/>
                <p:cNvSpPr/>
                <p:nvPr/>
              </p:nvSpPr>
              <p:spPr>
                <a:xfrm>
                  <a:off x="5544622" y="3092375"/>
                  <a:ext cx="519900" cy="1152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24" name="Google Shape;224;p5"/>
              <p:cNvGrpSpPr/>
              <p:nvPr/>
            </p:nvGrpSpPr>
            <p:grpSpPr>
              <a:xfrm>
                <a:off x="-387388" y="4164605"/>
                <a:ext cx="1107385" cy="978895"/>
                <a:chOff x="318247" y="2569282"/>
                <a:chExt cx="300928" cy="266062"/>
              </a:xfrm>
            </p:grpSpPr>
            <p:sp>
              <p:nvSpPr>
                <p:cNvPr id="225" name="Google Shape;225;p5"/>
                <p:cNvSpPr/>
                <p:nvPr/>
              </p:nvSpPr>
              <p:spPr>
                <a:xfrm>
                  <a:off x="334831" y="2766730"/>
                  <a:ext cx="32013" cy="12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13" h="12913" extrusionOk="0">
                      <a:moveTo>
                        <a:pt x="0" y="0"/>
                      </a:moveTo>
                      <a:lnTo>
                        <a:pt x="32013" y="0"/>
                      </a:lnTo>
                      <a:lnTo>
                        <a:pt x="32013" y="12914"/>
                      </a:lnTo>
                      <a:lnTo>
                        <a:pt x="0" y="1291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6" name="Google Shape;226;p5"/>
                <p:cNvSpPr/>
                <p:nvPr/>
              </p:nvSpPr>
              <p:spPr>
                <a:xfrm>
                  <a:off x="572414" y="2766866"/>
                  <a:ext cx="32013" cy="12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13" h="12913" extrusionOk="0">
                      <a:moveTo>
                        <a:pt x="0" y="0"/>
                      </a:moveTo>
                      <a:lnTo>
                        <a:pt x="32013" y="0"/>
                      </a:lnTo>
                      <a:lnTo>
                        <a:pt x="32013" y="12914"/>
                      </a:lnTo>
                      <a:lnTo>
                        <a:pt x="0" y="1291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7" name="Google Shape;227;p5"/>
                <p:cNvSpPr/>
                <p:nvPr/>
              </p:nvSpPr>
              <p:spPr>
                <a:xfrm>
                  <a:off x="318247" y="2758778"/>
                  <a:ext cx="30857" cy="30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57" h="30857" extrusionOk="0">
                      <a:moveTo>
                        <a:pt x="30858" y="15429"/>
                      </a:moveTo>
                      <a:cubicBezTo>
                        <a:pt x="30858" y="23950"/>
                        <a:pt x="23950" y="30858"/>
                        <a:pt x="15429" y="30858"/>
                      </a:cubicBezTo>
                      <a:cubicBezTo>
                        <a:pt x="6908" y="30858"/>
                        <a:pt x="0" y="23950"/>
                        <a:pt x="0" y="15429"/>
                      </a:cubicBezTo>
                      <a:cubicBezTo>
                        <a:pt x="0" y="6908"/>
                        <a:pt x="6908" y="0"/>
                        <a:pt x="15429" y="0"/>
                      </a:cubicBezTo>
                      <a:cubicBezTo>
                        <a:pt x="23950" y="0"/>
                        <a:pt x="30858" y="6908"/>
                        <a:pt x="30858" y="1542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" name="Google Shape;228;p5"/>
                <p:cNvSpPr/>
                <p:nvPr/>
              </p:nvSpPr>
              <p:spPr>
                <a:xfrm>
                  <a:off x="355391" y="2591236"/>
                  <a:ext cx="227863" cy="196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863" h="196054" extrusionOk="0">
                      <a:moveTo>
                        <a:pt x="0" y="0"/>
                      </a:moveTo>
                      <a:lnTo>
                        <a:pt x="227864" y="0"/>
                      </a:lnTo>
                      <a:lnTo>
                        <a:pt x="185723" y="196055"/>
                      </a:lnTo>
                      <a:lnTo>
                        <a:pt x="39931" y="1960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" name="Google Shape;229;p5"/>
                <p:cNvSpPr/>
                <p:nvPr/>
              </p:nvSpPr>
              <p:spPr>
                <a:xfrm>
                  <a:off x="376937" y="2597013"/>
                  <a:ext cx="181135" cy="1558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135" h="155851" extrusionOk="0">
                      <a:moveTo>
                        <a:pt x="0" y="0"/>
                      </a:moveTo>
                      <a:lnTo>
                        <a:pt x="82310" y="0"/>
                      </a:lnTo>
                      <a:lnTo>
                        <a:pt x="82310" y="155851"/>
                      </a:lnTo>
                      <a:lnTo>
                        <a:pt x="31741" y="155851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  <a:moveTo>
                        <a:pt x="98826" y="0"/>
                      </a:moveTo>
                      <a:lnTo>
                        <a:pt x="181135" y="0"/>
                      </a:lnTo>
                      <a:lnTo>
                        <a:pt x="147627" y="155851"/>
                      </a:lnTo>
                      <a:lnTo>
                        <a:pt x="98826" y="155851"/>
                      </a:lnTo>
                      <a:lnTo>
                        <a:pt x="98826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" name="Google Shape;230;p5"/>
                <p:cNvSpPr/>
                <p:nvPr/>
              </p:nvSpPr>
              <p:spPr>
                <a:xfrm>
                  <a:off x="336598" y="2569282"/>
                  <a:ext cx="265484" cy="258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484" h="25861" extrusionOk="0">
                      <a:moveTo>
                        <a:pt x="0" y="0"/>
                      </a:moveTo>
                      <a:lnTo>
                        <a:pt x="265484" y="0"/>
                      </a:lnTo>
                      <a:lnTo>
                        <a:pt x="265484" y="25862"/>
                      </a:lnTo>
                      <a:lnTo>
                        <a:pt x="0" y="2586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" name="Google Shape;231;p5"/>
                <p:cNvSpPr/>
                <p:nvPr/>
              </p:nvSpPr>
              <p:spPr>
                <a:xfrm>
                  <a:off x="358348" y="2753341"/>
                  <a:ext cx="222018" cy="39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018" h="39965" extrusionOk="0">
                      <a:moveTo>
                        <a:pt x="0" y="0"/>
                      </a:moveTo>
                      <a:lnTo>
                        <a:pt x="222018" y="0"/>
                      </a:lnTo>
                      <a:lnTo>
                        <a:pt x="222018" y="39965"/>
                      </a:lnTo>
                      <a:lnTo>
                        <a:pt x="0" y="39965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" name="Google Shape;232;p5"/>
                <p:cNvSpPr/>
                <p:nvPr/>
              </p:nvSpPr>
              <p:spPr>
                <a:xfrm>
                  <a:off x="371568" y="2763400"/>
                  <a:ext cx="70754" cy="70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754" h="70755" extrusionOk="0">
                      <a:moveTo>
                        <a:pt x="35377" y="70755"/>
                      </a:moveTo>
                      <a:cubicBezTo>
                        <a:pt x="54850" y="70755"/>
                        <a:pt x="70755" y="54850"/>
                        <a:pt x="70755" y="35377"/>
                      </a:cubicBezTo>
                      <a:cubicBezTo>
                        <a:pt x="70755" y="15905"/>
                        <a:pt x="54850" y="0"/>
                        <a:pt x="35377" y="0"/>
                      </a:cubicBezTo>
                      <a:cubicBezTo>
                        <a:pt x="15905" y="0"/>
                        <a:pt x="0" y="15905"/>
                        <a:pt x="0" y="35377"/>
                      </a:cubicBezTo>
                      <a:cubicBezTo>
                        <a:pt x="0" y="54850"/>
                        <a:pt x="15905" y="70755"/>
                        <a:pt x="35377" y="7075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" name="Google Shape;233;p5"/>
                <p:cNvSpPr/>
                <p:nvPr/>
              </p:nvSpPr>
              <p:spPr>
                <a:xfrm>
                  <a:off x="490478" y="2764589"/>
                  <a:ext cx="70754" cy="70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754" h="70755" extrusionOk="0">
                      <a:moveTo>
                        <a:pt x="35378" y="70755"/>
                      </a:moveTo>
                      <a:cubicBezTo>
                        <a:pt x="54850" y="70755"/>
                        <a:pt x="70755" y="54850"/>
                        <a:pt x="70755" y="35378"/>
                      </a:cubicBezTo>
                      <a:cubicBezTo>
                        <a:pt x="70755" y="15905"/>
                        <a:pt x="54850" y="0"/>
                        <a:pt x="35378" y="0"/>
                      </a:cubicBezTo>
                      <a:cubicBezTo>
                        <a:pt x="15905" y="0"/>
                        <a:pt x="0" y="15905"/>
                        <a:pt x="0" y="35378"/>
                      </a:cubicBezTo>
                      <a:cubicBezTo>
                        <a:pt x="0" y="54850"/>
                        <a:pt x="15905" y="70755"/>
                        <a:pt x="35378" y="7075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4" name="Google Shape;234;p5"/>
                <p:cNvSpPr/>
                <p:nvPr/>
              </p:nvSpPr>
              <p:spPr>
                <a:xfrm>
                  <a:off x="380880" y="2772710"/>
                  <a:ext cx="52131" cy="52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31" h="52131" extrusionOk="0">
                      <a:moveTo>
                        <a:pt x="52132" y="26066"/>
                      </a:moveTo>
                      <a:cubicBezTo>
                        <a:pt x="52132" y="40462"/>
                        <a:pt x="40462" y="52132"/>
                        <a:pt x="26066" y="52132"/>
                      </a:cubicBezTo>
                      <a:cubicBezTo>
                        <a:pt x="11670" y="52132"/>
                        <a:pt x="0" y="40462"/>
                        <a:pt x="0" y="26066"/>
                      </a:cubicBezTo>
                      <a:cubicBezTo>
                        <a:pt x="0" y="11670"/>
                        <a:pt x="11670" y="0"/>
                        <a:pt x="26066" y="0"/>
                      </a:cubicBezTo>
                      <a:cubicBezTo>
                        <a:pt x="40462" y="0"/>
                        <a:pt x="52132" y="11670"/>
                        <a:pt x="52132" y="2606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" name="Google Shape;235;p5"/>
                <p:cNvSpPr/>
                <p:nvPr/>
              </p:nvSpPr>
              <p:spPr>
                <a:xfrm>
                  <a:off x="499790" y="2773900"/>
                  <a:ext cx="52131" cy="52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131" h="52131" extrusionOk="0">
                      <a:moveTo>
                        <a:pt x="52132" y="26066"/>
                      </a:moveTo>
                      <a:cubicBezTo>
                        <a:pt x="52132" y="40462"/>
                        <a:pt x="40462" y="52132"/>
                        <a:pt x="26066" y="52132"/>
                      </a:cubicBezTo>
                      <a:cubicBezTo>
                        <a:pt x="11670" y="52132"/>
                        <a:pt x="0" y="40462"/>
                        <a:pt x="0" y="26066"/>
                      </a:cubicBezTo>
                      <a:cubicBezTo>
                        <a:pt x="0" y="11670"/>
                        <a:pt x="11670" y="0"/>
                        <a:pt x="26066" y="0"/>
                      </a:cubicBezTo>
                      <a:cubicBezTo>
                        <a:pt x="40462" y="0"/>
                        <a:pt x="52132" y="11670"/>
                        <a:pt x="52132" y="2606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6" name="Google Shape;236;p5"/>
                <p:cNvSpPr/>
                <p:nvPr/>
              </p:nvSpPr>
              <p:spPr>
                <a:xfrm>
                  <a:off x="397838" y="2789670"/>
                  <a:ext cx="18215" cy="18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15" h="18215" extrusionOk="0">
                      <a:moveTo>
                        <a:pt x="9108" y="18216"/>
                      </a:moveTo>
                      <a:cubicBezTo>
                        <a:pt x="14137" y="18216"/>
                        <a:pt x="18216" y="14104"/>
                        <a:pt x="18216" y="9108"/>
                      </a:cubicBezTo>
                      <a:cubicBezTo>
                        <a:pt x="18216" y="4112"/>
                        <a:pt x="14137" y="0"/>
                        <a:pt x="9108" y="0"/>
                      </a:cubicBezTo>
                      <a:cubicBezTo>
                        <a:pt x="4078" y="0"/>
                        <a:pt x="0" y="4078"/>
                        <a:pt x="0" y="9108"/>
                      </a:cubicBezTo>
                      <a:cubicBezTo>
                        <a:pt x="0" y="14138"/>
                        <a:pt x="4078" y="18216"/>
                        <a:pt x="9108" y="18216"/>
                      </a:cubicBez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7" name="Google Shape;237;p5"/>
                <p:cNvSpPr/>
                <p:nvPr/>
              </p:nvSpPr>
              <p:spPr>
                <a:xfrm>
                  <a:off x="516748" y="2790859"/>
                  <a:ext cx="18215" cy="18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15" h="18215" extrusionOk="0">
                      <a:moveTo>
                        <a:pt x="9108" y="18215"/>
                      </a:moveTo>
                      <a:cubicBezTo>
                        <a:pt x="14137" y="18215"/>
                        <a:pt x="18216" y="14137"/>
                        <a:pt x="18216" y="9108"/>
                      </a:cubicBezTo>
                      <a:cubicBezTo>
                        <a:pt x="18216" y="4078"/>
                        <a:pt x="14137" y="0"/>
                        <a:pt x="9108" y="0"/>
                      </a:cubicBezTo>
                      <a:cubicBezTo>
                        <a:pt x="4078" y="0"/>
                        <a:pt x="0" y="4112"/>
                        <a:pt x="0" y="9108"/>
                      </a:cubicBezTo>
                      <a:cubicBezTo>
                        <a:pt x="0" y="14103"/>
                        <a:pt x="4078" y="18215"/>
                        <a:pt x="9108" y="18215"/>
                      </a:cubicBez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" name="Google Shape;238;p5"/>
                <p:cNvSpPr/>
                <p:nvPr/>
              </p:nvSpPr>
              <p:spPr>
                <a:xfrm>
                  <a:off x="591003" y="2754496"/>
                  <a:ext cx="28172" cy="38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72" h="38673" extrusionOk="0">
                      <a:moveTo>
                        <a:pt x="8972" y="12506"/>
                      </a:moveTo>
                      <a:lnTo>
                        <a:pt x="8972" y="26168"/>
                      </a:lnTo>
                      <a:lnTo>
                        <a:pt x="28173" y="26168"/>
                      </a:lnTo>
                      <a:lnTo>
                        <a:pt x="28173" y="38674"/>
                      </a:lnTo>
                      <a:lnTo>
                        <a:pt x="0" y="38674"/>
                      </a:lnTo>
                      <a:lnTo>
                        <a:pt x="0" y="38572"/>
                      </a:lnTo>
                      <a:lnTo>
                        <a:pt x="0" y="26168"/>
                      </a:lnTo>
                      <a:lnTo>
                        <a:pt x="0" y="12506"/>
                      </a:lnTo>
                      <a:lnTo>
                        <a:pt x="0" y="2277"/>
                      </a:lnTo>
                      <a:lnTo>
                        <a:pt x="0" y="0"/>
                      </a:lnTo>
                      <a:lnTo>
                        <a:pt x="28173" y="0"/>
                      </a:lnTo>
                      <a:lnTo>
                        <a:pt x="28173" y="12506"/>
                      </a:lnTo>
                      <a:lnTo>
                        <a:pt x="8972" y="1250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39" name="Google Shape;239;p5"/>
              <p:cNvGrpSpPr/>
              <p:nvPr/>
            </p:nvGrpSpPr>
            <p:grpSpPr>
              <a:xfrm>
                <a:off x="136998" y="2392964"/>
                <a:ext cx="295775" cy="909854"/>
                <a:chOff x="199798" y="2774664"/>
                <a:chExt cx="295775" cy="909854"/>
              </a:xfrm>
            </p:grpSpPr>
            <p:grpSp>
              <p:nvGrpSpPr>
                <p:cNvPr id="240" name="Google Shape;240;p5"/>
                <p:cNvGrpSpPr/>
                <p:nvPr/>
              </p:nvGrpSpPr>
              <p:grpSpPr>
                <a:xfrm>
                  <a:off x="199798" y="2774664"/>
                  <a:ext cx="295775" cy="386504"/>
                  <a:chOff x="5612846" y="2845934"/>
                  <a:chExt cx="147423" cy="192655"/>
                </a:xfrm>
              </p:grpSpPr>
              <p:sp>
                <p:nvSpPr>
                  <p:cNvPr id="241" name="Google Shape;241;p5"/>
                  <p:cNvSpPr/>
                  <p:nvPr/>
                </p:nvSpPr>
                <p:spPr>
                  <a:xfrm>
                    <a:off x="5632183" y="2939050"/>
                    <a:ext cx="108579" cy="759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79" h="75920" extrusionOk="0">
                        <a:moveTo>
                          <a:pt x="68" y="75920"/>
                        </a:moveTo>
                        <a:lnTo>
                          <a:pt x="25454" y="75920"/>
                        </a:lnTo>
                        <a:lnTo>
                          <a:pt x="25454" y="36873"/>
                        </a:lnTo>
                        <a:cubicBezTo>
                          <a:pt x="25454" y="29736"/>
                          <a:pt x="31333" y="23857"/>
                          <a:pt x="38470" y="23857"/>
                        </a:cubicBezTo>
                        <a:lnTo>
                          <a:pt x="70177" y="23857"/>
                        </a:lnTo>
                        <a:cubicBezTo>
                          <a:pt x="77314" y="23857"/>
                          <a:pt x="83193" y="29702"/>
                          <a:pt x="83193" y="36873"/>
                        </a:cubicBezTo>
                        <a:lnTo>
                          <a:pt x="83193" y="75920"/>
                        </a:lnTo>
                        <a:lnTo>
                          <a:pt x="108579" y="75920"/>
                        </a:lnTo>
                        <a:lnTo>
                          <a:pt x="108579" y="24469"/>
                        </a:lnTo>
                        <a:cubicBezTo>
                          <a:pt x="108579" y="11011"/>
                          <a:pt x="97568" y="0"/>
                          <a:pt x="84111" y="0"/>
                        </a:cubicBezTo>
                        <a:lnTo>
                          <a:pt x="24468" y="0"/>
                        </a:lnTo>
                        <a:cubicBezTo>
                          <a:pt x="11011" y="0"/>
                          <a:pt x="0" y="11011"/>
                          <a:pt x="0" y="24469"/>
                        </a:cubicBezTo>
                        <a:lnTo>
                          <a:pt x="0" y="7592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2" name="Google Shape;242;p5"/>
                  <p:cNvSpPr/>
                  <p:nvPr/>
                </p:nvSpPr>
                <p:spPr>
                  <a:xfrm>
                    <a:off x="5612846" y="3013305"/>
                    <a:ext cx="147423" cy="252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7423" h="25284" extrusionOk="0">
                        <a:moveTo>
                          <a:pt x="6321" y="0"/>
                        </a:moveTo>
                        <a:lnTo>
                          <a:pt x="141102" y="0"/>
                        </a:lnTo>
                        <a:cubicBezTo>
                          <a:pt x="144603" y="0"/>
                          <a:pt x="147423" y="2821"/>
                          <a:pt x="147423" y="6321"/>
                        </a:cubicBezTo>
                        <a:lnTo>
                          <a:pt x="147423" y="18963"/>
                        </a:lnTo>
                        <a:cubicBezTo>
                          <a:pt x="147423" y="22430"/>
                          <a:pt x="144603" y="25284"/>
                          <a:pt x="141102" y="25284"/>
                        </a:cubicBezTo>
                        <a:lnTo>
                          <a:pt x="6321" y="25284"/>
                        </a:lnTo>
                        <a:cubicBezTo>
                          <a:pt x="2821" y="25284"/>
                          <a:pt x="0" y="22463"/>
                          <a:pt x="0" y="18963"/>
                        </a:cubicBezTo>
                        <a:lnTo>
                          <a:pt x="0" y="6355"/>
                        </a:lnTo>
                        <a:cubicBezTo>
                          <a:pt x="0" y="2855"/>
                          <a:pt x="2821" y="34"/>
                          <a:pt x="6321" y="3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3" name="Google Shape;243;p5"/>
                  <p:cNvSpPr/>
                  <p:nvPr/>
                </p:nvSpPr>
                <p:spPr>
                  <a:xfrm>
                    <a:off x="5612846" y="3013305"/>
                    <a:ext cx="147423" cy="113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7423" h="11316" extrusionOk="0">
                        <a:moveTo>
                          <a:pt x="6321" y="0"/>
                        </a:moveTo>
                        <a:lnTo>
                          <a:pt x="141102" y="0"/>
                        </a:lnTo>
                        <a:cubicBezTo>
                          <a:pt x="144569" y="0"/>
                          <a:pt x="147423" y="2821"/>
                          <a:pt x="147423" y="6321"/>
                        </a:cubicBezTo>
                        <a:lnTo>
                          <a:pt x="147423" y="11317"/>
                        </a:lnTo>
                        <a:lnTo>
                          <a:pt x="0" y="11317"/>
                        </a:lnTo>
                        <a:lnTo>
                          <a:pt x="0" y="6321"/>
                        </a:lnTo>
                        <a:cubicBezTo>
                          <a:pt x="0" y="2855"/>
                          <a:pt x="2855" y="0"/>
                          <a:pt x="6321" y="0"/>
                        </a:cubicBezTo>
                        <a:close/>
                      </a:path>
                    </a:pathLst>
                  </a:custGeom>
                  <a:solidFill>
                    <a:srgbClr val="EFEFEF">
                      <a:alpha val="2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" name="Google Shape;244;p5"/>
                  <p:cNvSpPr/>
                  <p:nvPr/>
                </p:nvSpPr>
                <p:spPr>
                  <a:xfrm>
                    <a:off x="5673984" y="2868533"/>
                    <a:ext cx="25148" cy="705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48" h="70517" extrusionOk="0">
                        <a:moveTo>
                          <a:pt x="0" y="0"/>
                        </a:moveTo>
                        <a:lnTo>
                          <a:pt x="25148" y="0"/>
                        </a:lnTo>
                        <a:lnTo>
                          <a:pt x="25148" y="70517"/>
                        </a:lnTo>
                        <a:lnTo>
                          <a:pt x="0" y="70517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5" name="Google Shape;245;p5"/>
                  <p:cNvSpPr/>
                  <p:nvPr/>
                </p:nvSpPr>
                <p:spPr>
                  <a:xfrm>
                    <a:off x="5665148" y="2845934"/>
                    <a:ext cx="42819" cy="428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819" h="42820" extrusionOk="0">
                        <a:moveTo>
                          <a:pt x="21410" y="42820"/>
                        </a:moveTo>
                        <a:cubicBezTo>
                          <a:pt x="33203" y="42820"/>
                          <a:pt x="42820" y="33203"/>
                          <a:pt x="42820" y="21410"/>
                        </a:cubicBezTo>
                        <a:cubicBezTo>
                          <a:pt x="42820" y="9618"/>
                          <a:pt x="33203" y="0"/>
                          <a:pt x="21410" y="0"/>
                        </a:cubicBezTo>
                        <a:cubicBezTo>
                          <a:pt x="9618" y="0"/>
                          <a:pt x="0" y="9618"/>
                          <a:pt x="0" y="21410"/>
                        </a:cubicBezTo>
                        <a:cubicBezTo>
                          <a:pt x="0" y="33203"/>
                          <a:pt x="9618" y="42820"/>
                          <a:pt x="21410" y="4282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6" name="Google Shape;246;p5"/>
                  <p:cNvSpPr/>
                  <p:nvPr/>
                </p:nvSpPr>
                <p:spPr>
                  <a:xfrm>
                    <a:off x="5672692" y="2850488"/>
                    <a:ext cx="19405" cy="194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05" h="19438" extrusionOk="0">
                        <a:moveTo>
                          <a:pt x="9686" y="19439"/>
                        </a:moveTo>
                        <a:cubicBezTo>
                          <a:pt x="15055" y="19439"/>
                          <a:pt x="19405" y="15089"/>
                          <a:pt x="19405" y="9719"/>
                        </a:cubicBezTo>
                        <a:cubicBezTo>
                          <a:pt x="19405" y="4350"/>
                          <a:pt x="15055" y="0"/>
                          <a:pt x="9686" y="0"/>
                        </a:cubicBezTo>
                        <a:cubicBezTo>
                          <a:pt x="4316" y="0"/>
                          <a:pt x="0" y="4384"/>
                          <a:pt x="0" y="9719"/>
                        </a:cubicBezTo>
                        <a:cubicBezTo>
                          <a:pt x="0" y="15055"/>
                          <a:pt x="4350" y="19439"/>
                          <a:pt x="9686" y="1943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7" name="Google Shape;247;p5"/>
                <p:cNvGrpSpPr/>
                <p:nvPr/>
              </p:nvGrpSpPr>
              <p:grpSpPr>
                <a:xfrm>
                  <a:off x="199798" y="3298014"/>
                  <a:ext cx="295775" cy="386504"/>
                  <a:chOff x="5612846" y="2845934"/>
                  <a:chExt cx="147423" cy="192655"/>
                </a:xfrm>
              </p:grpSpPr>
              <p:sp>
                <p:nvSpPr>
                  <p:cNvPr id="248" name="Google Shape;248;p5"/>
                  <p:cNvSpPr/>
                  <p:nvPr/>
                </p:nvSpPr>
                <p:spPr>
                  <a:xfrm>
                    <a:off x="5632183" y="2939050"/>
                    <a:ext cx="108579" cy="759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79" h="75920" extrusionOk="0">
                        <a:moveTo>
                          <a:pt x="68" y="75920"/>
                        </a:moveTo>
                        <a:lnTo>
                          <a:pt x="25454" y="75920"/>
                        </a:lnTo>
                        <a:lnTo>
                          <a:pt x="25454" y="36873"/>
                        </a:lnTo>
                        <a:cubicBezTo>
                          <a:pt x="25454" y="29736"/>
                          <a:pt x="31333" y="23857"/>
                          <a:pt x="38470" y="23857"/>
                        </a:cubicBezTo>
                        <a:lnTo>
                          <a:pt x="70177" y="23857"/>
                        </a:lnTo>
                        <a:cubicBezTo>
                          <a:pt x="77314" y="23857"/>
                          <a:pt x="83193" y="29702"/>
                          <a:pt x="83193" y="36873"/>
                        </a:cubicBezTo>
                        <a:lnTo>
                          <a:pt x="83193" y="75920"/>
                        </a:lnTo>
                        <a:lnTo>
                          <a:pt x="108579" y="75920"/>
                        </a:lnTo>
                        <a:lnTo>
                          <a:pt x="108579" y="24469"/>
                        </a:lnTo>
                        <a:cubicBezTo>
                          <a:pt x="108579" y="11011"/>
                          <a:pt x="97568" y="0"/>
                          <a:pt x="84111" y="0"/>
                        </a:cubicBezTo>
                        <a:lnTo>
                          <a:pt x="24468" y="0"/>
                        </a:lnTo>
                        <a:cubicBezTo>
                          <a:pt x="11011" y="0"/>
                          <a:pt x="0" y="11011"/>
                          <a:pt x="0" y="24469"/>
                        </a:cubicBezTo>
                        <a:lnTo>
                          <a:pt x="0" y="7592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" name="Google Shape;249;p5"/>
                  <p:cNvSpPr/>
                  <p:nvPr/>
                </p:nvSpPr>
                <p:spPr>
                  <a:xfrm>
                    <a:off x="5612846" y="3013305"/>
                    <a:ext cx="147423" cy="252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7423" h="25284" extrusionOk="0">
                        <a:moveTo>
                          <a:pt x="6321" y="0"/>
                        </a:moveTo>
                        <a:lnTo>
                          <a:pt x="141102" y="0"/>
                        </a:lnTo>
                        <a:cubicBezTo>
                          <a:pt x="144603" y="0"/>
                          <a:pt x="147423" y="2821"/>
                          <a:pt x="147423" y="6321"/>
                        </a:cubicBezTo>
                        <a:lnTo>
                          <a:pt x="147423" y="18963"/>
                        </a:lnTo>
                        <a:cubicBezTo>
                          <a:pt x="147423" y="22430"/>
                          <a:pt x="144603" y="25284"/>
                          <a:pt x="141102" y="25284"/>
                        </a:cubicBezTo>
                        <a:lnTo>
                          <a:pt x="6321" y="25284"/>
                        </a:lnTo>
                        <a:cubicBezTo>
                          <a:pt x="2821" y="25284"/>
                          <a:pt x="0" y="22463"/>
                          <a:pt x="0" y="18963"/>
                        </a:cubicBezTo>
                        <a:lnTo>
                          <a:pt x="0" y="6355"/>
                        </a:lnTo>
                        <a:cubicBezTo>
                          <a:pt x="0" y="2855"/>
                          <a:pt x="2821" y="34"/>
                          <a:pt x="6321" y="3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0" name="Google Shape;250;p5"/>
                  <p:cNvSpPr/>
                  <p:nvPr/>
                </p:nvSpPr>
                <p:spPr>
                  <a:xfrm>
                    <a:off x="5612846" y="3013305"/>
                    <a:ext cx="147423" cy="113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7423" h="11316" extrusionOk="0">
                        <a:moveTo>
                          <a:pt x="6321" y="0"/>
                        </a:moveTo>
                        <a:lnTo>
                          <a:pt x="141102" y="0"/>
                        </a:lnTo>
                        <a:cubicBezTo>
                          <a:pt x="144569" y="0"/>
                          <a:pt x="147423" y="2821"/>
                          <a:pt x="147423" y="6321"/>
                        </a:cubicBezTo>
                        <a:lnTo>
                          <a:pt x="147423" y="11317"/>
                        </a:lnTo>
                        <a:lnTo>
                          <a:pt x="0" y="11317"/>
                        </a:lnTo>
                        <a:lnTo>
                          <a:pt x="0" y="6321"/>
                        </a:lnTo>
                        <a:cubicBezTo>
                          <a:pt x="0" y="2855"/>
                          <a:pt x="2855" y="0"/>
                          <a:pt x="6321" y="0"/>
                        </a:cubicBezTo>
                        <a:close/>
                      </a:path>
                    </a:pathLst>
                  </a:custGeom>
                  <a:solidFill>
                    <a:srgbClr val="EFEFEF">
                      <a:alpha val="2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1" name="Google Shape;251;p5"/>
                  <p:cNvSpPr/>
                  <p:nvPr/>
                </p:nvSpPr>
                <p:spPr>
                  <a:xfrm>
                    <a:off x="5673984" y="2868533"/>
                    <a:ext cx="25148" cy="705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48" h="70517" extrusionOk="0">
                        <a:moveTo>
                          <a:pt x="0" y="0"/>
                        </a:moveTo>
                        <a:lnTo>
                          <a:pt x="25148" y="0"/>
                        </a:lnTo>
                        <a:lnTo>
                          <a:pt x="25148" y="70517"/>
                        </a:lnTo>
                        <a:lnTo>
                          <a:pt x="0" y="70517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2" name="Google Shape;252;p5"/>
                  <p:cNvSpPr/>
                  <p:nvPr/>
                </p:nvSpPr>
                <p:spPr>
                  <a:xfrm>
                    <a:off x="5665148" y="2845934"/>
                    <a:ext cx="42819" cy="428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819" h="42820" extrusionOk="0">
                        <a:moveTo>
                          <a:pt x="21410" y="42820"/>
                        </a:moveTo>
                        <a:cubicBezTo>
                          <a:pt x="33203" y="42820"/>
                          <a:pt x="42820" y="33203"/>
                          <a:pt x="42820" y="21410"/>
                        </a:cubicBezTo>
                        <a:cubicBezTo>
                          <a:pt x="42820" y="9618"/>
                          <a:pt x="33203" y="0"/>
                          <a:pt x="21410" y="0"/>
                        </a:cubicBezTo>
                        <a:cubicBezTo>
                          <a:pt x="9618" y="0"/>
                          <a:pt x="0" y="9618"/>
                          <a:pt x="0" y="21410"/>
                        </a:cubicBezTo>
                        <a:cubicBezTo>
                          <a:pt x="0" y="33203"/>
                          <a:pt x="9618" y="42820"/>
                          <a:pt x="21410" y="4282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3" name="Google Shape;253;p5"/>
                  <p:cNvSpPr/>
                  <p:nvPr/>
                </p:nvSpPr>
                <p:spPr>
                  <a:xfrm>
                    <a:off x="5672692" y="2850488"/>
                    <a:ext cx="19405" cy="194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05" h="19438" extrusionOk="0">
                        <a:moveTo>
                          <a:pt x="9686" y="19439"/>
                        </a:moveTo>
                        <a:cubicBezTo>
                          <a:pt x="15055" y="19439"/>
                          <a:pt x="19405" y="15089"/>
                          <a:pt x="19405" y="9719"/>
                        </a:cubicBezTo>
                        <a:cubicBezTo>
                          <a:pt x="19405" y="4350"/>
                          <a:pt x="15055" y="0"/>
                          <a:pt x="9686" y="0"/>
                        </a:cubicBezTo>
                        <a:cubicBezTo>
                          <a:pt x="4316" y="0"/>
                          <a:pt x="0" y="4384"/>
                          <a:pt x="0" y="9719"/>
                        </a:cubicBezTo>
                        <a:cubicBezTo>
                          <a:pt x="0" y="15055"/>
                          <a:pt x="4350" y="19439"/>
                          <a:pt x="9686" y="1943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54" name="Google Shape;254;p5"/>
            <p:cNvGrpSpPr/>
            <p:nvPr/>
          </p:nvGrpSpPr>
          <p:grpSpPr>
            <a:xfrm>
              <a:off x="8785616" y="6"/>
              <a:ext cx="710680" cy="1434091"/>
              <a:chOff x="3013563" y="531703"/>
              <a:chExt cx="296018" cy="597339"/>
            </a:xfrm>
          </p:grpSpPr>
          <p:sp>
            <p:nvSpPr>
              <p:cNvPr id="255" name="Google Shape;255;p5"/>
              <p:cNvSpPr/>
              <p:nvPr/>
            </p:nvSpPr>
            <p:spPr>
              <a:xfrm>
                <a:off x="3129245" y="1092067"/>
                <a:ext cx="68715" cy="11316"/>
              </a:xfrm>
              <a:custGeom>
                <a:avLst/>
                <a:gdLst/>
                <a:ahLst/>
                <a:cxnLst/>
                <a:rect l="l" t="t" r="r" b="b"/>
                <a:pathLst>
                  <a:path w="68715" h="11316" extrusionOk="0">
                    <a:moveTo>
                      <a:pt x="4112" y="11317"/>
                    </a:moveTo>
                    <a:lnTo>
                      <a:pt x="64638" y="11317"/>
                    </a:lnTo>
                    <a:cubicBezTo>
                      <a:pt x="66881" y="11317"/>
                      <a:pt x="68716" y="9278"/>
                      <a:pt x="68716" y="6797"/>
                    </a:cubicBezTo>
                    <a:lnTo>
                      <a:pt x="68716" y="0"/>
                    </a:lnTo>
                    <a:lnTo>
                      <a:pt x="0" y="0"/>
                    </a:lnTo>
                    <a:lnTo>
                      <a:pt x="0" y="6797"/>
                    </a:lnTo>
                    <a:cubicBezTo>
                      <a:pt x="0" y="9278"/>
                      <a:pt x="1835" y="11317"/>
                      <a:pt x="4078" y="11317"/>
                    </a:cubicBezTo>
                    <a:close/>
                  </a:path>
                </a:pathLst>
              </a:custGeom>
              <a:solidFill>
                <a:srgbClr val="98BD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5"/>
              <p:cNvSpPr/>
              <p:nvPr/>
            </p:nvSpPr>
            <p:spPr>
              <a:xfrm>
                <a:off x="3129279" y="934551"/>
                <a:ext cx="68681" cy="160507"/>
              </a:xfrm>
              <a:custGeom>
                <a:avLst/>
                <a:gdLst/>
                <a:ahLst/>
                <a:cxnLst/>
                <a:rect l="l" t="t" r="r" b="b"/>
                <a:pathLst>
                  <a:path w="68681" h="160507" extrusionOk="0">
                    <a:moveTo>
                      <a:pt x="0" y="0"/>
                    </a:moveTo>
                    <a:lnTo>
                      <a:pt x="68682" y="0"/>
                    </a:lnTo>
                    <a:lnTo>
                      <a:pt x="68682" y="160507"/>
                    </a:lnTo>
                    <a:lnTo>
                      <a:pt x="0" y="16050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5"/>
              <p:cNvSpPr/>
              <p:nvPr/>
            </p:nvSpPr>
            <p:spPr>
              <a:xfrm>
                <a:off x="3129279" y="1054855"/>
                <a:ext cx="68681" cy="40203"/>
              </a:xfrm>
              <a:custGeom>
                <a:avLst/>
                <a:gdLst/>
                <a:ahLst/>
                <a:cxnLst/>
                <a:rect l="l" t="t" r="r" b="b"/>
                <a:pathLst>
                  <a:path w="68681" h="40203" extrusionOk="0">
                    <a:moveTo>
                      <a:pt x="0" y="40203"/>
                    </a:moveTo>
                    <a:lnTo>
                      <a:pt x="68682" y="40203"/>
                    </a:lnTo>
                    <a:lnTo>
                      <a:pt x="68682" y="0"/>
                    </a:lnTo>
                    <a:lnTo>
                      <a:pt x="0" y="38674"/>
                    </a:lnTo>
                    <a:lnTo>
                      <a:pt x="0" y="40203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5"/>
              <p:cNvSpPr/>
              <p:nvPr/>
            </p:nvSpPr>
            <p:spPr>
              <a:xfrm>
                <a:off x="3172881" y="934551"/>
                <a:ext cx="13491" cy="160507"/>
              </a:xfrm>
              <a:custGeom>
                <a:avLst/>
                <a:gdLst/>
                <a:ahLst/>
                <a:cxnLst/>
                <a:rect l="l" t="t" r="r" b="b"/>
                <a:pathLst>
                  <a:path w="13491" h="160507" extrusionOk="0">
                    <a:moveTo>
                      <a:pt x="0" y="0"/>
                    </a:moveTo>
                    <a:lnTo>
                      <a:pt x="13492" y="0"/>
                    </a:lnTo>
                    <a:lnTo>
                      <a:pt x="13492" y="160507"/>
                    </a:lnTo>
                    <a:lnTo>
                      <a:pt x="0" y="16050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5"/>
              <p:cNvSpPr/>
              <p:nvPr/>
            </p:nvSpPr>
            <p:spPr>
              <a:xfrm>
                <a:off x="3137333" y="950557"/>
                <a:ext cx="18147" cy="12509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25095" extrusionOk="0">
                    <a:moveTo>
                      <a:pt x="18147" y="116634"/>
                    </a:moveTo>
                    <a:lnTo>
                      <a:pt x="18147" y="8462"/>
                    </a:lnTo>
                    <a:cubicBezTo>
                      <a:pt x="18147" y="-2821"/>
                      <a:pt x="0" y="-2821"/>
                      <a:pt x="0" y="8462"/>
                    </a:cubicBezTo>
                    <a:lnTo>
                      <a:pt x="0" y="116634"/>
                    </a:lnTo>
                    <a:cubicBezTo>
                      <a:pt x="0" y="127916"/>
                      <a:pt x="18147" y="127916"/>
                      <a:pt x="18147" y="1166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5"/>
              <p:cNvSpPr/>
              <p:nvPr/>
            </p:nvSpPr>
            <p:spPr>
              <a:xfrm>
                <a:off x="3115821" y="924627"/>
                <a:ext cx="93830" cy="15428"/>
              </a:xfrm>
              <a:custGeom>
                <a:avLst/>
                <a:gdLst/>
                <a:ahLst/>
                <a:cxnLst/>
                <a:rect l="l" t="t" r="r" b="b"/>
                <a:pathLst>
                  <a:path w="93830" h="15428" extrusionOk="0">
                    <a:moveTo>
                      <a:pt x="5573" y="15429"/>
                    </a:moveTo>
                    <a:lnTo>
                      <a:pt x="88257" y="15429"/>
                    </a:lnTo>
                    <a:cubicBezTo>
                      <a:pt x="91315" y="15429"/>
                      <a:pt x="93830" y="12642"/>
                      <a:pt x="93830" y="9244"/>
                    </a:cubicBezTo>
                    <a:lnTo>
                      <a:pt x="93830" y="0"/>
                    </a:lnTo>
                    <a:lnTo>
                      <a:pt x="0" y="0"/>
                    </a:lnTo>
                    <a:lnTo>
                      <a:pt x="0" y="9244"/>
                    </a:lnTo>
                    <a:cubicBezTo>
                      <a:pt x="0" y="12642"/>
                      <a:pt x="2515" y="15429"/>
                      <a:pt x="5573" y="154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5"/>
              <p:cNvSpPr/>
              <p:nvPr/>
            </p:nvSpPr>
            <p:spPr>
              <a:xfrm>
                <a:off x="3115821" y="714639"/>
                <a:ext cx="93796" cy="219265"/>
              </a:xfrm>
              <a:custGeom>
                <a:avLst/>
                <a:gdLst/>
                <a:ahLst/>
                <a:cxnLst/>
                <a:rect l="l" t="t" r="r" b="b"/>
                <a:pathLst>
                  <a:path w="93796" h="219265" extrusionOk="0">
                    <a:moveTo>
                      <a:pt x="0" y="0"/>
                    </a:moveTo>
                    <a:lnTo>
                      <a:pt x="93796" y="0"/>
                    </a:lnTo>
                    <a:lnTo>
                      <a:pt x="93796" y="219266"/>
                    </a:lnTo>
                    <a:lnTo>
                      <a:pt x="0" y="21926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5"/>
              <p:cNvSpPr/>
              <p:nvPr/>
            </p:nvSpPr>
            <p:spPr>
              <a:xfrm>
                <a:off x="3170332" y="714639"/>
                <a:ext cx="25997" cy="219265"/>
              </a:xfrm>
              <a:custGeom>
                <a:avLst/>
                <a:gdLst/>
                <a:ahLst/>
                <a:cxnLst/>
                <a:rect l="l" t="t" r="r" b="b"/>
                <a:pathLst>
                  <a:path w="25997" h="219265" extrusionOk="0">
                    <a:moveTo>
                      <a:pt x="0" y="0"/>
                    </a:moveTo>
                    <a:lnTo>
                      <a:pt x="25998" y="0"/>
                    </a:lnTo>
                    <a:lnTo>
                      <a:pt x="25998" y="219266"/>
                    </a:lnTo>
                    <a:lnTo>
                      <a:pt x="0" y="219266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5"/>
              <p:cNvSpPr/>
              <p:nvPr/>
            </p:nvSpPr>
            <p:spPr>
              <a:xfrm>
                <a:off x="3123944" y="742184"/>
                <a:ext cx="21307" cy="174950"/>
              </a:xfrm>
              <a:custGeom>
                <a:avLst/>
                <a:gdLst/>
                <a:ahLst/>
                <a:cxnLst/>
                <a:rect l="l" t="t" r="r" b="b"/>
                <a:pathLst>
                  <a:path w="21307" h="174950" extrusionOk="0">
                    <a:moveTo>
                      <a:pt x="21308" y="164398"/>
                    </a:moveTo>
                    <a:lnTo>
                      <a:pt x="21308" y="10552"/>
                    </a:lnTo>
                    <a:cubicBezTo>
                      <a:pt x="21308" y="-3517"/>
                      <a:pt x="0" y="-3517"/>
                      <a:pt x="0" y="10552"/>
                    </a:cubicBezTo>
                    <a:lnTo>
                      <a:pt x="0" y="164398"/>
                    </a:lnTo>
                    <a:cubicBezTo>
                      <a:pt x="0" y="178468"/>
                      <a:pt x="21308" y="178468"/>
                      <a:pt x="21308" y="16439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5"/>
              <p:cNvSpPr/>
              <p:nvPr/>
            </p:nvSpPr>
            <p:spPr>
              <a:xfrm>
                <a:off x="3096450" y="709950"/>
                <a:ext cx="134101" cy="22055"/>
              </a:xfrm>
              <a:custGeom>
                <a:avLst/>
                <a:gdLst/>
                <a:ahLst/>
                <a:cxnLst/>
                <a:rect l="l" t="t" r="r" b="b"/>
                <a:pathLst>
                  <a:path w="134101" h="22055" extrusionOk="0">
                    <a:moveTo>
                      <a:pt x="7986" y="22056"/>
                    </a:moveTo>
                    <a:lnTo>
                      <a:pt x="126149" y="22056"/>
                    </a:lnTo>
                    <a:cubicBezTo>
                      <a:pt x="130533" y="22056"/>
                      <a:pt x="134102" y="18080"/>
                      <a:pt x="134102" y="13220"/>
                    </a:cubicBezTo>
                    <a:lnTo>
                      <a:pt x="134102" y="0"/>
                    </a:lnTo>
                    <a:lnTo>
                      <a:pt x="0" y="0"/>
                    </a:lnTo>
                    <a:lnTo>
                      <a:pt x="0" y="13220"/>
                    </a:lnTo>
                    <a:cubicBezTo>
                      <a:pt x="0" y="18080"/>
                      <a:pt x="3602" y="22056"/>
                      <a:pt x="7986" y="2205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5"/>
              <p:cNvSpPr/>
              <p:nvPr/>
            </p:nvSpPr>
            <p:spPr>
              <a:xfrm>
                <a:off x="3096518" y="537786"/>
                <a:ext cx="133999" cy="185383"/>
              </a:xfrm>
              <a:custGeom>
                <a:avLst/>
                <a:gdLst/>
                <a:ahLst/>
                <a:cxnLst/>
                <a:rect l="l" t="t" r="r" b="b"/>
                <a:pathLst>
                  <a:path w="133999" h="185383" extrusionOk="0">
                    <a:moveTo>
                      <a:pt x="0" y="0"/>
                    </a:moveTo>
                    <a:lnTo>
                      <a:pt x="133999" y="0"/>
                    </a:lnTo>
                    <a:lnTo>
                      <a:pt x="133999" y="185383"/>
                    </a:lnTo>
                    <a:lnTo>
                      <a:pt x="0" y="18538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5"/>
              <p:cNvSpPr/>
              <p:nvPr/>
            </p:nvSpPr>
            <p:spPr>
              <a:xfrm>
                <a:off x="3184741" y="537786"/>
                <a:ext cx="32590" cy="185383"/>
              </a:xfrm>
              <a:custGeom>
                <a:avLst/>
                <a:gdLst/>
                <a:ahLst/>
                <a:cxnLst/>
                <a:rect l="l" t="t" r="r" b="b"/>
                <a:pathLst>
                  <a:path w="32590" h="185383" extrusionOk="0">
                    <a:moveTo>
                      <a:pt x="0" y="0"/>
                    </a:moveTo>
                    <a:lnTo>
                      <a:pt x="32591" y="0"/>
                    </a:lnTo>
                    <a:lnTo>
                      <a:pt x="32591" y="185383"/>
                    </a:lnTo>
                    <a:lnTo>
                      <a:pt x="0" y="185383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3017420" y="531703"/>
                <a:ext cx="292161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292161" h="24400" extrusionOk="0">
                    <a:moveTo>
                      <a:pt x="12081" y="24401"/>
                    </a:moveTo>
                    <a:lnTo>
                      <a:pt x="280080" y="24401"/>
                    </a:lnTo>
                    <a:cubicBezTo>
                      <a:pt x="296189" y="24401"/>
                      <a:pt x="296189" y="0"/>
                      <a:pt x="280080" y="0"/>
                    </a:cubicBezTo>
                    <a:lnTo>
                      <a:pt x="12081" y="0"/>
                    </a:lnTo>
                    <a:cubicBezTo>
                      <a:pt x="-4027" y="0"/>
                      <a:pt x="-4027" y="24401"/>
                      <a:pt x="12081" y="24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5"/>
              <p:cNvSpPr/>
              <p:nvPr/>
            </p:nvSpPr>
            <p:spPr>
              <a:xfrm>
                <a:off x="3017471" y="544957"/>
                <a:ext cx="292059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292059" h="11112" extrusionOk="0">
                    <a:moveTo>
                      <a:pt x="12030" y="11113"/>
                    </a:moveTo>
                    <a:lnTo>
                      <a:pt x="280029" y="11113"/>
                    </a:lnTo>
                    <a:cubicBezTo>
                      <a:pt x="287608" y="11113"/>
                      <a:pt x="291618" y="5743"/>
                      <a:pt x="292060" y="0"/>
                    </a:cubicBezTo>
                    <a:lnTo>
                      <a:pt x="0" y="0"/>
                    </a:lnTo>
                    <a:cubicBezTo>
                      <a:pt x="442" y="5709"/>
                      <a:pt x="4452" y="11113"/>
                      <a:pt x="12030" y="1111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5"/>
              <p:cNvSpPr/>
              <p:nvPr/>
            </p:nvSpPr>
            <p:spPr>
              <a:xfrm>
                <a:off x="3108617" y="561278"/>
                <a:ext cx="24332" cy="150736"/>
              </a:xfrm>
              <a:custGeom>
                <a:avLst/>
                <a:gdLst/>
                <a:ahLst/>
                <a:cxnLst/>
                <a:rect l="l" t="t" r="r" b="b"/>
                <a:pathLst>
                  <a:path w="24332" h="150736" extrusionOk="0">
                    <a:moveTo>
                      <a:pt x="24333" y="138681"/>
                    </a:moveTo>
                    <a:lnTo>
                      <a:pt x="24333" y="12056"/>
                    </a:lnTo>
                    <a:cubicBezTo>
                      <a:pt x="24333" y="-4019"/>
                      <a:pt x="0" y="-4019"/>
                      <a:pt x="0" y="12056"/>
                    </a:cubicBezTo>
                    <a:lnTo>
                      <a:pt x="0" y="138681"/>
                    </a:lnTo>
                    <a:cubicBezTo>
                      <a:pt x="0" y="154755"/>
                      <a:pt x="24333" y="154755"/>
                      <a:pt x="24333" y="13868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5"/>
              <p:cNvSpPr/>
              <p:nvPr/>
            </p:nvSpPr>
            <p:spPr>
              <a:xfrm>
                <a:off x="3013563" y="1088839"/>
                <a:ext cx="292501" cy="40203"/>
              </a:xfrm>
              <a:custGeom>
                <a:avLst/>
                <a:gdLst/>
                <a:ahLst/>
                <a:cxnLst/>
                <a:rect l="l" t="t" r="r" b="b"/>
                <a:pathLst>
                  <a:path w="292501" h="40203" extrusionOk="0">
                    <a:moveTo>
                      <a:pt x="10025" y="0"/>
                    </a:moveTo>
                    <a:lnTo>
                      <a:pt x="282442" y="0"/>
                    </a:lnTo>
                    <a:cubicBezTo>
                      <a:pt x="287982" y="0"/>
                      <a:pt x="292502" y="4520"/>
                      <a:pt x="292502" y="10059"/>
                    </a:cubicBezTo>
                    <a:lnTo>
                      <a:pt x="292502" y="30144"/>
                    </a:lnTo>
                    <a:cubicBezTo>
                      <a:pt x="292502" y="35683"/>
                      <a:pt x="287982" y="40203"/>
                      <a:pt x="282442" y="40203"/>
                    </a:cubicBezTo>
                    <a:lnTo>
                      <a:pt x="10025" y="40203"/>
                    </a:lnTo>
                    <a:cubicBezTo>
                      <a:pt x="4486" y="40203"/>
                      <a:pt x="0" y="35717"/>
                      <a:pt x="0" y="30178"/>
                    </a:cubicBezTo>
                    <a:lnTo>
                      <a:pt x="0" y="10059"/>
                    </a:lnTo>
                    <a:cubicBezTo>
                      <a:pt x="0" y="4520"/>
                      <a:pt x="4486" y="34"/>
                      <a:pt x="10025" y="3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5"/>
              <p:cNvSpPr/>
              <p:nvPr/>
            </p:nvSpPr>
            <p:spPr>
              <a:xfrm>
                <a:off x="3013563" y="1088839"/>
                <a:ext cx="292501" cy="20186"/>
              </a:xfrm>
              <a:custGeom>
                <a:avLst/>
                <a:gdLst/>
                <a:ahLst/>
                <a:cxnLst/>
                <a:rect l="l" t="t" r="r" b="b"/>
                <a:pathLst>
                  <a:path w="292501" h="20186" extrusionOk="0">
                    <a:moveTo>
                      <a:pt x="292502" y="20187"/>
                    </a:moveTo>
                    <a:lnTo>
                      <a:pt x="292502" y="10059"/>
                    </a:lnTo>
                    <a:cubicBezTo>
                      <a:pt x="292502" y="4520"/>
                      <a:pt x="287982" y="0"/>
                      <a:pt x="282442" y="0"/>
                    </a:cubicBezTo>
                    <a:lnTo>
                      <a:pt x="10025" y="0"/>
                    </a:lnTo>
                    <a:cubicBezTo>
                      <a:pt x="4520" y="0"/>
                      <a:pt x="0" y="4520"/>
                      <a:pt x="0" y="10059"/>
                    </a:cubicBezTo>
                    <a:lnTo>
                      <a:pt x="0" y="20187"/>
                    </a:lnTo>
                    <a:lnTo>
                      <a:pt x="292502" y="2018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9440791" y="4108158"/>
            <a:ext cx="118291" cy="118332"/>
          </a:xfrm>
          <a:custGeom>
            <a:avLst/>
            <a:gdLst/>
            <a:ahLst/>
            <a:cxnLst/>
            <a:rect l="l" t="t" r="r" b="b"/>
            <a:pathLst>
              <a:path w="45906" h="45924" extrusionOk="0">
                <a:moveTo>
                  <a:pt x="9547" y="41611"/>
                </a:moveTo>
                <a:cubicBezTo>
                  <a:pt x="19844" y="49020"/>
                  <a:pt x="34185" y="46641"/>
                  <a:pt x="41594" y="36343"/>
                </a:cubicBezTo>
                <a:cubicBezTo>
                  <a:pt x="49002" y="26046"/>
                  <a:pt x="46623" y="11705"/>
                  <a:pt x="36326" y="4296"/>
                </a:cubicBezTo>
                <a:cubicBezTo>
                  <a:pt x="26029" y="-3078"/>
                  <a:pt x="11688" y="-733"/>
                  <a:pt x="4313" y="9598"/>
                </a:cubicBezTo>
                <a:cubicBezTo>
                  <a:pt x="-3095" y="19895"/>
                  <a:pt x="-716" y="34236"/>
                  <a:pt x="9581" y="41611"/>
                </a:cubicBezTo>
                <a:close/>
              </a:path>
            </a:pathLst>
          </a:custGeom>
          <a:solidFill>
            <a:srgbClr val="212B2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9449936" y="4122431"/>
            <a:ext cx="118303" cy="118330"/>
          </a:xfrm>
          <a:custGeom>
            <a:avLst/>
            <a:gdLst/>
            <a:ahLst/>
            <a:cxnLst/>
            <a:rect l="l" t="t" r="r" b="b"/>
            <a:pathLst>
              <a:path w="45911" h="45923" extrusionOk="0">
                <a:moveTo>
                  <a:pt x="36345" y="41611"/>
                </a:moveTo>
                <a:cubicBezTo>
                  <a:pt x="26048" y="49019"/>
                  <a:pt x="11707" y="46641"/>
                  <a:pt x="4298" y="36343"/>
                </a:cubicBezTo>
                <a:cubicBezTo>
                  <a:pt x="-3076" y="26046"/>
                  <a:pt x="-731" y="11705"/>
                  <a:pt x="9566" y="4296"/>
                </a:cubicBezTo>
                <a:cubicBezTo>
                  <a:pt x="19897" y="-3078"/>
                  <a:pt x="34204" y="-733"/>
                  <a:pt x="41613" y="9598"/>
                </a:cubicBezTo>
                <a:cubicBezTo>
                  <a:pt x="48988" y="19895"/>
                  <a:pt x="46643" y="34236"/>
                  <a:pt x="36345" y="41611"/>
                </a:cubicBezTo>
                <a:close/>
              </a:path>
            </a:pathLst>
          </a:custGeom>
          <a:solidFill>
            <a:srgbClr val="161D1E">
              <a:alpha val="3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9440791" y="4629525"/>
            <a:ext cx="118255" cy="118299"/>
          </a:xfrm>
          <a:custGeom>
            <a:avLst/>
            <a:gdLst/>
            <a:ahLst/>
            <a:cxnLst/>
            <a:rect l="l" t="t" r="r" b="b"/>
            <a:pathLst>
              <a:path w="45892" h="45911" extrusionOk="0">
                <a:moveTo>
                  <a:pt x="9547" y="41613"/>
                </a:moveTo>
                <a:cubicBezTo>
                  <a:pt x="19844" y="48988"/>
                  <a:pt x="34185" y="46643"/>
                  <a:pt x="41594" y="36346"/>
                </a:cubicBezTo>
                <a:cubicBezTo>
                  <a:pt x="48968" y="26014"/>
                  <a:pt x="46623" y="11707"/>
                  <a:pt x="36326" y="4298"/>
                </a:cubicBezTo>
                <a:cubicBezTo>
                  <a:pt x="26029" y="-3076"/>
                  <a:pt x="11688" y="-731"/>
                  <a:pt x="4313" y="9566"/>
                </a:cubicBezTo>
                <a:cubicBezTo>
                  <a:pt x="-3095" y="19863"/>
                  <a:pt x="-716" y="34205"/>
                  <a:pt x="9581" y="41613"/>
                </a:cubicBezTo>
                <a:close/>
              </a:path>
            </a:pathLst>
          </a:custGeom>
          <a:solidFill>
            <a:srgbClr val="212B2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9447746" y="4635181"/>
            <a:ext cx="118303" cy="118332"/>
          </a:xfrm>
          <a:custGeom>
            <a:avLst/>
            <a:gdLst/>
            <a:ahLst/>
            <a:cxnLst/>
            <a:rect l="l" t="t" r="r" b="b"/>
            <a:pathLst>
              <a:path w="45911" h="45924" extrusionOk="0">
                <a:moveTo>
                  <a:pt x="36345" y="41628"/>
                </a:moveTo>
                <a:cubicBezTo>
                  <a:pt x="26048" y="49002"/>
                  <a:pt x="11707" y="46657"/>
                  <a:pt x="4298" y="36326"/>
                </a:cubicBezTo>
                <a:cubicBezTo>
                  <a:pt x="-3076" y="26029"/>
                  <a:pt x="-731" y="11688"/>
                  <a:pt x="9566" y="4313"/>
                </a:cubicBezTo>
                <a:cubicBezTo>
                  <a:pt x="19863" y="-3095"/>
                  <a:pt x="34204" y="-716"/>
                  <a:pt x="41613" y="9581"/>
                </a:cubicBezTo>
                <a:cubicBezTo>
                  <a:pt x="48988" y="19878"/>
                  <a:pt x="46643" y="34219"/>
                  <a:pt x="36345" y="41628"/>
                </a:cubicBezTo>
                <a:close/>
              </a:path>
            </a:pathLst>
          </a:custGeom>
          <a:solidFill>
            <a:srgbClr val="161D1E">
              <a:alpha val="3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8" name="Google Shape;278;p6"/>
          <p:cNvGrpSpPr/>
          <p:nvPr/>
        </p:nvGrpSpPr>
        <p:grpSpPr>
          <a:xfrm>
            <a:off x="-1410544" y="70252"/>
            <a:ext cx="11079099" cy="5073245"/>
            <a:chOff x="-1410544" y="70252"/>
            <a:chExt cx="11079099" cy="5073245"/>
          </a:xfrm>
        </p:grpSpPr>
        <p:grpSp>
          <p:nvGrpSpPr>
            <p:cNvPr id="279" name="Google Shape;279;p6"/>
            <p:cNvGrpSpPr/>
            <p:nvPr/>
          </p:nvGrpSpPr>
          <p:grpSpPr>
            <a:xfrm>
              <a:off x="-1410544" y="70252"/>
              <a:ext cx="3387583" cy="1099978"/>
              <a:chOff x="-1410544" y="70252"/>
              <a:chExt cx="3387583" cy="1099978"/>
            </a:xfrm>
          </p:grpSpPr>
          <p:grpSp>
            <p:nvGrpSpPr>
              <p:cNvPr id="280" name="Google Shape;280;p6"/>
              <p:cNvGrpSpPr/>
              <p:nvPr/>
            </p:nvGrpSpPr>
            <p:grpSpPr>
              <a:xfrm>
                <a:off x="215402" y="366763"/>
                <a:ext cx="369453" cy="803467"/>
                <a:chOff x="7559767" y="271588"/>
                <a:chExt cx="150982" cy="328321"/>
              </a:xfrm>
            </p:grpSpPr>
            <p:sp>
              <p:nvSpPr>
                <p:cNvPr id="281" name="Google Shape;281;p6"/>
                <p:cNvSpPr/>
                <p:nvPr/>
              </p:nvSpPr>
              <p:spPr>
                <a:xfrm>
                  <a:off x="7585314" y="500132"/>
                  <a:ext cx="99776" cy="99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76" h="99777" extrusionOk="0">
                      <a:moveTo>
                        <a:pt x="49888" y="99777"/>
                      </a:moveTo>
                      <a:cubicBezTo>
                        <a:pt x="77381" y="99777"/>
                        <a:pt x="99777" y="77348"/>
                        <a:pt x="99777" y="49889"/>
                      </a:cubicBezTo>
                      <a:cubicBezTo>
                        <a:pt x="99777" y="22430"/>
                        <a:pt x="77381" y="0"/>
                        <a:pt x="49888" y="0"/>
                      </a:cubicBezTo>
                      <a:cubicBezTo>
                        <a:pt x="22395" y="0"/>
                        <a:pt x="0" y="22430"/>
                        <a:pt x="0" y="49889"/>
                      </a:cubicBezTo>
                      <a:cubicBezTo>
                        <a:pt x="0" y="77348"/>
                        <a:pt x="22395" y="99777"/>
                        <a:pt x="49888" y="997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" name="Google Shape;282;p6"/>
                <p:cNvSpPr/>
                <p:nvPr/>
              </p:nvSpPr>
              <p:spPr>
                <a:xfrm>
                  <a:off x="7559767" y="271588"/>
                  <a:ext cx="150982" cy="2852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82" h="285262" extrusionOk="0">
                      <a:moveTo>
                        <a:pt x="143370" y="270004"/>
                      </a:moveTo>
                      <a:lnTo>
                        <a:pt x="139768" y="270004"/>
                      </a:lnTo>
                      <a:lnTo>
                        <a:pt x="106429" y="208561"/>
                      </a:lnTo>
                      <a:lnTo>
                        <a:pt x="93550" y="208561"/>
                      </a:lnTo>
                      <a:lnTo>
                        <a:pt x="93550" y="187592"/>
                      </a:lnTo>
                      <a:lnTo>
                        <a:pt x="81179" y="187592"/>
                      </a:lnTo>
                      <a:lnTo>
                        <a:pt x="81179" y="0"/>
                      </a:lnTo>
                      <a:lnTo>
                        <a:pt x="69761" y="0"/>
                      </a:lnTo>
                      <a:lnTo>
                        <a:pt x="69761" y="187592"/>
                      </a:lnTo>
                      <a:lnTo>
                        <a:pt x="57390" y="187592"/>
                      </a:lnTo>
                      <a:lnTo>
                        <a:pt x="57390" y="208561"/>
                      </a:lnTo>
                      <a:lnTo>
                        <a:pt x="48996" y="208561"/>
                      </a:lnTo>
                      <a:lnTo>
                        <a:pt x="11206" y="270004"/>
                      </a:lnTo>
                      <a:lnTo>
                        <a:pt x="7570" y="270004"/>
                      </a:lnTo>
                      <a:cubicBezTo>
                        <a:pt x="-2523" y="270004"/>
                        <a:pt x="-2523" y="285263"/>
                        <a:pt x="7570" y="285263"/>
                      </a:cubicBezTo>
                      <a:lnTo>
                        <a:pt x="143438" y="285263"/>
                      </a:lnTo>
                      <a:cubicBezTo>
                        <a:pt x="153498" y="285263"/>
                        <a:pt x="153498" y="270004"/>
                        <a:pt x="143438" y="27000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" name="Google Shape;283;p6"/>
                <p:cNvSpPr/>
                <p:nvPr/>
              </p:nvSpPr>
              <p:spPr>
                <a:xfrm>
                  <a:off x="7636290" y="480149"/>
                  <a:ext cx="63482" cy="619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82" h="61919" extrusionOk="0">
                      <a:moveTo>
                        <a:pt x="0" y="0"/>
                      </a:moveTo>
                      <a:lnTo>
                        <a:pt x="29871" y="0"/>
                      </a:lnTo>
                      <a:lnTo>
                        <a:pt x="63482" y="61919"/>
                      </a:lnTo>
                      <a:lnTo>
                        <a:pt x="14035" y="619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84" name="Google Shape;284;p6"/>
              <p:cNvSpPr/>
              <p:nvPr/>
            </p:nvSpPr>
            <p:spPr>
              <a:xfrm>
                <a:off x="-1410544" y="70252"/>
                <a:ext cx="3387583" cy="296530"/>
              </a:xfrm>
              <a:custGeom>
                <a:avLst/>
                <a:gdLst/>
                <a:ahLst/>
                <a:cxnLst/>
                <a:rect l="l" t="t" r="r" b="b"/>
                <a:pathLst>
                  <a:path w="1510628" h="132232" extrusionOk="0">
                    <a:moveTo>
                      <a:pt x="1501148" y="0"/>
                    </a:moveTo>
                    <a:lnTo>
                      <a:pt x="0" y="0"/>
                    </a:lnTo>
                    <a:lnTo>
                      <a:pt x="0" y="132232"/>
                    </a:lnTo>
                    <a:lnTo>
                      <a:pt x="1510629" y="132232"/>
                    </a:lnTo>
                    <a:lnTo>
                      <a:pt x="1510629" y="0"/>
                    </a:lnTo>
                    <a:lnTo>
                      <a:pt x="1501114" y="0"/>
                    </a:lnTo>
                    <a:close/>
                    <a:moveTo>
                      <a:pt x="1491632" y="95427"/>
                    </a:moveTo>
                    <a:lnTo>
                      <a:pt x="1415236" y="19031"/>
                    </a:lnTo>
                    <a:lnTo>
                      <a:pt x="1491632" y="19031"/>
                    </a:lnTo>
                    <a:lnTo>
                      <a:pt x="1491632" y="95427"/>
                    </a:lnTo>
                    <a:close/>
                    <a:moveTo>
                      <a:pt x="132572" y="19031"/>
                    </a:moveTo>
                    <a:lnTo>
                      <a:pt x="314115" y="19031"/>
                    </a:lnTo>
                    <a:lnTo>
                      <a:pt x="222970" y="110177"/>
                    </a:lnTo>
                    <a:lnTo>
                      <a:pt x="225995" y="113201"/>
                    </a:lnTo>
                    <a:lnTo>
                      <a:pt x="219164" y="113201"/>
                    </a:lnTo>
                    <a:lnTo>
                      <a:pt x="222970" y="109395"/>
                    </a:lnTo>
                    <a:lnTo>
                      <a:pt x="132606" y="19031"/>
                    </a:lnTo>
                    <a:close/>
                    <a:moveTo>
                      <a:pt x="199997" y="113201"/>
                    </a:moveTo>
                    <a:lnTo>
                      <a:pt x="32863" y="113201"/>
                    </a:lnTo>
                    <a:lnTo>
                      <a:pt x="116430" y="29634"/>
                    </a:lnTo>
                    <a:lnTo>
                      <a:pt x="199997" y="113201"/>
                    </a:lnTo>
                    <a:close/>
                    <a:moveTo>
                      <a:pt x="330224" y="29634"/>
                    </a:moveTo>
                    <a:lnTo>
                      <a:pt x="413791" y="113201"/>
                    </a:lnTo>
                    <a:lnTo>
                      <a:pt x="246657" y="113201"/>
                    </a:lnTo>
                    <a:lnTo>
                      <a:pt x="330224" y="29634"/>
                    </a:lnTo>
                    <a:close/>
                    <a:moveTo>
                      <a:pt x="346332" y="19031"/>
                    </a:moveTo>
                    <a:lnTo>
                      <a:pt x="527876" y="19031"/>
                    </a:lnTo>
                    <a:lnTo>
                      <a:pt x="436730" y="110177"/>
                    </a:lnTo>
                    <a:lnTo>
                      <a:pt x="439755" y="113201"/>
                    </a:lnTo>
                    <a:lnTo>
                      <a:pt x="432924" y="113201"/>
                    </a:lnTo>
                    <a:lnTo>
                      <a:pt x="436730" y="109395"/>
                    </a:lnTo>
                    <a:lnTo>
                      <a:pt x="346366" y="19031"/>
                    </a:lnTo>
                    <a:close/>
                    <a:moveTo>
                      <a:pt x="543984" y="29634"/>
                    </a:moveTo>
                    <a:lnTo>
                      <a:pt x="627551" y="113201"/>
                    </a:lnTo>
                    <a:lnTo>
                      <a:pt x="460417" y="113201"/>
                    </a:lnTo>
                    <a:lnTo>
                      <a:pt x="543984" y="29634"/>
                    </a:lnTo>
                    <a:close/>
                    <a:moveTo>
                      <a:pt x="560127" y="19031"/>
                    </a:moveTo>
                    <a:lnTo>
                      <a:pt x="741636" y="19031"/>
                    </a:lnTo>
                    <a:lnTo>
                      <a:pt x="650490" y="110177"/>
                    </a:lnTo>
                    <a:lnTo>
                      <a:pt x="653515" y="113201"/>
                    </a:lnTo>
                    <a:lnTo>
                      <a:pt x="646684" y="113201"/>
                    </a:lnTo>
                    <a:lnTo>
                      <a:pt x="650490" y="109395"/>
                    </a:lnTo>
                    <a:lnTo>
                      <a:pt x="560127" y="19031"/>
                    </a:lnTo>
                    <a:close/>
                    <a:moveTo>
                      <a:pt x="757778" y="29634"/>
                    </a:moveTo>
                    <a:lnTo>
                      <a:pt x="841345" y="113201"/>
                    </a:lnTo>
                    <a:lnTo>
                      <a:pt x="674211" y="113201"/>
                    </a:lnTo>
                    <a:lnTo>
                      <a:pt x="757778" y="29634"/>
                    </a:lnTo>
                    <a:close/>
                    <a:moveTo>
                      <a:pt x="773921" y="19031"/>
                    </a:moveTo>
                    <a:lnTo>
                      <a:pt x="955430" y="19031"/>
                    </a:lnTo>
                    <a:lnTo>
                      <a:pt x="864285" y="110177"/>
                    </a:lnTo>
                    <a:lnTo>
                      <a:pt x="867309" y="113201"/>
                    </a:lnTo>
                    <a:lnTo>
                      <a:pt x="860479" y="113201"/>
                    </a:lnTo>
                    <a:lnTo>
                      <a:pt x="864285" y="109395"/>
                    </a:lnTo>
                    <a:lnTo>
                      <a:pt x="773921" y="19031"/>
                    </a:lnTo>
                    <a:close/>
                    <a:moveTo>
                      <a:pt x="971573" y="29668"/>
                    </a:moveTo>
                    <a:lnTo>
                      <a:pt x="1055140" y="113235"/>
                    </a:lnTo>
                    <a:lnTo>
                      <a:pt x="888040" y="113235"/>
                    </a:lnTo>
                    <a:lnTo>
                      <a:pt x="971573" y="29668"/>
                    </a:lnTo>
                    <a:close/>
                    <a:moveTo>
                      <a:pt x="987715" y="19031"/>
                    </a:moveTo>
                    <a:lnTo>
                      <a:pt x="1169224" y="19031"/>
                    </a:lnTo>
                    <a:lnTo>
                      <a:pt x="1078079" y="110177"/>
                    </a:lnTo>
                    <a:lnTo>
                      <a:pt x="1081104" y="113201"/>
                    </a:lnTo>
                    <a:lnTo>
                      <a:pt x="1074273" y="113201"/>
                    </a:lnTo>
                    <a:lnTo>
                      <a:pt x="1078079" y="109395"/>
                    </a:lnTo>
                    <a:lnTo>
                      <a:pt x="987715" y="19031"/>
                    </a:lnTo>
                    <a:close/>
                    <a:moveTo>
                      <a:pt x="1185367" y="29634"/>
                    </a:moveTo>
                    <a:lnTo>
                      <a:pt x="1268934" y="113201"/>
                    </a:lnTo>
                    <a:lnTo>
                      <a:pt x="1101834" y="113201"/>
                    </a:lnTo>
                    <a:lnTo>
                      <a:pt x="1185401" y="29634"/>
                    </a:lnTo>
                    <a:close/>
                    <a:moveTo>
                      <a:pt x="1201509" y="19031"/>
                    </a:moveTo>
                    <a:lnTo>
                      <a:pt x="1383019" y="19031"/>
                    </a:lnTo>
                    <a:lnTo>
                      <a:pt x="1291873" y="110177"/>
                    </a:lnTo>
                    <a:lnTo>
                      <a:pt x="1294898" y="113201"/>
                    </a:lnTo>
                    <a:lnTo>
                      <a:pt x="1288067" y="113201"/>
                    </a:lnTo>
                    <a:lnTo>
                      <a:pt x="1291873" y="109395"/>
                    </a:lnTo>
                    <a:lnTo>
                      <a:pt x="1201509" y="19031"/>
                    </a:lnTo>
                    <a:close/>
                    <a:moveTo>
                      <a:pt x="1399161" y="29668"/>
                    </a:moveTo>
                    <a:lnTo>
                      <a:pt x="1482694" y="113235"/>
                    </a:lnTo>
                    <a:lnTo>
                      <a:pt x="1315594" y="113235"/>
                    </a:lnTo>
                    <a:lnTo>
                      <a:pt x="1399161" y="29668"/>
                    </a:lnTo>
                    <a:close/>
                    <a:moveTo>
                      <a:pt x="100389" y="19031"/>
                    </a:moveTo>
                    <a:lnTo>
                      <a:pt x="19099" y="100321"/>
                    </a:lnTo>
                    <a:lnTo>
                      <a:pt x="19099" y="19031"/>
                    </a:lnTo>
                    <a:lnTo>
                      <a:pt x="100389" y="1903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8637327" y="3427974"/>
              <a:ext cx="1031228" cy="1715523"/>
              <a:chOff x="8637327" y="3427974"/>
              <a:chExt cx="1031228" cy="1715523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8697322" y="3557056"/>
                <a:ext cx="914733" cy="710760"/>
              </a:xfrm>
              <a:custGeom>
                <a:avLst/>
                <a:gdLst/>
                <a:ahLst/>
                <a:cxnLst/>
                <a:rect l="l" t="t" r="r" b="b"/>
                <a:pathLst>
                  <a:path w="354988" h="275841" extrusionOk="0">
                    <a:moveTo>
                      <a:pt x="339395" y="68000"/>
                    </a:moveTo>
                    <a:lnTo>
                      <a:pt x="59366" y="268846"/>
                    </a:lnTo>
                    <a:cubicBezTo>
                      <a:pt x="42611" y="280876"/>
                      <a:pt x="19060" y="277002"/>
                      <a:pt x="6996" y="260214"/>
                    </a:cubicBezTo>
                    <a:lnTo>
                      <a:pt x="6996" y="260214"/>
                    </a:lnTo>
                    <a:cubicBezTo>
                      <a:pt x="-5034" y="243460"/>
                      <a:pt x="-1160" y="219875"/>
                      <a:pt x="15628" y="207844"/>
                    </a:cubicBezTo>
                    <a:lnTo>
                      <a:pt x="295657" y="6998"/>
                    </a:lnTo>
                    <a:cubicBezTo>
                      <a:pt x="312412" y="-5032"/>
                      <a:pt x="335963" y="-1158"/>
                      <a:pt x="347993" y="15596"/>
                    </a:cubicBezTo>
                    <a:lnTo>
                      <a:pt x="347993" y="15596"/>
                    </a:lnTo>
                    <a:cubicBezTo>
                      <a:pt x="360023" y="32350"/>
                      <a:pt x="356149" y="55901"/>
                      <a:pt x="339361" y="6796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8750474" y="4108241"/>
                <a:ext cx="118342" cy="118211"/>
              </a:xfrm>
              <a:custGeom>
                <a:avLst/>
                <a:gdLst/>
                <a:ahLst/>
                <a:cxnLst/>
                <a:rect l="l" t="t" r="r" b="b"/>
                <a:pathLst>
                  <a:path w="45926" h="45877" extrusionOk="0">
                    <a:moveTo>
                      <a:pt x="36326" y="41579"/>
                    </a:moveTo>
                    <a:cubicBezTo>
                      <a:pt x="26029" y="48954"/>
                      <a:pt x="11688" y="46609"/>
                      <a:pt x="4313" y="36311"/>
                    </a:cubicBezTo>
                    <a:cubicBezTo>
                      <a:pt x="-3095" y="26014"/>
                      <a:pt x="-717" y="11673"/>
                      <a:pt x="9581" y="4298"/>
                    </a:cubicBezTo>
                    <a:cubicBezTo>
                      <a:pt x="19878" y="-3076"/>
                      <a:pt x="34219" y="-731"/>
                      <a:pt x="41628" y="9566"/>
                    </a:cubicBezTo>
                    <a:cubicBezTo>
                      <a:pt x="49002" y="19863"/>
                      <a:pt x="46657" y="34204"/>
                      <a:pt x="36360" y="41613"/>
                    </a:cubicBezTo>
                    <a:close/>
                  </a:path>
                </a:pathLst>
              </a:custGeom>
              <a:solidFill>
                <a:srgbClr val="212B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8697410" y="3557062"/>
                <a:ext cx="914733" cy="710842"/>
              </a:xfrm>
              <a:custGeom>
                <a:avLst/>
                <a:gdLst/>
                <a:ahLst/>
                <a:cxnLst/>
                <a:rect l="l" t="t" r="r" b="b"/>
                <a:pathLst>
                  <a:path w="354988" h="275873" extrusionOk="0">
                    <a:moveTo>
                      <a:pt x="15628" y="67998"/>
                    </a:moveTo>
                    <a:lnTo>
                      <a:pt x="295623" y="268878"/>
                    </a:lnTo>
                    <a:cubicBezTo>
                      <a:pt x="312378" y="280908"/>
                      <a:pt x="335963" y="277034"/>
                      <a:pt x="347993" y="260246"/>
                    </a:cubicBezTo>
                    <a:lnTo>
                      <a:pt x="347993" y="260246"/>
                    </a:lnTo>
                    <a:cubicBezTo>
                      <a:pt x="360023" y="243492"/>
                      <a:pt x="356149" y="219907"/>
                      <a:pt x="339361" y="207876"/>
                    </a:cubicBezTo>
                    <a:lnTo>
                      <a:pt x="59332" y="6996"/>
                    </a:lnTo>
                    <a:cubicBezTo>
                      <a:pt x="42577" y="-5034"/>
                      <a:pt x="19026" y="-1160"/>
                      <a:pt x="6996" y="15628"/>
                    </a:cubicBezTo>
                    <a:lnTo>
                      <a:pt x="6996" y="15628"/>
                    </a:lnTo>
                    <a:cubicBezTo>
                      <a:pt x="-5034" y="32382"/>
                      <a:pt x="-1160" y="55933"/>
                      <a:pt x="15628" y="6799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6"/>
              <p:cNvSpPr/>
              <p:nvPr/>
            </p:nvSpPr>
            <p:spPr>
              <a:xfrm>
                <a:off x="8697410" y="4078521"/>
                <a:ext cx="914821" cy="710754"/>
              </a:xfrm>
              <a:custGeom>
                <a:avLst/>
                <a:gdLst/>
                <a:ahLst/>
                <a:cxnLst/>
                <a:rect l="l" t="t" r="r" b="b"/>
                <a:pathLst>
                  <a:path w="355022" h="275839" extrusionOk="0">
                    <a:moveTo>
                      <a:pt x="339327" y="67963"/>
                    </a:moveTo>
                    <a:lnTo>
                      <a:pt x="59332" y="268844"/>
                    </a:lnTo>
                    <a:cubicBezTo>
                      <a:pt x="42577" y="280874"/>
                      <a:pt x="19026" y="277000"/>
                      <a:pt x="6996" y="260212"/>
                    </a:cubicBezTo>
                    <a:lnTo>
                      <a:pt x="6996" y="260212"/>
                    </a:lnTo>
                    <a:cubicBezTo>
                      <a:pt x="-5034" y="243458"/>
                      <a:pt x="-1160" y="219873"/>
                      <a:pt x="15628" y="207876"/>
                    </a:cubicBezTo>
                    <a:lnTo>
                      <a:pt x="295657" y="6996"/>
                    </a:lnTo>
                    <a:cubicBezTo>
                      <a:pt x="312412" y="-5034"/>
                      <a:pt x="335997" y="-1160"/>
                      <a:pt x="348027" y="15628"/>
                    </a:cubicBezTo>
                    <a:lnTo>
                      <a:pt x="348027" y="15628"/>
                    </a:lnTo>
                    <a:cubicBezTo>
                      <a:pt x="360057" y="32382"/>
                      <a:pt x="356183" y="55933"/>
                      <a:pt x="339395" y="679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6"/>
              <p:cNvSpPr/>
              <p:nvPr/>
            </p:nvSpPr>
            <p:spPr>
              <a:xfrm>
                <a:off x="8750386" y="4629613"/>
                <a:ext cx="118255" cy="118299"/>
              </a:xfrm>
              <a:custGeom>
                <a:avLst/>
                <a:gdLst/>
                <a:ahLst/>
                <a:cxnLst/>
                <a:rect l="l" t="t" r="r" b="b"/>
                <a:pathLst>
                  <a:path w="45892" h="45911" extrusionOk="0">
                    <a:moveTo>
                      <a:pt x="36360" y="41613"/>
                    </a:moveTo>
                    <a:cubicBezTo>
                      <a:pt x="26063" y="48988"/>
                      <a:pt x="11722" y="46643"/>
                      <a:pt x="4313" y="36345"/>
                    </a:cubicBezTo>
                    <a:cubicBezTo>
                      <a:pt x="-3095" y="26014"/>
                      <a:pt x="-717" y="11707"/>
                      <a:pt x="9581" y="4298"/>
                    </a:cubicBezTo>
                    <a:cubicBezTo>
                      <a:pt x="19878" y="-3076"/>
                      <a:pt x="34219" y="-731"/>
                      <a:pt x="41594" y="9566"/>
                    </a:cubicBezTo>
                    <a:cubicBezTo>
                      <a:pt x="48968" y="19863"/>
                      <a:pt x="46623" y="34204"/>
                      <a:pt x="36326" y="41613"/>
                    </a:cubicBezTo>
                    <a:close/>
                  </a:path>
                </a:pathLst>
              </a:custGeom>
              <a:solidFill>
                <a:srgbClr val="212B2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8697410" y="4078346"/>
                <a:ext cx="914651" cy="710842"/>
              </a:xfrm>
              <a:custGeom>
                <a:avLst/>
                <a:gdLst/>
                <a:ahLst/>
                <a:cxnLst/>
                <a:rect l="l" t="t" r="r" b="b"/>
                <a:pathLst>
                  <a:path w="354956" h="275873" extrusionOk="0">
                    <a:moveTo>
                      <a:pt x="15594" y="68031"/>
                    </a:moveTo>
                    <a:lnTo>
                      <a:pt x="295589" y="268878"/>
                    </a:lnTo>
                    <a:cubicBezTo>
                      <a:pt x="312344" y="280908"/>
                      <a:pt x="335929" y="277034"/>
                      <a:pt x="347959" y="260246"/>
                    </a:cubicBezTo>
                    <a:lnTo>
                      <a:pt x="347959" y="260246"/>
                    </a:lnTo>
                    <a:cubicBezTo>
                      <a:pt x="359989" y="243492"/>
                      <a:pt x="356115" y="219941"/>
                      <a:pt x="339361" y="207876"/>
                    </a:cubicBezTo>
                    <a:lnTo>
                      <a:pt x="59332" y="6996"/>
                    </a:lnTo>
                    <a:cubicBezTo>
                      <a:pt x="42577" y="-5034"/>
                      <a:pt x="19026" y="-1160"/>
                      <a:pt x="6996" y="15628"/>
                    </a:cubicBezTo>
                    <a:lnTo>
                      <a:pt x="6996" y="15628"/>
                    </a:lnTo>
                    <a:cubicBezTo>
                      <a:pt x="-5034" y="32382"/>
                      <a:pt x="-1160" y="55967"/>
                      <a:pt x="15628" y="6799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8741146" y="4122426"/>
                <a:ext cx="118355" cy="118268"/>
              </a:xfrm>
              <a:custGeom>
                <a:avLst/>
                <a:gdLst/>
                <a:ahLst/>
                <a:cxnLst/>
                <a:rect l="l" t="t" r="r" b="b"/>
                <a:pathLst>
                  <a:path w="45931" h="45899" extrusionOk="0">
                    <a:moveTo>
                      <a:pt x="9598" y="41613"/>
                    </a:moveTo>
                    <a:cubicBezTo>
                      <a:pt x="19895" y="48988"/>
                      <a:pt x="34236" y="46609"/>
                      <a:pt x="41645" y="36311"/>
                    </a:cubicBezTo>
                    <a:cubicBezTo>
                      <a:pt x="49019" y="26014"/>
                      <a:pt x="46641" y="11673"/>
                      <a:pt x="36343" y="4298"/>
                    </a:cubicBezTo>
                    <a:cubicBezTo>
                      <a:pt x="26046" y="-3076"/>
                      <a:pt x="11705" y="-731"/>
                      <a:pt x="4296" y="9566"/>
                    </a:cubicBezTo>
                    <a:cubicBezTo>
                      <a:pt x="-3078" y="19863"/>
                      <a:pt x="-733" y="34204"/>
                      <a:pt x="9598" y="41613"/>
                    </a:cubicBez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6"/>
              <p:cNvSpPr/>
              <p:nvPr/>
            </p:nvSpPr>
            <p:spPr>
              <a:xfrm>
                <a:off x="9055923" y="4591310"/>
                <a:ext cx="554033" cy="452000"/>
              </a:xfrm>
              <a:custGeom>
                <a:avLst/>
                <a:gdLst/>
                <a:ahLst/>
                <a:cxnLst/>
                <a:rect l="l" t="t" r="r" b="b"/>
                <a:pathLst>
                  <a:path w="215008" h="175418" extrusionOk="0">
                    <a:moveTo>
                      <a:pt x="199380" y="67966"/>
                    </a:moveTo>
                    <a:lnTo>
                      <a:pt x="59366" y="168423"/>
                    </a:lnTo>
                    <a:cubicBezTo>
                      <a:pt x="42611" y="180453"/>
                      <a:pt x="19060" y="176579"/>
                      <a:pt x="6996" y="159791"/>
                    </a:cubicBezTo>
                    <a:lnTo>
                      <a:pt x="6996" y="159791"/>
                    </a:lnTo>
                    <a:cubicBezTo>
                      <a:pt x="-5034" y="143037"/>
                      <a:pt x="-1160" y="119452"/>
                      <a:pt x="15628" y="107421"/>
                    </a:cubicBezTo>
                    <a:lnTo>
                      <a:pt x="155643" y="6998"/>
                    </a:lnTo>
                    <a:cubicBezTo>
                      <a:pt x="172397" y="-5032"/>
                      <a:pt x="195982" y="-1158"/>
                      <a:pt x="208012" y="15596"/>
                    </a:cubicBezTo>
                    <a:lnTo>
                      <a:pt x="208012" y="15596"/>
                    </a:lnTo>
                    <a:cubicBezTo>
                      <a:pt x="220043" y="32384"/>
                      <a:pt x="216168" y="55935"/>
                      <a:pt x="199380" y="6796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6"/>
              <p:cNvSpPr/>
              <p:nvPr/>
            </p:nvSpPr>
            <p:spPr>
              <a:xfrm>
                <a:off x="8695261" y="4591310"/>
                <a:ext cx="545936" cy="445519"/>
              </a:xfrm>
              <a:custGeom>
                <a:avLst/>
                <a:gdLst/>
                <a:ahLst/>
                <a:cxnLst/>
                <a:rect l="l" t="t" r="r" b="b"/>
                <a:pathLst>
                  <a:path w="211866" h="172903" extrusionOk="0">
                    <a:moveTo>
                      <a:pt x="15613" y="67966"/>
                    </a:moveTo>
                    <a:lnTo>
                      <a:pt x="152501" y="165908"/>
                    </a:lnTo>
                    <a:cubicBezTo>
                      <a:pt x="169290" y="177938"/>
                      <a:pt x="192807" y="174064"/>
                      <a:pt x="204871" y="157276"/>
                    </a:cubicBezTo>
                    <a:lnTo>
                      <a:pt x="204871" y="157276"/>
                    </a:lnTo>
                    <a:cubicBezTo>
                      <a:pt x="216901" y="140522"/>
                      <a:pt x="213027" y="116937"/>
                      <a:pt x="196239" y="104940"/>
                    </a:cubicBezTo>
                    <a:lnTo>
                      <a:pt x="59351" y="6998"/>
                    </a:lnTo>
                    <a:cubicBezTo>
                      <a:pt x="42563" y="-5032"/>
                      <a:pt x="19046" y="-1158"/>
                      <a:pt x="6981" y="15596"/>
                    </a:cubicBezTo>
                    <a:lnTo>
                      <a:pt x="6981" y="15596"/>
                    </a:lnTo>
                    <a:cubicBezTo>
                      <a:pt x="-5015" y="32350"/>
                      <a:pt x="-1175" y="55969"/>
                      <a:pt x="15613" y="6796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8739090" y="4635220"/>
                <a:ext cx="118291" cy="118299"/>
              </a:xfrm>
              <a:custGeom>
                <a:avLst/>
                <a:gdLst/>
                <a:ahLst/>
                <a:cxnLst/>
                <a:rect l="l" t="t" r="r" b="b"/>
                <a:pathLst>
                  <a:path w="45906" h="45911" extrusionOk="0">
                    <a:moveTo>
                      <a:pt x="9547" y="41613"/>
                    </a:moveTo>
                    <a:cubicBezTo>
                      <a:pt x="19844" y="48988"/>
                      <a:pt x="34185" y="46643"/>
                      <a:pt x="41594" y="36345"/>
                    </a:cubicBezTo>
                    <a:cubicBezTo>
                      <a:pt x="49002" y="26048"/>
                      <a:pt x="46623" y="11707"/>
                      <a:pt x="36326" y="4298"/>
                    </a:cubicBezTo>
                    <a:cubicBezTo>
                      <a:pt x="26029" y="-3076"/>
                      <a:pt x="11688" y="-731"/>
                      <a:pt x="4313" y="9566"/>
                    </a:cubicBezTo>
                    <a:cubicBezTo>
                      <a:pt x="-3095" y="19863"/>
                      <a:pt x="-717" y="34204"/>
                      <a:pt x="9581" y="41613"/>
                    </a:cubicBez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8973684" y="4754614"/>
                <a:ext cx="388898" cy="388883"/>
              </a:xfrm>
              <a:custGeom>
                <a:avLst/>
                <a:gdLst/>
                <a:ahLst/>
                <a:cxnLst/>
                <a:rect l="l" t="t" r="r" b="b"/>
                <a:pathLst>
                  <a:path w="150923" h="150923" extrusionOk="0">
                    <a:moveTo>
                      <a:pt x="75479" y="150924"/>
                    </a:moveTo>
                    <a:cubicBezTo>
                      <a:pt x="33780" y="150924"/>
                      <a:pt x="0" y="117143"/>
                      <a:pt x="0" y="75479"/>
                    </a:cubicBezTo>
                    <a:cubicBezTo>
                      <a:pt x="0" y="33814"/>
                      <a:pt x="33780" y="0"/>
                      <a:pt x="75479" y="0"/>
                    </a:cubicBezTo>
                    <a:cubicBezTo>
                      <a:pt x="117143" y="0"/>
                      <a:pt x="150958" y="33814"/>
                      <a:pt x="150924" y="75479"/>
                    </a:cubicBezTo>
                    <a:cubicBezTo>
                      <a:pt x="150924" y="117143"/>
                      <a:pt x="117143" y="150924"/>
                      <a:pt x="75479" y="1509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6"/>
              <p:cNvSpPr/>
              <p:nvPr/>
            </p:nvSpPr>
            <p:spPr>
              <a:xfrm>
                <a:off x="9055036" y="4834739"/>
                <a:ext cx="231010" cy="231001"/>
              </a:xfrm>
              <a:custGeom>
                <a:avLst/>
                <a:gdLst/>
                <a:ahLst/>
                <a:cxnLst/>
                <a:rect l="l" t="t" r="r" b="b"/>
                <a:pathLst>
                  <a:path w="89650" h="89650" extrusionOk="0">
                    <a:moveTo>
                      <a:pt x="44825" y="89650"/>
                    </a:moveTo>
                    <a:cubicBezTo>
                      <a:pt x="20085" y="89650"/>
                      <a:pt x="34" y="69599"/>
                      <a:pt x="0" y="44825"/>
                    </a:cubicBezTo>
                    <a:cubicBezTo>
                      <a:pt x="0" y="20085"/>
                      <a:pt x="20085" y="34"/>
                      <a:pt x="44825" y="0"/>
                    </a:cubicBezTo>
                    <a:cubicBezTo>
                      <a:pt x="69566" y="0"/>
                      <a:pt x="89650" y="20085"/>
                      <a:pt x="89650" y="44825"/>
                    </a:cubicBezTo>
                    <a:cubicBezTo>
                      <a:pt x="89650" y="69565"/>
                      <a:pt x="69600" y="89616"/>
                      <a:pt x="44859" y="896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8" name="Google Shape;298;p6"/>
              <p:cNvGrpSpPr/>
              <p:nvPr/>
            </p:nvGrpSpPr>
            <p:grpSpPr>
              <a:xfrm>
                <a:off x="9024210" y="4795158"/>
                <a:ext cx="287143" cy="305870"/>
                <a:chOff x="413198" y="3377501"/>
                <a:chExt cx="111434" cy="118706"/>
              </a:xfrm>
            </p:grpSpPr>
            <p:sp>
              <p:nvSpPr>
                <p:cNvPr id="299" name="Google Shape;299;p6"/>
                <p:cNvSpPr/>
                <p:nvPr/>
              </p:nvSpPr>
              <p:spPr>
                <a:xfrm>
                  <a:off x="454557" y="3477890"/>
                  <a:ext cx="27459" cy="183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59" h="18317" extrusionOk="0">
                      <a:moveTo>
                        <a:pt x="27459" y="0"/>
                      </a:moveTo>
                      <a:lnTo>
                        <a:pt x="0" y="0"/>
                      </a:lnTo>
                      <a:lnTo>
                        <a:pt x="5743" y="18318"/>
                      </a:lnTo>
                      <a:lnTo>
                        <a:pt x="21988" y="18283"/>
                      </a:lnTo>
                      <a:lnTo>
                        <a:pt x="2745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" name="Google Shape;300;p6"/>
                <p:cNvSpPr/>
                <p:nvPr/>
              </p:nvSpPr>
              <p:spPr>
                <a:xfrm>
                  <a:off x="497309" y="3446013"/>
                  <a:ext cx="26813" cy="27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13" h="27969" extrusionOk="0">
                      <a:moveTo>
                        <a:pt x="13730" y="0"/>
                      </a:moveTo>
                      <a:lnTo>
                        <a:pt x="0" y="23789"/>
                      </a:lnTo>
                      <a:lnTo>
                        <a:pt x="18691" y="27969"/>
                      </a:lnTo>
                      <a:lnTo>
                        <a:pt x="26813" y="13900"/>
                      </a:lnTo>
                      <a:lnTo>
                        <a:pt x="1373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" name="Google Shape;301;p6"/>
                <p:cNvSpPr/>
                <p:nvPr/>
              </p:nvSpPr>
              <p:spPr>
                <a:xfrm>
                  <a:off x="497921" y="3400576"/>
                  <a:ext cx="26711" cy="28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1" h="28172" extrusionOk="0">
                      <a:moveTo>
                        <a:pt x="0" y="4384"/>
                      </a:moveTo>
                      <a:lnTo>
                        <a:pt x="13730" y="28173"/>
                      </a:lnTo>
                      <a:lnTo>
                        <a:pt x="26712" y="14035"/>
                      </a:lnTo>
                      <a:lnTo>
                        <a:pt x="18589" y="0"/>
                      </a:lnTo>
                      <a:lnTo>
                        <a:pt x="0" y="438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" name="Google Shape;302;p6"/>
                <p:cNvSpPr/>
                <p:nvPr/>
              </p:nvSpPr>
              <p:spPr>
                <a:xfrm>
                  <a:off x="455815" y="3377501"/>
                  <a:ext cx="27459" cy="182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59" h="18283" extrusionOk="0">
                      <a:moveTo>
                        <a:pt x="0" y="18283"/>
                      </a:moveTo>
                      <a:lnTo>
                        <a:pt x="27459" y="18283"/>
                      </a:lnTo>
                      <a:lnTo>
                        <a:pt x="21716" y="0"/>
                      </a:lnTo>
                      <a:lnTo>
                        <a:pt x="5471" y="0"/>
                      </a:lnTo>
                      <a:lnTo>
                        <a:pt x="0" y="1828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" name="Google Shape;303;p6"/>
                <p:cNvSpPr/>
                <p:nvPr/>
              </p:nvSpPr>
              <p:spPr>
                <a:xfrm>
                  <a:off x="413708" y="3399693"/>
                  <a:ext cx="26813" cy="27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13" h="27968" extrusionOk="0">
                      <a:moveTo>
                        <a:pt x="13084" y="27969"/>
                      </a:moveTo>
                      <a:lnTo>
                        <a:pt x="26813" y="4180"/>
                      </a:lnTo>
                      <a:lnTo>
                        <a:pt x="8122" y="0"/>
                      </a:lnTo>
                      <a:lnTo>
                        <a:pt x="0" y="14069"/>
                      </a:lnTo>
                      <a:lnTo>
                        <a:pt x="13084" y="2796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" name="Google Shape;304;p6"/>
                <p:cNvSpPr/>
                <p:nvPr/>
              </p:nvSpPr>
              <p:spPr>
                <a:xfrm>
                  <a:off x="413198" y="3444959"/>
                  <a:ext cx="26711" cy="28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11" h="28172" extrusionOk="0">
                      <a:moveTo>
                        <a:pt x="26712" y="23789"/>
                      </a:moveTo>
                      <a:lnTo>
                        <a:pt x="12982" y="0"/>
                      </a:lnTo>
                      <a:lnTo>
                        <a:pt x="0" y="14104"/>
                      </a:lnTo>
                      <a:lnTo>
                        <a:pt x="8122" y="28173"/>
                      </a:lnTo>
                      <a:lnTo>
                        <a:pt x="26712" y="2378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" name="Google Shape;305;p6"/>
                <p:cNvSpPr/>
                <p:nvPr/>
              </p:nvSpPr>
              <p:spPr>
                <a:xfrm>
                  <a:off x="422862" y="3390800"/>
                  <a:ext cx="92141" cy="92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141" h="92115" extrusionOk="0">
                      <a:moveTo>
                        <a:pt x="23030" y="85934"/>
                      </a:moveTo>
                      <a:cubicBezTo>
                        <a:pt x="1008" y="73224"/>
                        <a:pt x="-6537" y="45051"/>
                        <a:pt x="6173" y="23030"/>
                      </a:cubicBezTo>
                      <a:cubicBezTo>
                        <a:pt x="18884" y="1008"/>
                        <a:pt x="47090" y="-6537"/>
                        <a:pt x="69112" y="6173"/>
                      </a:cubicBezTo>
                      <a:cubicBezTo>
                        <a:pt x="91134" y="18884"/>
                        <a:pt x="98678" y="47056"/>
                        <a:pt x="85968" y="69078"/>
                      </a:cubicBezTo>
                      <a:cubicBezTo>
                        <a:pt x="73258" y="91134"/>
                        <a:pt x="45085" y="98644"/>
                        <a:pt x="23064" y="85934"/>
                      </a:cubicBezTo>
                      <a:lnTo>
                        <a:pt x="23064" y="85934"/>
                      </a:lnTo>
                      <a:close/>
                      <a:moveTo>
                        <a:pt x="43046" y="51270"/>
                      </a:moveTo>
                      <a:cubicBezTo>
                        <a:pt x="45935" y="52936"/>
                        <a:pt x="49639" y="51950"/>
                        <a:pt x="51304" y="49061"/>
                      </a:cubicBezTo>
                      <a:cubicBezTo>
                        <a:pt x="52970" y="46173"/>
                        <a:pt x="51984" y="42468"/>
                        <a:pt x="49095" y="40803"/>
                      </a:cubicBezTo>
                      <a:cubicBezTo>
                        <a:pt x="46207" y="39138"/>
                        <a:pt x="42503" y="40124"/>
                        <a:pt x="40837" y="43012"/>
                      </a:cubicBezTo>
                      <a:cubicBezTo>
                        <a:pt x="39172" y="45901"/>
                        <a:pt x="40158" y="49571"/>
                        <a:pt x="43046" y="5127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6" name="Google Shape;306;p6"/>
              <p:cNvSpPr/>
              <p:nvPr/>
            </p:nvSpPr>
            <p:spPr>
              <a:xfrm>
                <a:off x="9049133" y="4829343"/>
                <a:ext cx="222027" cy="177725"/>
              </a:xfrm>
              <a:custGeom>
                <a:avLst/>
                <a:gdLst/>
                <a:ahLst/>
                <a:cxnLst/>
                <a:rect l="l" t="t" r="r" b="b"/>
                <a:pathLst>
                  <a:path w="86164" h="68974" extrusionOk="0">
                    <a:moveTo>
                      <a:pt x="6097" y="68975"/>
                    </a:moveTo>
                    <a:cubicBezTo>
                      <a:pt x="-1753" y="55211"/>
                      <a:pt x="-2331" y="37744"/>
                      <a:pt x="6165" y="23062"/>
                    </a:cubicBezTo>
                    <a:cubicBezTo>
                      <a:pt x="18875" y="1007"/>
                      <a:pt x="47082" y="-6538"/>
                      <a:pt x="69070" y="6172"/>
                    </a:cubicBezTo>
                    <a:cubicBezTo>
                      <a:pt x="76479" y="10454"/>
                      <a:pt x="82256" y="16503"/>
                      <a:pt x="86164" y="23470"/>
                    </a:cubicBezTo>
                    <a:lnTo>
                      <a:pt x="51364" y="43215"/>
                    </a:lnTo>
                    <a:cubicBezTo>
                      <a:pt x="50855" y="42263"/>
                      <a:pt x="50073" y="41414"/>
                      <a:pt x="49053" y="40802"/>
                    </a:cubicBezTo>
                    <a:cubicBezTo>
                      <a:pt x="46165" y="39137"/>
                      <a:pt x="42460" y="40122"/>
                      <a:pt x="40795" y="43011"/>
                    </a:cubicBezTo>
                    <a:cubicBezTo>
                      <a:pt x="39674" y="44982"/>
                      <a:pt x="39776" y="47327"/>
                      <a:pt x="40863" y="49162"/>
                    </a:cubicBezTo>
                    <a:lnTo>
                      <a:pt x="6063" y="68941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7" name="Google Shape;307;p6"/>
              <p:cNvGrpSpPr/>
              <p:nvPr/>
            </p:nvGrpSpPr>
            <p:grpSpPr>
              <a:xfrm>
                <a:off x="8637327" y="3427974"/>
                <a:ext cx="1031228" cy="358499"/>
                <a:chOff x="263057" y="2846906"/>
                <a:chExt cx="400197" cy="139131"/>
              </a:xfrm>
            </p:grpSpPr>
            <p:sp>
              <p:nvSpPr>
                <p:cNvPr id="308" name="Google Shape;308;p6"/>
                <p:cNvSpPr/>
                <p:nvPr/>
              </p:nvSpPr>
              <p:spPr>
                <a:xfrm>
                  <a:off x="578432" y="2914043"/>
                  <a:ext cx="45926" cy="45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26" h="45926" extrusionOk="0">
                      <a:moveTo>
                        <a:pt x="36360" y="41613"/>
                      </a:moveTo>
                      <a:cubicBezTo>
                        <a:pt x="26063" y="49021"/>
                        <a:pt x="11722" y="46643"/>
                        <a:pt x="4313" y="36345"/>
                      </a:cubicBezTo>
                      <a:cubicBezTo>
                        <a:pt x="-3095" y="26048"/>
                        <a:pt x="-717" y="11707"/>
                        <a:pt x="9581" y="4298"/>
                      </a:cubicBezTo>
                      <a:cubicBezTo>
                        <a:pt x="19878" y="-3076"/>
                        <a:pt x="34219" y="-731"/>
                        <a:pt x="41628" y="9566"/>
                      </a:cubicBezTo>
                      <a:cubicBezTo>
                        <a:pt x="49002" y="19863"/>
                        <a:pt x="46657" y="34204"/>
                        <a:pt x="36360" y="41579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9" name="Google Shape;309;p6"/>
                <p:cNvSpPr/>
                <p:nvPr/>
              </p:nvSpPr>
              <p:spPr>
                <a:xfrm>
                  <a:off x="303379" y="2914043"/>
                  <a:ext cx="45911" cy="459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11" h="45911" extrusionOk="0">
                      <a:moveTo>
                        <a:pt x="9566" y="41613"/>
                      </a:moveTo>
                      <a:cubicBezTo>
                        <a:pt x="19863" y="48987"/>
                        <a:pt x="34204" y="46643"/>
                        <a:pt x="41613" y="36345"/>
                      </a:cubicBezTo>
                      <a:cubicBezTo>
                        <a:pt x="48988" y="26048"/>
                        <a:pt x="46643" y="11707"/>
                        <a:pt x="36345" y="4298"/>
                      </a:cubicBezTo>
                      <a:cubicBezTo>
                        <a:pt x="26048" y="-3076"/>
                        <a:pt x="11707" y="-731"/>
                        <a:pt x="4298" y="9566"/>
                      </a:cubicBezTo>
                      <a:cubicBezTo>
                        <a:pt x="-3076" y="19863"/>
                        <a:pt x="-731" y="34204"/>
                        <a:pt x="9566" y="41613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0" name="Google Shape;310;p6"/>
                <p:cNvSpPr/>
                <p:nvPr/>
              </p:nvSpPr>
              <p:spPr>
                <a:xfrm>
                  <a:off x="263057" y="2871987"/>
                  <a:ext cx="400197" cy="11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197" h="114050" extrusionOk="0">
                      <a:moveTo>
                        <a:pt x="371685" y="0"/>
                      </a:moveTo>
                      <a:lnTo>
                        <a:pt x="28513" y="0"/>
                      </a:lnTo>
                      <a:cubicBezTo>
                        <a:pt x="12846" y="0"/>
                        <a:pt x="0" y="12846"/>
                        <a:pt x="0" y="28513"/>
                      </a:cubicBezTo>
                      <a:lnTo>
                        <a:pt x="0" y="85538"/>
                      </a:lnTo>
                      <a:cubicBezTo>
                        <a:pt x="0" y="101239"/>
                        <a:pt x="12846" y="114051"/>
                        <a:pt x="28513" y="114051"/>
                      </a:cubicBezTo>
                      <a:lnTo>
                        <a:pt x="371685" y="114051"/>
                      </a:lnTo>
                      <a:cubicBezTo>
                        <a:pt x="387385" y="114051"/>
                        <a:pt x="400197" y="101205"/>
                        <a:pt x="400197" y="85538"/>
                      </a:cubicBezTo>
                      <a:lnTo>
                        <a:pt x="400197" y="28513"/>
                      </a:lnTo>
                      <a:cubicBezTo>
                        <a:pt x="400197" y="12812"/>
                        <a:pt x="387351" y="0"/>
                        <a:pt x="37168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" name="Google Shape;311;p6"/>
                <p:cNvSpPr/>
                <p:nvPr/>
              </p:nvSpPr>
              <p:spPr>
                <a:xfrm>
                  <a:off x="587639" y="2846906"/>
                  <a:ext cx="50024" cy="13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24" h="138043" extrusionOk="0">
                      <a:moveTo>
                        <a:pt x="50025" y="113065"/>
                      </a:moveTo>
                      <a:lnTo>
                        <a:pt x="50025" y="25012"/>
                      </a:lnTo>
                      <a:cubicBezTo>
                        <a:pt x="50025" y="11249"/>
                        <a:pt x="38776" y="0"/>
                        <a:pt x="25012" y="0"/>
                      </a:cubicBezTo>
                      <a:lnTo>
                        <a:pt x="25012" y="0"/>
                      </a:lnTo>
                      <a:cubicBezTo>
                        <a:pt x="11283" y="0"/>
                        <a:pt x="34" y="11249"/>
                        <a:pt x="0" y="24978"/>
                      </a:cubicBezTo>
                      <a:lnTo>
                        <a:pt x="0" y="113031"/>
                      </a:lnTo>
                      <a:cubicBezTo>
                        <a:pt x="0" y="126795"/>
                        <a:pt x="11249" y="138044"/>
                        <a:pt x="25012" y="138044"/>
                      </a:cubicBezTo>
                      <a:lnTo>
                        <a:pt x="25012" y="138044"/>
                      </a:lnTo>
                      <a:cubicBezTo>
                        <a:pt x="38776" y="138044"/>
                        <a:pt x="50025" y="126795"/>
                        <a:pt x="50025" y="11303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" name="Google Shape;312;p6"/>
                <p:cNvSpPr/>
                <p:nvPr/>
              </p:nvSpPr>
              <p:spPr>
                <a:xfrm>
                  <a:off x="489289" y="2846906"/>
                  <a:ext cx="50024" cy="1380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24" h="138077" extrusionOk="0">
                      <a:moveTo>
                        <a:pt x="50025" y="113065"/>
                      </a:moveTo>
                      <a:lnTo>
                        <a:pt x="50025" y="25012"/>
                      </a:lnTo>
                      <a:cubicBezTo>
                        <a:pt x="50025" y="11249"/>
                        <a:pt x="38742" y="0"/>
                        <a:pt x="25012" y="0"/>
                      </a:cubicBezTo>
                      <a:lnTo>
                        <a:pt x="25012" y="0"/>
                      </a:lnTo>
                      <a:cubicBezTo>
                        <a:pt x="11249" y="0"/>
                        <a:pt x="0" y="11249"/>
                        <a:pt x="0" y="25012"/>
                      </a:cubicBezTo>
                      <a:lnTo>
                        <a:pt x="0" y="113065"/>
                      </a:lnTo>
                      <a:cubicBezTo>
                        <a:pt x="0" y="126829"/>
                        <a:pt x="11249" y="138078"/>
                        <a:pt x="25012" y="138078"/>
                      </a:cubicBezTo>
                      <a:lnTo>
                        <a:pt x="25012" y="138078"/>
                      </a:lnTo>
                      <a:cubicBezTo>
                        <a:pt x="38776" y="138078"/>
                        <a:pt x="50025" y="126829"/>
                        <a:pt x="50025" y="113065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6"/>
                <p:cNvSpPr/>
                <p:nvPr/>
              </p:nvSpPr>
              <p:spPr>
                <a:xfrm>
                  <a:off x="390905" y="2846906"/>
                  <a:ext cx="50024" cy="1380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24" h="138077" extrusionOk="0">
                      <a:moveTo>
                        <a:pt x="50025" y="113065"/>
                      </a:moveTo>
                      <a:lnTo>
                        <a:pt x="50025" y="25012"/>
                      </a:lnTo>
                      <a:cubicBezTo>
                        <a:pt x="50025" y="11249"/>
                        <a:pt x="38776" y="0"/>
                        <a:pt x="25012" y="0"/>
                      </a:cubicBezTo>
                      <a:lnTo>
                        <a:pt x="25012" y="0"/>
                      </a:lnTo>
                      <a:cubicBezTo>
                        <a:pt x="11249" y="0"/>
                        <a:pt x="0" y="11283"/>
                        <a:pt x="0" y="25012"/>
                      </a:cubicBezTo>
                      <a:lnTo>
                        <a:pt x="0" y="113065"/>
                      </a:lnTo>
                      <a:cubicBezTo>
                        <a:pt x="0" y="126829"/>
                        <a:pt x="11249" y="138078"/>
                        <a:pt x="25012" y="138078"/>
                      </a:cubicBezTo>
                      <a:lnTo>
                        <a:pt x="25012" y="138078"/>
                      </a:lnTo>
                      <a:cubicBezTo>
                        <a:pt x="38776" y="138078"/>
                        <a:pt x="50025" y="126829"/>
                        <a:pt x="50025" y="113065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6"/>
                <p:cNvSpPr/>
                <p:nvPr/>
              </p:nvSpPr>
              <p:spPr>
                <a:xfrm>
                  <a:off x="292521" y="2846906"/>
                  <a:ext cx="50024" cy="13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24" h="138043" extrusionOk="0">
                      <a:moveTo>
                        <a:pt x="50025" y="113065"/>
                      </a:moveTo>
                      <a:lnTo>
                        <a:pt x="50025" y="25012"/>
                      </a:lnTo>
                      <a:cubicBezTo>
                        <a:pt x="50025" y="11249"/>
                        <a:pt x="38776" y="0"/>
                        <a:pt x="25012" y="0"/>
                      </a:cubicBezTo>
                      <a:lnTo>
                        <a:pt x="25012" y="0"/>
                      </a:lnTo>
                      <a:cubicBezTo>
                        <a:pt x="11283" y="0"/>
                        <a:pt x="0" y="11249"/>
                        <a:pt x="0" y="24978"/>
                      </a:cubicBezTo>
                      <a:lnTo>
                        <a:pt x="0" y="113031"/>
                      </a:lnTo>
                      <a:cubicBezTo>
                        <a:pt x="0" y="126795"/>
                        <a:pt x="11249" y="138044"/>
                        <a:pt x="25012" y="138044"/>
                      </a:cubicBezTo>
                      <a:lnTo>
                        <a:pt x="25012" y="138044"/>
                      </a:lnTo>
                      <a:cubicBezTo>
                        <a:pt x="38776" y="138044"/>
                        <a:pt x="50025" y="126795"/>
                        <a:pt x="50025" y="11303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15" name="Google Shape;315;p6"/>
              <p:cNvSpPr/>
              <p:nvPr/>
            </p:nvSpPr>
            <p:spPr>
              <a:xfrm>
                <a:off x="9140766" y="4400145"/>
                <a:ext cx="60599" cy="60771"/>
              </a:xfrm>
              <a:custGeom>
                <a:avLst/>
                <a:gdLst/>
                <a:ahLst/>
                <a:cxnLst/>
                <a:rect l="l" t="t" r="r" b="b"/>
                <a:pathLst>
                  <a:path w="23517" h="23585" extrusionOk="0">
                    <a:moveTo>
                      <a:pt x="11759" y="0"/>
                    </a:moveTo>
                    <a:cubicBezTo>
                      <a:pt x="5268" y="0"/>
                      <a:pt x="-34" y="5302"/>
                      <a:pt x="0" y="11792"/>
                    </a:cubicBezTo>
                    <a:cubicBezTo>
                      <a:pt x="0" y="18283"/>
                      <a:pt x="5268" y="23585"/>
                      <a:pt x="11759" y="23585"/>
                    </a:cubicBezTo>
                    <a:cubicBezTo>
                      <a:pt x="18250" y="23585"/>
                      <a:pt x="23551" y="18318"/>
                      <a:pt x="23517" y="11826"/>
                    </a:cubicBezTo>
                    <a:cubicBezTo>
                      <a:pt x="23517" y="5336"/>
                      <a:pt x="18250" y="34"/>
                      <a:pt x="11759" y="34"/>
                    </a:cubicBez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6"/>
              <p:cNvSpPr/>
              <p:nvPr/>
            </p:nvSpPr>
            <p:spPr>
              <a:xfrm>
                <a:off x="9124391" y="3882097"/>
                <a:ext cx="60686" cy="60771"/>
              </a:xfrm>
              <a:custGeom>
                <a:avLst/>
                <a:gdLst/>
                <a:ahLst/>
                <a:cxnLst/>
                <a:rect l="l" t="t" r="r" b="b"/>
                <a:pathLst>
                  <a:path w="23551" h="23585" extrusionOk="0">
                    <a:moveTo>
                      <a:pt x="11793" y="0"/>
                    </a:moveTo>
                    <a:cubicBezTo>
                      <a:pt x="5302" y="0"/>
                      <a:pt x="34" y="5268"/>
                      <a:pt x="0" y="11793"/>
                    </a:cubicBezTo>
                    <a:cubicBezTo>
                      <a:pt x="0" y="18283"/>
                      <a:pt x="5302" y="23585"/>
                      <a:pt x="11793" y="23585"/>
                    </a:cubicBezTo>
                    <a:cubicBezTo>
                      <a:pt x="18283" y="23585"/>
                      <a:pt x="23551" y="18318"/>
                      <a:pt x="23551" y="11827"/>
                    </a:cubicBezTo>
                    <a:cubicBezTo>
                      <a:pt x="23551" y="5336"/>
                      <a:pt x="18283" y="34"/>
                      <a:pt x="11793" y="34"/>
                    </a:cubicBez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7"/>
          <p:cNvSpPr txBox="1">
            <a:spLocks noGrp="1"/>
          </p:cNvSpPr>
          <p:nvPr>
            <p:ph type="subTitle" idx="1"/>
          </p:nvPr>
        </p:nvSpPr>
        <p:spPr>
          <a:xfrm>
            <a:off x="724775" y="1609900"/>
            <a:ext cx="5181600" cy="26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9" name="Google Shape;319;p7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20" name="Google Shape;320;p7"/>
          <p:cNvGrpSpPr/>
          <p:nvPr/>
        </p:nvGrpSpPr>
        <p:grpSpPr>
          <a:xfrm>
            <a:off x="-387388" y="2392964"/>
            <a:ext cx="9455260" cy="2750536"/>
            <a:chOff x="-387388" y="2392964"/>
            <a:chExt cx="9455260" cy="2750536"/>
          </a:xfrm>
        </p:grpSpPr>
        <p:grpSp>
          <p:nvGrpSpPr>
            <p:cNvPr id="321" name="Google Shape;321;p7"/>
            <p:cNvGrpSpPr/>
            <p:nvPr/>
          </p:nvGrpSpPr>
          <p:grpSpPr>
            <a:xfrm>
              <a:off x="8547972" y="3257645"/>
              <a:ext cx="519900" cy="680530"/>
              <a:chOff x="5544622" y="2527045"/>
              <a:chExt cx="519900" cy="680530"/>
            </a:xfrm>
          </p:grpSpPr>
          <p:grpSp>
            <p:nvGrpSpPr>
              <p:cNvPr id="322" name="Google Shape;322;p7"/>
              <p:cNvGrpSpPr/>
              <p:nvPr/>
            </p:nvGrpSpPr>
            <p:grpSpPr>
              <a:xfrm>
                <a:off x="5584229" y="2527045"/>
                <a:ext cx="459095" cy="565322"/>
                <a:chOff x="5292342" y="3091129"/>
                <a:chExt cx="224771" cy="276766"/>
              </a:xfrm>
            </p:grpSpPr>
            <p:sp>
              <p:nvSpPr>
                <p:cNvPr id="323" name="Google Shape;323;p7"/>
                <p:cNvSpPr/>
                <p:nvPr/>
              </p:nvSpPr>
              <p:spPr>
                <a:xfrm>
                  <a:off x="5378390" y="3254253"/>
                  <a:ext cx="44247" cy="1136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247" h="113642" extrusionOk="0">
                      <a:moveTo>
                        <a:pt x="0" y="0"/>
                      </a:moveTo>
                      <a:lnTo>
                        <a:pt x="44247" y="0"/>
                      </a:lnTo>
                      <a:lnTo>
                        <a:pt x="44247" y="113643"/>
                      </a:lnTo>
                      <a:lnTo>
                        <a:pt x="0" y="113643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" name="Google Shape;324;p7"/>
                <p:cNvSpPr/>
                <p:nvPr/>
              </p:nvSpPr>
              <p:spPr>
                <a:xfrm>
                  <a:off x="5292342" y="3091129"/>
                  <a:ext cx="224771" cy="224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771" h="224770" extrusionOk="0">
                      <a:moveTo>
                        <a:pt x="112385" y="224771"/>
                      </a:moveTo>
                      <a:cubicBezTo>
                        <a:pt x="174271" y="224771"/>
                        <a:pt x="224771" y="174305"/>
                        <a:pt x="224771" y="112386"/>
                      </a:cubicBezTo>
                      <a:cubicBezTo>
                        <a:pt x="224771" y="50466"/>
                        <a:pt x="174305" y="0"/>
                        <a:pt x="112385" y="0"/>
                      </a:cubicBezTo>
                      <a:cubicBezTo>
                        <a:pt x="50466" y="0"/>
                        <a:pt x="0" y="50500"/>
                        <a:pt x="0" y="112386"/>
                      </a:cubicBezTo>
                      <a:cubicBezTo>
                        <a:pt x="0" y="174271"/>
                        <a:pt x="50466" y="224771"/>
                        <a:pt x="112385" y="22477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5" name="Google Shape;325;p7"/>
                <p:cNvSpPr/>
                <p:nvPr/>
              </p:nvSpPr>
              <p:spPr>
                <a:xfrm>
                  <a:off x="5310116" y="3108903"/>
                  <a:ext cx="189189" cy="1892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89" h="189223" extrusionOk="0">
                      <a:moveTo>
                        <a:pt x="94612" y="189224"/>
                      </a:moveTo>
                      <a:cubicBezTo>
                        <a:pt x="146710" y="189224"/>
                        <a:pt x="189190" y="146744"/>
                        <a:pt x="189190" y="94612"/>
                      </a:cubicBezTo>
                      <a:cubicBezTo>
                        <a:pt x="189190" y="42480"/>
                        <a:pt x="146710" y="0"/>
                        <a:pt x="94612" y="0"/>
                      </a:cubicBezTo>
                      <a:cubicBezTo>
                        <a:pt x="42514" y="0"/>
                        <a:pt x="0" y="42514"/>
                        <a:pt x="0" y="94612"/>
                      </a:cubicBezTo>
                      <a:cubicBezTo>
                        <a:pt x="0" y="146709"/>
                        <a:pt x="42480" y="189224"/>
                        <a:pt x="94612" y="18922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6" name="Google Shape;326;p7"/>
                <p:cNvSpPr/>
                <p:nvPr/>
              </p:nvSpPr>
              <p:spPr>
                <a:xfrm>
                  <a:off x="5310116" y="3108937"/>
                  <a:ext cx="189189" cy="98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89" h="98180" extrusionOk="0">
                      <a:moveTo>
                        <a:pt x="94578" y="0"/>
                      </a:moveTo>
                      <a:cubicBezTo>
                        <a:pt x="146845" y="0"/>
                        <a:pt x="189190" y="42378"/>
                        <a:pt x="189190" y="94612"/>
                      </a:cubicBezTo>
                      <a:cubicBezTo>
                        <a:pt x="189190" y="95801"/>
                        <a:pt x="189190" y="96991"/>
                        <a:pt x="189122" y="98180"/>
                      </a:cubicBezTo>
                      <a:lnTo>
                        <a:pt x="68" y="98180"/>
                      </a:lnTo>
                      <a:cubicBezTo>
                        <a:pt x="68" y="96991"/>
                        <a:pt x="0" y="95801"/>
                        <a:pt x="0" y="94612"/>
                      </a:cubicBezTo>
                      <a:cubicBezTo>
                        <a:pt x="0" y="42378"/>
                        <a:pt x="42378" y="0"/>
                        <a:pt x="9461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" name="Google Shape;327;p7"/>
                <p:cNvSpPr/>
                <p:nvPr/>
              </p:nvSpPr>
              <p:spPr>
                <a:xfrm>
                  <a:off x="5402893" y="3125521"/>
                  <a:ext cx="97853" cy="80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53" h="80440" extrusionOk="0">
                      <a:moveTo>
                        <a:pt x="88902" y="38810"/>
                      </a:moveTo>
                      <a:cubicBezTo>
                        <a:pt x="95223" y="52302"/>
                        <a:pt x="98078" y="66507"/>
                        <a:pt x="97840" y="80440"/>
                      </a:cubicBezTo>
                      <a:lnTo>
                        <a:pt x="0" y="80440"/>
                      </a:lnTo>
                      <a:lnTo>
                        <a:pt x="55428" y="0"/>
                      </a:lnTo>
                      <a:cubicBezTo>
                        <a:pt x="69497" y="9278"/>
                        <a:pt x="81256" y="22429"/>
                        <a:pt x="88902" y="38776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7"/>
                <p:cNvSpPr/>
                <p:nvPr/>
              </p:nvSpPr>
              <p:spPr>
                <a:xfrm>
                  <a:off x="5362485" y="3109487"/>
                  <a:ext cx="90873" cy="98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73" h="98173" extrusionOk="0">
                      <a:moveTo>
                        <a:pt x="50228" y="299"/>
                      </a:moveTo>
                      <a:cubicBezTo>
                        <a:pt x="65080" y="1455"/>
                        <a:pt x="78877" y="6008"/>
                        <a:pt x="90874" y="13111"/>
                      </a:cubicBezTo>
                      <a:lnTo>
                        <a:pt x="42548" y="98173"/>
                      </a:lnTo>
                      <a:lnTo>
                        <a:pt x="0" y="10257"/>
                      </a:lnTo>
                      <a:cubicBezTo>
                        <a:pt x="15055" y="2610"/>
                        <a:pt x="32217" y="-1128"/>
                        <a:pt x="50228" y="29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7"/>
                <p:cNvSpPr/>
                <p:nvPr/>
              </p:nvSpPr>
              <p:spPr>
                <a:xfrm>
                  <a:off x="5311712" y="3126507"/>
                  <a:ext cx="97738" cy="81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738" h="81629" extrusionOk="0">
                      <a:moveTo>
                        <a:pt x="11657" y="31775"/>
                      </a:moveTo>
                      <a:cubicBezTo>
                        <a:pt x="18862" y="18725"/>
                        <a:pt x="28649" y="8054"/>
                        <a:pt x="40068" y="0"/>
                      </a:cubicBezTo>
                      <a:lnTo>
                        <a:pt x="97739" y="79047"/>
                      </a:lnTo>
                      <a:lnTo>
                        <a:pt x="103" y="81630"/>
                      </a:lnTo>
                      <a:cubicBezTo>
                        <a:pt x="-679" y="64808"/>
                        <a:pt x="2991" y="47578"/>
                        <a:pt x="11691" y="3174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30" name="Google Shape;330;p7"/>
                <p:cNvGrpSpPr/>
                <p:nvPr/>
              </p:nvGrpSpPr>
              <p:grpSpPr>
                <a:xfrm>
                  <a:off x="5361045" y="3146273"/>
                  <a:ext cx="64409" cy="79667"/>
                  <a:chOff x="5361045" y="3146273"/>
                  <a:chExt cx="64409" cy="79667"/>
                </a:xfrm>
              </p:grpSpPr>
              <p:sp>
                <p:nvSpPr>
                  <p:cNvPr id="331" name="Google Shape;331;p7"/>
                  <p:cNvSpPr/>
                  <p:nvPr/>
                </p:nvSpPr>
                <p:spPr>
                  <a:xfrm>
                    <a:off x="5382608" y="3183094"/>
                    <a:ext cx="42846" cy="428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846" h="42846" extrusionOk="0">
                        <a:moveTo>
                          <a:pt x="17328" y="404"/>
                        </a:moveTo>
                        <a:cubicBezTo>
                          <a:pt x="28951" y="-1873"/>
                          <a:pt x="40166" y="5705"/>
                          <a:pt x="42442" y="17328"/>
                        </a:cubicBezTo>
                        <a:cubicBezTo>
                          <a:pt x="44719" y="28951"/>
                          <a:pt x="37141" y="40199"/>
                          <a:pt x="25518" y="42442"/>
                        </a:cubicBezTo>
                        <a:cubicBezTo>
                          <a:pt x="13896" y="44719"/>
                          <a:pt x="2647" y="37141"/>
                          <a:pt x="404" y="25518"/>
                        </a:cubicBezTo>
                        <a:cubicBezTo>
                          <a:pt x="-1873" y="13930"/>
                          <a:pt x="5706" y="2681"/>
                          <a:pt x="17328" y="438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2" name="Google Shape;332;p7"/>
                  <p:cNvSpPr/>
                  <p:nvPr/>
                </p:nvSpPr>
                <p:spPr>
                  <a:xfrm>
                    <a:off x="5361045" y="3146273"/>
                    <a:ext cx="43376" cy="543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76" h="54353" extrusionOk="0">
                        <a:moveTo>
                          <a:pt x="30327" y="54353"/>
                        </a:moveTo>
                        <a:lnTo>
                          <a:pt x="43376" y="45348"/>
                        </a:lnTo>
                        <a:lnTo>
                          <a:pt x="14456" y="3411"/>
                        </a:lnTo>
                        <a:cubicBezTo>
                          <a:pt x="11975" y="-191"/>
                          <a:pt x="6980" y="-1075"/>
                          <a:pt x="3411" y="1406"/>
                        </a:cubicBezTo>
                        <a:lnTo>
                          <a:pt x="3411" y="1406"/>
                        </a:lnTo>
                        <a:cubicBezTo>
                          <a:pt x="-191" y="3853"/>
                          <a:pt x="-1075" y="8815"/>
                          <a:pt x="1406" y="12451"/>
                        </a:cubicBezTo>
                        <a:lnTo>
                          <a:pt x="30361" y="54353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33" name="Google Shape;333;p7"/>
              <p:cNvSpPr/>
              <p:nvPr/>
            </p:nvSpPr>
            <p:spPr>
              <a:xfrm>
                <a:off x="5544622" y="3092375"/>
                <a:ext cx="519900" cy="115200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34" name="Google Shape;334;p7"/>
            <p:cNvGrpSpPr/>
            <p:nvPr/>
          </p:nvGrpSpPr>
          <p:grpSpPr>
            <a:xfrm>
              <a:off x="-387388" y="4164605"/>
              <a:ext cx="1107385" cy="978895"/>
              <a:chOff x="318247" y="2569282"/>
              <a:chExt cx="300928" cy="266062"/>
            </a:xfrm>
          </p:grpSpPr>
          <p:sp>
            <p:nvSpPr>
              <p:cNvPr id="335" name="Google Shape;335;p7"/>
              <p:cNvSpPr/>
              <p:nvPr/>
            </p:nvSpPr>
            <p:spPr>
              <a:xfrm>
                <a:off x="334831" y="2766730"/>
                <a:ext cx="32013" cy="12913"/>
              </a:xfrm>
              <a:custGeom>
                <a:avLst/>
                <a:gdLst/>
                <a:ahLst/>
                <a:cxnLst/>
                <a:rect l="l" t="t" r="r" b="b"/>
                <a:pathLst>
                  <a:path w="32013" h="12913" extrusionOk="0">
                    <a:moveTo>
                      <a:pt x="0" y="0"/>
                    </a:moveTo>
                    <a:lnTo>
                      <a:pt x="32013" y="0"/>
                    </a:lnTo>
                    <a:lnTo>
                      <a:pt x="32013" y="12914"/>
                    </a:lnTo>
                    <a:lnTo>
                      <a:pt x="0" y="1291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7"/>
              <p:cNvSpPr/>
              <p:nvPr/>
            </p:nvSpPr>
            <p:spPr>
              <a:xfrm>
                <a:off x="572414" y="2766866"/>
                <a:ext cx="32013" cy="12913"/>
              </a:xfrm>
              <a:custGeom>
                <a:avLst/>
                <a:gdLst/>
                <a:ahLst/>
                <a:cxnLst/>
                <a:rect l="l" t="t" r="r" b="b"/>
                <a:pathLst>
                  <a:path w="32013" h="12913" extrusionOk="0">
                    <a:moveTo>
                      <a:pt x="0" y="0"/>
                    </a:moveTo>
                    <a:lnTo>
                      <a:pt x="32013" y="0"/>
                    </a:lnTo>
                    <a:lnTo>
                      <a:pt x="32013" y="12914"/>
                    </a:lnTo>
                    <a:lnTo>
                      <a:pt x="0" y="1291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7"/>
              <p:cNvSpPr/>
              <p:nvPr/>
            </p:nvSpPr>
            <p:spPr>
              <a:xfrm>
                <a:off x="318247" y="2758778"/>
                <a:ext cx="30857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0857" h="30857" extrusionOk="0">
                    <a:moveTo>
                      <a:pt x="30858" y="15429"/>
                    </a:moveTo>
                    <a:cubicBezTo>
                      <a:pt x="30858" y="23950"/>
                      <a:pt x="23950" y="30858"/>
                      <a:pt x="15429" y="30858"/>
                    </a:cubicBezTo>
                    <a:cubicBezTo>
                      <a:pt x="6908" y="30858"/>
                      <a:pt x="0" y="23950"/>
                      <a:pt x="0" y="15429"/>
                    </a:cubicBezTo>
                    <a:cubicBezTo>
                      <a:pt x="0" y="6908"/>
                      <a:pt x="6908" y="0"/>
                      <a:pt x="15429" y="0"/>
                    </a:cubicBezTo>
                    <a:cubicBezTo>
                      <a:pt x="23950" y="0"/>
                      <a:pt x="30858" y="6908"/>
                      <a:pt x="30858" y="1542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7"/>
              <p:cNvSpPr/>
              <p:nvPr/>
            </p:nvSpPr>
            <p:spPr>
              <a:xfrm>
                <a:off x="355391" y="2591236"/>
                <a:ext cx="227863" cy="196054"/>
              </a:xfrm>
              <a:custGeom>
                <a:avLst/>
                <a:gdLst/>
                <a:ahLst/>
                <a:cxnLst/>
                <a:rect l="l" t="t" r="r" b="b"/>
                <a:pathLst>
                  <a:path w="227863" h="196054" extrusionOk="0">
                    <a:moveTo>
                      <a:pt x="0" y="0"/>
                    </a:moveTo>
                    <a:lnTo>
                      <a:pt x="227864" y="0"/>
                    </a:lnTo>
                    <a:lnTo>
                      <a:pt x="185723" y="196055"/>
                    </a:lnTo>
                    <a:lnTo>
                      <a:pt x="39931" y="1960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7"/>
              <p:cNvSpPr/>
              <p:nvPr/>
            </p:nvSpPr>
            <p:spPr>
              <a:xfrm>
                <a:off x="376937" y="2597013"/>
                <a:ext cx="181135" cy="155851"/>
              </a:xfrm>
              <a:custGeom>
                <a:avLst/>
                <a:gdLst/>
                <a:ahLst/>
                <a:cxnLst/>
                <a:rect l="l" t="t" r="r" b="b"/>
                <a:pathLst>
                  <a:path w="181135" h="155851" extrusionOk="0">
                    <a:moveTo>
                      <a:pt x="0" y="0"/>
                    </a:moveTo>
                    <a:lnTo>
                      <a:pt x="82310" y="0"/>
                    </a:lnTo>
                    <a:lnTo>
                      <a:pt x="82310" y="155851"/>
                    </a:lnTo>
                    <a:lnTo>
                      <a:pt x="31741" y="15585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98826" y="0"/>
                    </a:moveTo>
                    <a:lnTo>
                      <a:pt x="181135" y="0"/>
                    </a:lnTo>
                    <a:lnTo>
                      <a:pt x="147627" y="155851"/>
                    </a:lnTo>
                    <a:lnTo>
                      <a:pt x="98826" y="155851"/>
                    </a:lnTo>
                    <a:lnTo>
                      <a:pt x="98826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7"/>
              <p:cNvSpPr/>
              <p:nvPr/>
            </p:nvSpPr>
            <p:spPr>
              <a:xfrm>
                <a:off x="336598" y="2569282"/>
                <a:ext cx="265484" cy="25861"/>
              </a:xfrm>
              <a:custGeom>
                <a:avLst/>
                <a:gdLst/>
                <a:ahLst/>
                <a:cxnLst/>
                <a:rect l="l" t="t" r="r" b="b"/>
                <a:pathLst>
                  <a:path w="265484" h="25861" extrusionOk="0">
                    <a:moveTo>
                      <a:pt x="0" y="0"/>
                    </a:moveTo>
                    <a:lnTo>
                      <a:pt x="265484" y="0"/>
                    </a:lnTo>
                    <a:lnTo>
                      <a:pt x="265484" y="25862"/>
                    </a:lnTo>
                    <a:lnTo>
                      <a:pt x="0" y="258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7"/>
              <p:cNvSpPr/>
              <p:nvPr/>
            </p:nvSpPr>
            <p:spPr>
              <a:xfrm>
                <a:off x="358348" y="2753341"/>
                <a:ext cx="222018" cy="39965"/>
              </a:xfrm>
              <a:custGeom>
                <a:avLst/>
                <a:gdLst/>
                <a:ahLst/>
                <a:cxnLst/>
                <a:rect l="l" t="t" r="r" b="b"/>
                <a:pathLst>
                  <a:path w="222018" h="39965" extrusionOk="0">
                    <a:moveTo>
                      <a:pt x="0" y="0"/>
                    </a:moveTo>
                    <a:lnTo>
                      <a:pt x="222018" y="0"/>
                    </a:lnTo>
                    <a:lnTo>
                      <a:pt x="222018" y="39965"/>
                    </a:lnTo>
                    <a:lnTo>
                      <a:pt x="0" y="3996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7"/>
              <p:cNvSpPr/>
              <p:nvPr/>
            </p:nvSpPr>
            <p:spPr>
              <a:xfrm>
                <a:off x="371568" y="2763400"/>
                <a:ext cx="70754" cy="70755"/>
              </a:xfrm>
              <a:custGeom>
                <a:avLst/>
                <a:gdLst/>
                <a:ahLst/>
                <a:cxnLst/>
                <a:rect l="l" t="t" r="r" b="b"/>
                <a:pathLst>
                  <a:path w="70754" h="70755" extrusionOk="0">
                    <a:moveTo>
                      <a:pt x="35377" y="70755"/>
                    </a:moveTo>
                    <a:cubicBezTo>
                      <a:pt x="54850" y="70755"/>
                      <a:pt x="70755" y="54850"/>
                      <a:pt x="70755" y="35377"/>
                    </a:cubicBezTo>
                    <a:cubicBezTo>
                      <a:pt x="70755" y="15905"/>
                      <a:pt x="54850" y="0"/>
                      <a:pt x="35377" y="0"/>
                    </a:cubicBezTo>
                    <a:cubicBezTo>
                      <a:pt x="15905" y="0"/>
                      <a:pt x="0" y="15905"/>
                      <a:pt x="0" y="35377"/>
                    </a:cubicBezTo>
                    <a:cubicBezTo>
                      <a:pt x="0" y="54850"/>
                      <a:pt x="15905" y="70755"/>
                      <a:pt x="35377" y="7075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7"/>
              <p:cNvSpPr/>
              <p:nvPr/>
            </p:nvSpPr>
            <p:spPr>
              <a:xfrm>
                <a:off x="490478" y="2764589"/>
                <a:ext cx="70754" cy="70755"/>
              </a:xfrm>
              <a:custGeom>
                <a:avLst/>
                <a:gdLst/>
                <a:ahLst/>
                <a:cxnLst/>
                <a:rect l="l" t="t" r="r" b="b"/>
                <a:pathLst>
                  <a:path w="70754" h="70755" extrusionOk="0">
                    <a:moveTo>
                      <a:pt x="35378" y="70755"/>
                    </a:moveTo>
                    <a:cubicBezTo>
                      <a:pt x="54850" y="70755"/>
                      <a:pt x="70755" y="54850"/>
                      <a:pt x="70755" y="35378"/>
                    </a:cubicBezTo>
                    <a:cubicBezTo>
                      <a:pt x="70755" y="15905"/>
                      <a:pt x="54850" y="0"/>
                      <a:pt x="35378" y="0"/>
                    </a:cubicBezTo>
                    <a:cubicBezTo>
                      <a:pt x="15905" y="0"/>
                      <a:pt x="0" y="15905"/>
                      <a:pt x="0" y="35378"/>
                    </a:cubicBezTo>
                    <a:cubicBezTo>
                      <a:pt x="0" y="54850"/>
                      <a:pt x="15905" y="70755"/>
                      <a:pt x="35378" y="7075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7"/>
              <p:cNvSpPr/>
              <p:nvPr/>
            </p:nvSpPr>
            <p:spPr>
              <a:xfrm>
                <a:off x="380880" y="2772710"/>
                <a:ext cx="52131" cy="52131"/>
              </a:xfrm>
              <a:custGeom>
                <a:avLst/>
                <a:gdLst/>
                <a:ahLst/>
                <a:cxnLst/>
                <a:rect l="l" t="t" r="r" b="b"/>
                <a:pathLst>
                  <a:path w="52131" h="52131" extrusionOk="0">
                    <a:moveTo>
                      <a:pt x="52132" y="26066"/>
                    </a:moveTo>
                    <a:cubicBezTo>
                      <a:pt x="52132" y="40462"/>
                      <a:pt x="40462" y="52132"/>
                      <a:pt x="26066" y="52132"/>
                    </a:cubicBezTo>
                    <a:cubicBezTo>
                      <a:pt x="11670" y="52132"/>
                      <a:pt x="0" y="40462"/>
                      <a:pt x="0" y="26066"/>
                    </a:cubicBezTo>
                    <a:cubicBezTo>
                      <a:pt x="0" y="11670"/>
                      <a:pt x="11670" y="0"/>
                      <a:pt x="26066" y="0"/>
                    </a:cubicBezTo>
                    <a:cubicBezTo>
                      <a:pt x="40462" y="0"/>
                      <a:pt x="52132" y="11670"/>
                      <a:pt x="52132" y="2606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7"/>
              <p:cNvSpPr/>
              <p:nvPr/>
            </p:nvSpPr>
            <p:spPr>
              <a:xfrm>
                <a:off x="499790" y="2773900"/>
                <a:ext cx="52131" cy="52131"/>
              </a:xfrm>
              <a:custGeom>
                <a:avLst/>
                <a:gdLst/>
                <a:ahLst/>
                <a:cxnLst/>
                <a:rect l="l" t="t" r="r" b="b"/>
                <a:pathLst>
                  <a:path w="52131" h="52131" extrusionOk="0">
                    <a:moveTo>
                      <a:pt x="52132" y="26066"/>
                    </a:moveTo>
                    <a:cubicBezTo>
                      <a:pt x="52132" y="40462"/>
                      <a:pt x="40462" y="52132"/>
                      <a:pt x="26066" y="52132"/>
                    </a:cubicBezTo>
                    <a:cubicBezTo>
                      <a:pt x="11670" y="52132"/>
                      <a:pt x="0" y="40462"/>
                      <a:pt x="0" y="26066"/>
                    </a:cubicBezTo>
                    <a:cubicBezTo>
                      <a:pt x="0" y="11670"/>
                      <a:pt x="11670" y="0"/>
                      <a:pt x="26066" y="0"/>
                    </a:cubicBezTo>
                    <a:cubicBezTo>
                      <a:pt x="40462" y="0"/>
                      <a:pt x="52132" y="11670"/>
                      <a:pt x="52132" y="2606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7"/>
              <p:cNvSpPr/>
              <p:nvPr/>
            </p:nvSpPr>
            <p:spPr>
              <a:xfrm>
                <a:off x="397838" y="2789670"/>
                <a:ext cx="18215" cy="18215"/>
              </a:xfrm>
              <a:custGeom>
                <a:avLst/>
                <a:gdLst/>
                <a:ahLst/>
                <a:cxnLst/>
                <a:rect l="l" t="t" r="r" b="b"/>
                <a:pathLst>
                  <a:path w="18215" h="18215" extrusionOk="0">
                    <a:moveTo>
                      <a:pt x="9108" y="18216"/>
                    </a:moveTo>
                    <a:cubicBezTo>
                      <a:pt x="14137" y="18216"/>
                      <a:pt x="18216" y="14104"/>
                      <a:pt x="18216" y="9108"/>
                    </a:cubicBezTo>
                    <a:cubicBezTo>
                      <a:pt x="18216" y="4112"/>
                      <a:pt x="14137" y="0"/>
                      <a:pt x="9108" y="0"/>
                    </a:cubicBezTo>
                    <a:cubicBezTo>
                      <a:pt x="4078" y="0"/>
                      <a:pt x="0" y="4078"/>
                      <a:pt x="0" y="9108"/>
                    </a:cubicBezTo>
                    <a:cubicBezTo>
                      <a:pt x="0" y="14138"/>
                      <a:pt x="4078" y="18216"/>
                      <a:pt x="9108" y="18216"/>
                    </a:cubicBez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7"/>
              <p:cNvSpPr/>
              <p:nvPr/>
            </p:nvSpPr>
            <p:spPr>
              <a:xfrm>
                <a:off x="516748" y="2790859"/>
                <a:ext cx="18215" cy="18215"/>
              </a:xfrm>
              <a:custGeom>
                <a:avLst/>
                <a:gdLst/>
                <a:ahLst/>
                <a:cxnLst/>
                <a:rect l="l" t="t" r="r" b="b"/>
                <a:pathLst>
                  <a:path w="18215" h="18215" extrusionOk="0">
                    <a:moveTo>
                      <a:pt x="9108" y="18215"/>
                    </a:moveTo>
                    <a:cubicBezTo>
                      <a:pt x="14137" y="18215"/>
                      <a:pt x="18216" y="14137"/>
                      <a:pt x="18216" y="9108"/>
                    </a:cubicBezTo>
                    <a:cubicBezTo>
                      <a:pt x="18216" y="4078"/>
                      <a:pt x="14137" y="0"/>
                      <a:pt x="9108" y="0"/>
                    </a:cubicBezTo>
                    <a:cubicBezTo>
                      <a:pt x="4078" y="0"/>
                      <a:pt x="0" y="4112"/>
                      <a:pt x="0" y="9108"/>
                    </a:cubicBezTo>
                    <a:cubicBezTo>
                      <a:pt x="0" y="14103"/>
                      <a:pt x="4078" y="18215"/>
                      <a:pt x="9108" y="18215"/>
                    </a:cubicBezTo>
                    <a:close/>
                  </a:path>
                </a:pathLst>
              </a:custGeom>
              <a:solidFill>
                <a:srgbClr val="0049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7"/>
              <p:cNvSpPr/>
              <p:nvPr/>
            </p:nvSpPr>
            <p:spPr>
              <a:xfrm>
                <a:off x="591003" y="2754496"/>
                <a:ext cx="28172" cy="38673"/>
              </a:xfrm>
              <a:custGeom>
                <a:avLst/>
                <a:gdLst/>
                <a:ahLst/>
                <a:cxnLst/>
                <a:rect l="l" t="t" r="r" b="b"/>
                <a:pathLst>
                  <a:path w="28172" h="38673" extrusionOk="0">
                    <a:moveTo>
                      <a:pt x="8972" y="12506"/>
                    </a:moveTo>
                    <a:lnTo>
                      <a:pt x="8972" y="26168"/>
                    </a:lnTo>
                    <a:lnTo>
                      <a:pt x="28173" y="26168"/>
                    </a:lnTo>
                    <a:lnTo>
                      <a:pt x="28173" y="38674"/>
                    </a:lnTo>
                    <a:lnTo>
                      <a:pt x="0" y="38674"/>
                    </a:lnTo>
                    <a:lnTo>
                      <a:pt x="0" y="38572"/>
                    </a:lnTo>
                    <a:lnTo>
                      <a:pt x="0" y="26168"/>
                    </a:lnTo>
                    <a:lnTo>
                      <a:pt x="0" y="12506"/>
                    </a:lnTo>
                    <a:lnTo>
                      <a:pt x="0" y="2277"/>
                    </a:lnTo>
                    <a:lnTo>
                      <a:pt x="0" y="0"/>
                    </a:lnTo>
                    <a:lnTo>
                      <a:pt x="28173" y="0"/>
                    </a:lnTo>
                    <a:lnTo>
                      <a:pt x="28173" y="12506"/>
                    </a:lnTo>
                    <a:lnTo>
                      <a:pt x="8972" y="1250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9" name="Google Shape;349;p7"/>
            <p:cNvGrpSpPr/>
            <p:nvPr/>
          </p:nvGrpSpPr>
          <p:grpSpPr>
            <a:xfrm>
              <a:off x="136998" y="2392964"/>
              <a:ext cx="295775" cy="909854"/>
              <a:chOff x="199798" y="2774664"/>
              <a:chExt cx="295775" cy="909854"/>
            </a:xfrm>
          </p:grpSpPr>
          <p:grpSp>
            <p:nvGrpSpPr>
              <p:cNvPr id="350" name="Google Shape;350;p7"/>
              <p:cNvGrpSpPr/>
              <p:nvPr/>
            </p:nvGrpSpPr>
            <p:grpSpPr>
              <a:xfrm>
                <a:off x="199798" y="2774664"/>
                <a:ext cx="295775" cy="386504"/>
                <a:chOff x="5612846" y="2845934"/>
                <a:chExt cx="147423" cy="192655"/>
              </a:xfrm>
            </p:grpSpPr>
            <p:sp>
              <p:nvSpPr>
                <p:cNvPr id="351" name="Google Shape;351;p7"/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" name="Google Shape;352;p7"/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" name="Google Shape;353;p7"/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4" name="Google Shape;354;p7"/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" name="Google Shape;355;p7"/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" name="Google Shape;356;p7"/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7" name="Google Shape;357;p7"/>
              <p:cNvGrpSpPr/>
              <p:nvPr/>
            </p:nvGrpSpPr>
            <p:grpSpPr>
              <a:xfrm>
                <a:off x="199798" y="3298014"/>
                <a:ext cx="295775" cy="386504"/>
                <a:chOff x="5612846" y="2845934"/>
                <a:chExt cx="147423" cy="192655"/>
              </a:xfrm>
            </p:grpSpPr>
            <p:sp>
              <p:nvSpPr>
                <p:cNvPr id="358" name="Google Shape;358;p7"/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" name="Google Shape;359;p7"/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0" name="Google Shape;360;p7"/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" name="Google Shape;361;p7"/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" name="Google Shape;362;p7"/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" name="Google Shape;363;p7"/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9"/>
          <p:cNvSpPr txBox="1">
            <a:spLocks noGrp="1"/>
          </p:cNvSpPr>
          <p:nvPr>
            <p:ph type="title"/>
          </p:nvPr>
        </p:nvSpPr>
        <p:spPr>
          <a:xfrm>
            <a:off x="722376" y="521208"/>
            <a:ext cx="7717500" cy="6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1" name="Google Shape;491;p9"/>
          <p:cNvSpPr txBox="1">
            <a:spLocks noGrp="1"/>
          </p:cNvSpPr>
          <p:nvPr>
            <p:ph type="subTitle" idx="1"/>
          </p:nvPr>
        </p:nvSpPr>
        <p:spPr>
          <a:xfrm>
            <a:off x="1075326" y="1400550"/>
            <a:ext cx="7011600" cy="320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/>
            </a:lvl9pPr>
          </a:lstStyle>
          <a:p>
            <a:endParaRPr/>
          </a:p>
        </p:txBody>
      </p:sp>
      <p:grpSp>
        <p:nvGrpSpPr>
          <p:cNvPr id="492" name="Google Shape;492;p9"/>
          <p:cNvGrpSpPr/>
          <p:nvPr/>
        </p:nvGrpSpPr>
        <p:grpSpPr>
          <a:xfrm>
            <a:off x="-138873" y="-6640"/>
            <a:ext cx="9150406" cy="5030609"/>
            <a:chOff x="-138873" y="-6640"/>
            <a:chExt cx="9150406" cy="5030609"/>
          </a:xfrm>
        </p:grpSpPr>
        <p:grpSp>
          <p:nvGrpSpPr>
            <p:cNvPr id="493" name="Google Shape;493;p9"/>
            <p:cNvGrpSpPr/>
            <p:nvPr/>
          </p:nvGrpSpPr>
          <p:grpSpPr>
            <a:xfrm rot="10800000" flipH="1">
              <a:off x="8491633" y="106704"/>
              <a:ext cx="519900" cy="680530"/>
              <a:chOff x="5544622" y="2527045"/>
              <a:chExt cx="519900" cy="680530"/>
            </a:xfrm>
          </p:grpSpPr>
          <p:grpSp>
            <p:nvGrpSpPr>
              <p:cNvPr id="494" name="Google Shape;494;p9"/>
              <p:cNvGrpSpPr/>
              <p:nvPr/>
            </p:nvGrpSpPr>
            <p:grpSpPr>
              <a:xfrm>
                <a:off x="5584229" y="2527045"/>
                <a:ext cx="459095" cy="565322"/>
                <a:chOff x="5292342" y="3091129"/>
                <a:chExt cx="224771" cy="276766"/>
              </a:xfrm>
            </p:grpSpPr>
            <p:sp>
              <p:nvSpPr>
                <p:cNvPr id="495" name="Google Shape;495;p9"/>
                <p:cNvSpPr/>
                <p:nvPr/>
              </p:nvSpPr>
              <p:spPr>
                <a:xfrm>
                  <a:off x="5378390" y="3254253"/>
                  <a:ext cx="44247" cy="1136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247" h="113642" extrusionOk="0">
                      <a:moveTo>
                        <a:pt x="0" y="0"/>
                      </a:moveTo>
                      <a:lnTo>
                        <a:pt x="44247" y="0"/>
                      </a:lnTo>
                      <a:lnTo>
                        <a:pt x="44247" y="113643"/>
                      </a:lnTo>
                      <a:lnTo>
                        <a:pt x="0" y="113643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6" name="Google Shape;496;p9"/>
                <p:cNvSpPr/>
                <p:nvPr/>
              </p:nvSpPr>
              <p:spPr>
                <a:xfrm>
                  <a:off x="5292342" y="3091129"/>
                  <a:ext cx="224771" cy="224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771" h="224770" extrusionOk="0">
                      <a:moveTo>
                        <a:pt x="112385" y="224771"/>
                      </a:moveTo>
                      <a:cubicBezTo>
                        <a:pt x="174271" y="224771"/>
                        <a:pt x="224771" y="174305"/>
                        <a:pt x="224771" y="112386"/>
                      </a:cubicBezTo>
                      <a:cubicBezTo>
                        <a:pt x="224771" y="50466"/>
                        <a:pt x="174305" y="0"/>
                        <a:pt x="112385" y="0"/>
                      </a:cubicBezTo>
                      <a:cubicBezTo>
                        <a:pt x="50466" y="0"/>
                        <a:pt x="0" y="50500"/>
                        <a:pt x="0" y="112386"/>
                      </a:cubicBezTo>
                      <a:cubicBezTo>
                        <a:pt x="0" y="174271"/>
                        <a:pt x="50466" y="224771"/>
                        <a:pt x="112385" y="22477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7" name="Google Shape;497;p9"/>
                <p:cNvSpPr/>
                <p:nvPr/>
              </p:nvSpPr>
              <p:spPr>
                <a:xfrm>
                  <a:off x="5310116" y="3108903"/>
                  <a:ext cx="189189" cy="1892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89" h="189223" extrusionOk="0">
                      <a:moveTo>
                        <a:pt x="94612" y="189224"/>
                      </a:moveTo>
                      <a:cubicBezTo>
                        <a:pt x="146710" y="189224"/>
                        <a:pt x="189190" y="146744"/>
                        <a:pt x="189190" y="94612"/>
                      </a:cubicBezTo>
                      <a:cubicBezTo>
                        <a:pt x="189190" y="42480"/>
                        <a:pt x="146710" y="0"/>
                        <a:pt x="94612" y="0"/>
                      </a:cubicBezTo>
                      <a:cubicBezTo>
                        <a:pt x="42514" y="0"/>
                        <a:pt x="0" y="42514"/>
                        <a:pt x="0" y="94612"/>
                      </a:cubicBezTo>
                      <a:cubicBezTo>
                        <a:pt x="0" y="146709"/>
                        <a:pt x="42480" y="189224"/>
                        <a:pt x="94612" y="18922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8" name="Google Shape;498;p9"/>
                <p:cNvSpPr/>
                <p:nvPr/>
              </p:nvSpPr>
              <p:spPr>
                <a:xfrm>
                  <a:off x="5310116" y="3108937"/>
                  <a:ext cx="189189" cy="98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89" h="98180" extrusionOk="0">
                      <a:moveTo>
                        <a:pt x="94578" y="0"/>
                      </a:moveTo>
                      <a:cubicBezTo>
                        <a:pt x="146845" y="0"/>
                        <a:pt x="189190" y="42378"/>
                        <a:pt x="189190" y="94612"/>
                      </a:cubicBezTo>
                      <a:cubicBezTo>
                        <a:pt x="189190" y="95801"/>
                        <a:pt x="189190" y="96991"/>
                        <a:pt x="189122" y="98180"/>
                      </a:cubicBezTo>
                      <a:lnTo>
                        <a:pt x="68" y="98180"/>
                      </a:lnTo>
                      <a:cubicBezTo>
                        <a:pt x="68" y="96991"/>
                        <a:pt x="0" y="95801"/>
                        <a:pt x="0" y="94612"/>
                      </a:cubicBezTo>
                      <a:cubicBezTo>
                        <a:pt x="0" y="42378"/>
                        <a:pt x="42378" y="0"/>
                        <a:pt x="9461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9" name="Google Shape;499;p9"/>
                <p:cNvSpPr/>
                <p:nvPr/>
              </p:nvSpPr>
              <p:spPr>
                <a:xfrm>
                  <a:off x="5402893" y="3125521"/>
                  <a:ext cx="97853" cy="80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53" h="80440" extrusionOk="0">
                      <a:moveTo>
                        <a:pt x="88902" y="38810"/>
                      </a:moveTo>
                      <a:cubicBezTo>
                        <a:pt x="95223" y="52302"/>
                        <a:pt x="98078" y="66507"/>
                        <a:pt x="97840" y="80440"/>
                      </a:cubicBezTo>
                      <a:lnTo>
                        <a:pt x="0" y="80440"/>
                      </a:lnTo>
                      <a:lnTo>
                        <a:pt x="55428" y="0"/>
                      </a:lnTo>
                      <a:cubicBezTo>
                        <a:pt x="69497" y="9278"/>
                        <a:pt x="81256" y="22429"/>
                        <a:pt x="88902" y="38776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0" name="Google Shape;500;p9"/>
                <p:cNvSpPr/>
                <p:nvPr/>
              </p:nvSpPr>
              <p:spPr>
                <a:xfrm>
                  <a:off x="5362485" y="3109487"/>
                  <a:ext cx="90873" cy="98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73" h="98173" extrusionOk="0">
                      <a:moveTo>
                        <a:pt x="50228" y="299"/>
                      </a:moveTo>
                      <a:cubicBezTo>
                        <a:pt x="65080" y="1455"/>
                        <a:pt x="78877" y="6008"/>
                        <a:pt x="90874" y="13111"/>
                      </a:cubicBezTo>
                      <a:lnTo>
                        <a:pt x="42548" y="98173"/>
                      </a:lnTo>
                      <a:lnTo>
                        <a:pt x="0" y="10257"/>
                      </a:lnTo>
                      <a:cubicBezTo>
                        <a:pt x="15055" y="2610"/>
                        <a:pt x="32217" y="-1128"/>
                        <a:pt x="50228" y="29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1" name="Google Shape;501;p9"/>
                <p:cNvSpPr/>
                <p:nvPr/>
              </p:nvSpPr>
              <p:spPr>
                <a:xfrm>
                  <a:off x="5311712" y="3126507"/>
                  <a:ext cx="97738" cy="81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738" h="81629" extrusionOk="0">
                      <a:moveTo>
                        <a:pt x="11657" y="31775"/>
                      </a:moveTo>
                      <a:cubicBezTo>
                        <a:pt x="18862" y="18725"/>
                        <a:pt x="28649" y="8054"/>
                        <a:pt x="40068" y="0"/>
                      </a:cubicBezTo>
                      <a:lnTo>
                        <a:pt x="97739" y="79047"/>
                      </a:lnTo>
                      <a:lnTo>
                        <a:pt x="103" y="81630"/>
                      </a:lnTo>
                      <a:cubicBezTo>
                        <a:pt x="-679" y="64808"/>
                        <a:pt x="2991" y="47578"/>
                        <a:pt x="11691" y="3174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02" name="Google Shape;502;p9"/>
                <p:cNvGrpSpPr/>
                <p:nvPr/>
              </p:nvGrpSpPr>
              <p:grpSpPr>
                <a:xfrm>
                  <a:off x="5361045" y="3146273"/>
                  <a:ext cx="64409" cy="79667"/>
                  <a:chOff x="5361045" y="3146273"/>
                  <a:chExt cx="64409" cy="79667"/>
                </a:xfrm>
              </p:grpSpPr>
              <p:sp>
                <p:nvSpPr>
                  <p:cNvPr id="503" name="Google Shape;503;p9"/>
                  <p:cNvSpPr/>
                  <p:nvPr/>
                </p:nvSpPr>
                <p:spPr>
                  <a:xfrm>
                    <a:off x="5382608" y="3183094"/>
                    <a:ext cx="42846" cy="428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846" h="42846" extrusionOk="0">
                        <a:moveTo>
                          <a:pt x="17328" y="404"/>
                        </a:moveTo>
                        <a:cubicBezTo>
                          <a:pt x="28951" y="-1873"/>
                          <a:pt x="40166" y="5705"/>
                          <a:pt x="42442" y="17328"/>
                        </a:cubicBezTo>
                        <a:cubicBezTo>
                          <a:pt x="44719" y="28951"/>
                          <a:pt x="37141" y="40199"/>
                          <a:pt x="25518" y="42442"/>
                        </a:cubicBezTo>
                        <a:cubicBezTo>
                          <a:pt x="13896" y="44719"/>
                          <a:pt x="2647" y="37141"/>
                          <a:pt x="404" y="25518"/>
                        </a:cubicBezTo>
                        <a:cubicBezTo>
                          <a:pt x="-1873" y="13930"/>
                          <a:pt x="5706" y="2681"/>
                          <a:pt x="17328" y="438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4" name="Google Shape;504;p9"/>
                  <p:cNvSpPr/>
                  <p:nvPr/>
                </p:nvSpPr>
                <p:spPr>
                  <a:xfrm>
                    <a:off x="5361045" y="3146273"/>
                    <a:ext cx="43376" cy="543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76" h="54353" extrusionOk="0">
                        <a:moveTo>
                          <a:pt x="30327" y="54353"/>
                        </a:moveTo>
                        <a:lnTo>
                          <a:pt x="43376" y="45348"/>
                        </a:lnTo>
                        <a:lnTo>
                          <a:pt x="14456" y="3411"/>
                        </a:lnTo>
                        <a:cubicBezTo>
                          <a:pt x="11975" y="-191"/>
                          <a:pt x="6980" y="-1075"/>
                          <a:pt x="3411" y="1406"/>
                        </a:cubicBezTo>
                        <a:lnTo>
                          <a:pt x="3411" y="1406"/>
                        </a:lnTo>
                        <a:cubicBezTo>
                          <a:pt x="-191" y="3853"/>
                          <a:pt x="-1075" y="8815"/>
                          <a:pt x="1406" y="12451"/>
                        </a:cubicBezTo>
                        <a:lnTo>
                          <a:pt x="30361" y="54353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05" name="Google Shape;505;p9"/>
              <p:cNvSpPr/>
              <p:nvPr/>
            </p:nvSpPr>
            <p:spPr>
              <a:xfrm>
                <a:off x="5544622" y="3092375"/>
                <a:ext cx="519900" cy="115200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06" name="Google Shape;506;p9"/>
            <p:cNvGrpSpPr/>
            <p:nvPr/>
          </p:nvGrpSpPr>
          <p:grpSpPr>
            <a:xfrm>
              <a:off x="136998" y="4114114"/>
              <a:ext cx="295775" cy="909854"/>
              <a:chOff x="199798" y="2774664"/>
              <a:chExt cx="295775" cy="909854"/>
            </a:xfrm>
          </p:grpSpPr>
          <p:grpSp>
            <p:nvGrpSpPr>
              <p:cNvPr id="507" name="Google Shape;507;p9"/>
              <p:cNvGrpSpPr/>
              <p:nvPr/>
            </p:nvGrpSpPr>
            <p:grpSpPr>
              <a:xfrm>
                <a:off x="199798" y="2774664"/>
                <a:ext cx="295775" cy="386504"/>
                <a:chOff x="5612846" y="2845934"/>
                <a:chExt cx="147423" cy="192655"/>
              </a:xfrm>
            </p:grpSpPr>
            <p:sp>
              <p:nvSpPr>
                <p:cNvPr id="508" name="Google Shape;508;p9"/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9" name="Google Shape;509;p9"/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0" name="Google Shape;510;p9"/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1" name="Google Shape;511;p9"/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2" name="Google Shape;512;p9"/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3" name="Google Shape;513;p9"/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14" name="Google Shape;514;p9"/>
              <p:cNvGrpSpPr/>
              <p:nvPr/>
            </p:nvGrpSpPr>
            <p:grpSpPr>
              <a:xfrm>
                <a:off x="199798" y="3298014"/>
                <a:ext cx="295775" cy="386504"/>
                <a:chOff x="5612846" y="2845934"/>
                <a:chExt cx="147423" cy="192655"/>
              </a:xfrm>
            </p:grpSpPr>
            <p:sp>
              <p:nvSpPr>
                <p:cNvPr id="515" name="Google Shape;515;p9"/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6" name="Google Shape;516;p9"/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7" name="Google Shape;517;p9"/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8" name="Google Shape;518;p9"/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9" name="Google Shape;519;p9"/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0" name="Google Shape;520;p9"/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1" name="Google Shape;521;p9"/>
            <p:cNvGrpSpPr/>
            <p:nvPr/>
          </p:nvGrpSpPr>
          <p:grpSpPr>
            <a:xfrm>
              <a:off x="-138873" y="-6640"/>
              <a:ext cx="710680" cy="1434091"/>
              <a:chOff x="3013563" y="531703"/>
              <a:chExt cx="296018" cy="597339"/>
            </a:xfrm>
          </p:grpSpPr>
          <p:sp>
            <p:nvSpPr>
              <p:cNvPr id="522" name="Google Shape;522;p9"/>
              <p:cNvSpPr/>
              <p:nvPr/>
            </p:nvSpPr>
            <p:spPr>
              <a:xfrm>
                <a:off x="3129245" y="1092067"/>
                <a:ext cx="68715" cy="11316"/>
              </a:xfrm>
              <a:custGeom>
                <a:avLst/>
                <a:gdLst/>
                <a:ahLst/>
                <a:cxnLst/>
                <a:rect l="l" t="t" r="r" b="b"/>
                <a:pathLst>
                  <a:path w="68715" h="11316" extrusionOk="0">
                    <a:moveTo>
                      <a:pt x="4112" y="11317"/>
                    </a:moveTo>
                    <a:lnTo>
                      <a:pt x="64638" y="11317"/>
                    </a:lnTo>
                    <a:cubicBezTo>
                      <a:pt x="66881" y="11317"/>
                      <a:pt x="68716" y="9278"/>
                      <a:pt x="68716" y="6797"/>
                    </a:cubicBezTo>
                    <a:lnTo>
                      <a:pt x="68716" y="0"/>
                    </a:lnTo>
                    <a:lnTo>
                      <a:pt x="0" y="0"/>
                    </a:lnTo>
                    <a:lnTo>
                      <a:pt x="0" y="6797"/>
                    </a:lnTo>
                    <a:cubicBezTo>
                      <a:pt x="0" y="9278"/>
                      <a:pt x="1835" y="11317"/>
                      <a:pt x="4078" y="11317"/>
                    </a:cubicBezTo>
                    <a:close/>
                  </a:path>
                </a:pathLst>
              </a:custGeom>
              <a:solidFill>
                <a:srgbClr val="98BD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9"/>
              <p:cNvSpPr/>
              <p:nvPr/>
            </p:nvSpPr>
            <p:spPr>
              <a:xfrm>
                <a:off x="3129279" y="934551"/>
                <a:ext cx="68681" cy="160507"/>
              </a:xfrm>
              <a:custGeom>
                <a:avLst/>
                <a:gdLst/>
                <a:ahLst/>
                <a:cxnLst/>
                <a:rect l="l" t="t" r="r" b="b"/>
                <a:pathLst>
                  <a:path w="68681" h="160507" extrusionOk="0">
                    <a:moveTo>
                      <a:pt x="0" y="0"/>
                    </a:moveTo>
                    <a:lnTo>
                      <a:pt x="68682" y="0"/>
                    </a:lnTo>
                    <a:lnTo>
                      <a:pt x="68682" y="160507"/>
                    </a:lnTo>
                    <a:lnTo>
                      <a:pt x="0" y="16050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9"/>
              <p:cNvSpPr/>
              <p:nvPr/>
            </p:nvSpPr>
            <p:spPr>
              <a:xfrm>
                <a:off x="3129279" y="1054855"/>
                <a:ext cx="68681" cy="40203"/>
              </a:xfrm>
              <a:custGeom>
                <a:avLst/>
                <a:gdLst/>
                <a:ahLst/>
                <a:cxnLst/>
                <a:rect l="l" t="t" r="r" b="b"/>
                <a:pathLst>
                  <a:path w="68681" h="40203" extrusionOk="0">
                    <a:moveTo>
                      <a:pt x="0" y="40203"/>
                    </a:moveTo>
                    <a:lnTo>
                      <a:pt x="68682" y="40203"/>
                    </a:lnTo>
                    <a:lnTo>
                      <a:pt x="68682" y="0"/>
                    </a:lnTo>
                    <a:lnTo>
                      <a:pt x="0" y="38674"/>
                    </a:lnTo>
                    <a:lnTo>
                      <a:pt x="0" y="40203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9"/>
              <p:cNvSpPr/>
              <p:nvPr/>
            </p:nvSpPr>
            <p:spPr>
              <a:xfrm>
                <a:off x="3172881" y="934551"/>
                <a:ext cx="13491" cy="160507"/>
              </a:xfrm>
              <a:custGeom>
                <a:avLst/>
                <a:gdLst/>
                <a:ahLst/>
                <a:cxnLst/>
                <a:rect l="l" t="t" r="r" b="b"/>
                <a:pathLst>
                  <a:path w="13491" h="160507" extrusionOk="0">
                    <a:moveTo>
                      <a:pt x="0" y="0"/>
                    </a:moveTo>
                    <a:lnTo>
                      <a:pt x="13492" y="0"/>
                    </a:lnTo>
                    <a:lnTo>
                      <a:pt x="13492" y="160507"/>
                    </a:lnTo>
                    <a:lnTo>
                      <a:pt x="0" y="16050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9"/>
              <p:cNvSpPr/>
              <p:nvPr/>
            </p:nvSpPr>
            <p:spPr>
              <a:xfrm>
                <a:off x="3137333" y="950557"/>
                <a:ext cx="18147" cy="12509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25095" extrusionOk="0">
                    <a:moveTo>
                      <a:pt x="18147" y="116634"/>
                    </a:moveTo>
                    <a:lnTo>
                      <a:pt x="18147" y="8462"/>
                    </a:lnTo>
                    <a:cubicBezTo>
                      <a:pt x="18147" y="-2821"/>
                      <a:pt x="0" y="-2821"/>
                      <a:pt x="0" y="8462"/>
                    </a:cubicBezTo>
                    <a:lnTo>
                      <a:pt x="0" y="116634"/>
                    </a:lnTo>
                    <a:cubicBezTo>
                      <a:pt x="0" y="127916"/>
                      <a:pt x="18147" y="127916"/>
                      <a:pt x="18147" y="1166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9"/>
              <p:cNvSpPr/>
              <p:nvPr/>
            </p:nvSpPr>
            <p:spPr>
              <a:xfrm>
                <a:off x="3115821" y="924627"/>
                <a:ext cx="93830" cy="15428"/>
              </a:xfrm>
              <a:custGeom>
                <a:avLst/>
                <a:gdLst/>
                <a:ahLst/>
                <a:cxnLst/>
                <a:rect l="l" t="t" r="r" b="b"/>
                <a:pathLst>
                  <a:path w="93830" h="15428" extrusionOk="0">
                    <a:moveTo>
                      <a:pt x="5573" y="15429"/>
                    </a:moveTo>
                    <a:lnTo>
                      <a:pt x="88257" y="15429"/>
                    </a:lnTo>
                    <a:cubicBezTo>
                      <a:pt x="91315" y="15429"/>
                      <a:pt x="93830" y="12642"/>
                      <a:pt x="93830" y="9244"/>
                    </a:cubicBezTo>
                    <a:lnTo>
                      <a:pt x="93830" y="0"/>
                    </a:lnTo>
                    <a:lnTo>
                      <a:pt x="0" y="0"/>
                    </a:lnTo>
                    <a:lnTo>
                      <a:pt x="0" y="9244"/>
                    </a:lnTo>
                    <a:cubicBezTo>
                      <a:pt x="0" y="12642"/>
                      <a:pt x="2515" y="15429"/>
                      <a:pt x="5573" y="154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9"/>
              <p:cNvSpPr/>
              <p:nvPr/>
            </p:nvSpPr>
            <p:spPr>
              <a:xfrm>
                <a:off x="3115821" y="714639"/>
                <a:ext cx="93796" cy="219265"/>
              </a:xfrm>
              <a:custGeom>
                <a:avLst/>
                <a:gdLst/>
                <a:ahLst/>
                <a:cxnLst/>
                <a:rect l="l" t="t" r="r" b="b"/>
                <a:pathLst>
                  <a:path w="93796" h="219265" extrusionOk="0">
                    <a:moveTo>
                      <a:pt x="0" y="0"/>
                    </a:moveTo>
                    <a:lnTo>
                      <a:pt x="93796" y="0"/>
                    </a:lnTo>
                    <a:lnTo>
                      <a:pt x="93796" y="219266"/>
                    </a:lnTo>
                    <a:lnTo>
                      <a:pt x="0" y="21926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9"/>
              <p:cNvSpPr/>
              <p:nvPr/>
            </p:nvSpPr>
            <p:spPr>
              <a:xfrm>
                <a:off x="3170332" y="714639"/>
                <a:ext cx="25997" cy="219265"/>
              </a:xfrm>
              <a:custGeom>
                <a:avLst/>
                <a:gdLst/>
                <a:ahLst/>
                <a:cxnLst/>
                <a:rect l="l" t="t" r="r" b="b"/>
                <a:pathLst>
                  <a:path w="25997" h="219265" extrusionOk="0">
                    <a:moveTo>
                      <a:pt x="0" y="0"/>
                    </a:moveTo>
                    <a:lnTo>
                      <a:pt x="25998" y="0"/>
                    </a:lnTo>
                    <a:lnTo>
                      <a:pt x="25998" y="219266"/>
                    </a:lnTo>
                    <a:lnTo>
                      <a:pt x="0" y="219266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530;p9"/>
              <p:cNvSpPr/>
              <p:nvPr/>
            </p:nvSpPr>
            <p:spPr>
              <a:xfrm>
                <a:off x="3123944" y="742184"/>
                <a:ext cx="21307" cy="174950"/>
              </a:xfrm>
              <a:custGeom>
                <a:avLst/>
                <a:gdLst/>
                <a:ahLst/>
                <a:cxnLst/>
                <a:rect l="l" t="t" r="r" b="b"/>
                <a:pathLst>
                  <a:path w="21307" h="174950" extrusionOk="0">
                    <a:moveTo>
                      <a:pt x="21308" y="164398"/>
                    </a:moveTo>
                    <a:lnTo>
                      <a:pt x="21308" y="10552"/>
                    </a:lnTo>
                    <a:cubicBezTo>
                      <a:pt x="21308" y="-3517"/>
                      <a:pt x="0" y="-3517"/>
                      <a:pt x="0" y="10552"/>
                    </a:cubicBezTo>
                    <a:lnTo>
                      <a:pt x="0" y="164398"/>
                    </a:lnTo>
                    <a:cubicBezTo>
                      <a:pt x="0" y="178468"/>
                      <a:pt x="21308" y="178468"/>
                      <a:pt x="21308" y="16439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9"/>
              <p:cNvSpPr/>
              <p:nvPr/>
            </p:nvSpPr>
            <p:spPr>
              <a:xfrm>
                <a:off x="3096450" y="709950"/>
                <a:ext cx="134101" cy="22055"/>
              </a:xfrm>
              <a:custGeom>
                <a:avLst/>
                <a:gdLst/>
                <a:ahLst/>
                <a:cxnLst/>
                <a:rect l="l" t="t" r="r" b="b"/>
                <a:pathLst>
                  <a:path w="134101" h="22055" extrusionOk="0">
                    <a:moveTo>
                      <a:pt x="7986" y="22056"/>
                    </a:moveTo>
                    <a:lnTo>
                      <a:pt x="126149" y="22056"/>
                    </a:lnTo>
                    <a:cubicBezTo>
                      <a:pt x="130533" y="22056"/>
                      <a:pt x="134102" y="18080"/>
                      <a:pt x="134102" y="13220"/>
                    </a:cubicBezTo>
                    <a:lnTo>
                      <a:pt x="134102" y="0"/>
                    </a:lnTo>
                    <a:lnTo>
                      <a:pt x="0" y="0"/>
                    </a:lnTo>
                    <a:lnTo>
                      <a:pt x="0" y="13220"/>
                    </a:lnTo>
                    <a:cubicBezTo>
                      <a:pt x="0" y="18080"/>
                      <a:pt x="3602" y="22056"/>
                      <a:pt x="7986" y="2205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9"/>
              <p:cNvSpPr/>
              <p:nvPr/>
            </p:nvSpPr>
            <p:spPr>
              <a:xfrm>
                <a:off x="3096518" y="537786"/>
                <a:ext cx="133999" cy="185383"/>
              </a:xfrm>
              <a:custGeom>
                <a:avLst/>
                <a:gdLst/>
                <a:ahLst/>
                <a:cxnLst/>
                <a:rect l="l" t="t" r="r" b="b"/>
                <a:pathLst>
                  <a:path w="133999" h="185383" extrusionOk="0">
                    <a:moveTo>
                      <a:pt x="0" y="0"/>
                    </a:moveTo>
                    <a:lnTo>
                      <a:pt x="133999" y="0"/>
                    </a:lnTo>
                    <a:lnTo>
                      <a:pt x="133999" y="185383"/>
                    </a:lnTo>
                    <a:lnTo>
                      <a:pt x="0" y="18538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533;p9"/>
              <p:cNvSpPr/>
              <p:nvPr/>
            </p:nvSpPr>
            <p:spPr>
              <a:xfrm>
                <a:off x="3184741" y="537786"/>
                <a:ext cx="32590" cy="185383"/>
              </a:xfrm>
              <a:custGeom>
                <a:avLst/>
                <a:gdLst/>
                <a:ahLst/>
                <a:cxnLst/>
                <a:rect l="l" t="t" r="r" b="b"/>
                <a:pathLst>
                  <a:path w="32590" h="185383" extrusionOk="0">
                    <a:moveTo>
                      <a:pt x="0" y="0"/>
                    </a:moveTo>
                    <a:lnTo>
                      <a:pt x="32591" y="0"/>
                    </a:lnTo>
                    <a:lnTo>
                      <a:pt x="32591" y="185383"/>
                    </a:lnTo>
                    <a:lnTo>
                      <a:pt x="0" y="185383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p9"/>
              <p:cNvSpPr/>
              <p:nvPr/>
            </p:nvSpPr>
            <p:spPr>
              <a:xfrm>
                <a:off x="3017420" y="531703"/>
                <a:ext cx="292161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292161" h="24400" extrusionOk="0">
                    <a:moveTo>
                      <a:pt x="12081" y="24401"/>
                    </a:moveTo>
                    <a:lnTo>
                      <a:pt x="280080" y="24401"/>
                    </a:lnTo>
                    <a:cubicBezTo>
                      <a:pt x="296189" y="24401"/>
                      <a:pt x="296189" y="0"/>
                      <a:pt x="280080" y="0"/>
                    </a:cubicBezTo>
                    <a:lnTo>
                      <a:pt x="12081" y="0"/>
                    </a:lnTo>
                    <a:cubicBezTo>
                      <a:pt x="-4027" y="0"/>
                      <a:pt x="-4027" y="24401"/>
                      <a:pt x="12081" y="24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9"/>
              <p:cNvSpPr/>
              <p:nvPr/>
            </p:nvSpPr>
            <p:spPr>
              <a:xfrm>
                <a:off x="3017471" y="544957"/>
                <a:ext cx="292059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292059" h="11112" extrusionOk="0">
                    <a:moveTo>
                      <a:pt x="12030" y="11113"/>
                    </a:moveTo>
                    <a:lnTo>
                      <a:pt x="280029" y="11113"/>
                    </a:lnTo>
                    <a:cubicBezTo>
                      <a:pt x="287608" y="11113"/>
                      <a:pt x="291618" y="5743"/>
                      <a:pt x="292060" y="0"/>
                    </a:cubicBezTo>
                    <a:lnTo>
                      <a:pt x="0" y="0"/>
                    </a:lnTo>
                    <a:cubicBezTo>
                      <a:pt x="442" y="5709"/>
                      <a:pt x="4452" y="11113"/>
                      <a:pt x="12030" y="1111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p9"/>
              <p:cNvSpPr/>
              <p:nvPr/>
            </p:nvSpPr>
            <p:spPr>
              <a:xfrm>
                <a:off x="3108617" y="561278"/>
                <a:ext cx="24332" cy="150736"/>
              </a:xfrm>
              <a:custGeom>
                <a:avLst/>
                <a:gdLst/>
                <a:ahLst/>
                <a:cxnLst/>
                <a:rect l="l" t="t" r="r" b="b"/>
                <a:pathLst>
                  <a:path w="24332" h="150736" extrusionOk="0">
                    <a:moveTo>
                      <a:pt x="24333" y="138681"/>
                    </a:moveTo>
                    <a:lnTo>
                      <a:pt x="24333" y="12056"/>
                    </a:lnTo>
                    <a:cubicBezTo>
                      <a:pt x="24333" y="-4019"/>
                      <a:pt x="0" y="-4019"/>
                      <a:pt x="0" y="12056"/>
                    </a:cubicBezTo>
                    <a:lnTo>
                      <a:pt x="0" y="138681"/>
                    </a:lnTo>
                    <a:cubicBezTo>
                      <a:pt x="0" y="154755"/>
                      <a:pt x="24333" y="154755"/>
                      <a:pt x="24333" y="13868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9"/>
              <p:cNvSpPr/>
              <p:nvPr/>
            </p:nvSpPr>
            <p:spPr>
              <a:xfrm>
                <a:off x="3013563" y="1088839"/>
                <a:ext cx="292501" cy="40203"/>
              </a:xfrm>
              <a:custGeom>
                <a:avLst/>
                <a:gdLst/>
                <a:ahLst/>
                <a:cxnLst/>
                <a:rect l="l" t="t" r="r" b="b"/>
                <a:pathLst>
                  <a:path w="292501" h="40203" extrusionOk="0">
                    <a:moveTo>
                      <a:pt x="10025" y="0"/>
                    </a:moveTo>
                    <a:lnTo>
                      <a:pt x="282442" y="0"/>
                    </a:lnTo>
                    <a:cubicBezTo>
                      <a:pt x="287982" y="0"/>
                      <a:pt x="292502" y="4520"/>
                      <a:pt x="292502" y="10059"/>
                    </a:cubicBezTo>
                    <a:lnTo>
                      <a:pt x="292502" y="30144"/>
                    </a:lnTo>
                    <a:cubicBezTo>
                      <a:pt x="292502" y="35683"/>
                      <a:pt x="287982" y="40203"/>
                      <a:pt x="282442" y="40203"/>
                    </a:cubicBezTo>
                    <a:lnTo>
                      <a:pt x="10025" y="40203"/>
                    </a:lnTo>
                    <a:cubicBezTo>
                      <a:pt x="4486" y="40203"/>
                      <a:pt x="0" y="35717"/>
                      <a:pt x="0" y="30178"/>
                    </a:cubicBezTo>
                    <a:lnTo>
                      <a:pt x="0" y="10059"/>
                    </a:lnTo>
                    <a:cubicBezTo>
                      <a:pt x="0" y="4520"/>
                      <a:pt x="4486" y="34"/>
                      <a:pt x="10025" y="3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9"/>
              <p:cNvSpPr/>
              <p:nvPr/>
            </p:nvSpPr>
            <p:spPr>
              <a:xfrm>
                <a:off x="3013563" y="1088839"/>
                <a:ext cx="292501" cy="20186"/>
              </a:xfrm>
              <a:custGeom>
                <a:avLst/>
                <a:gdLst/>
                <a:ahLst/>
                <a:cxnLst/>
                <a:rect l="l" t="t" r="r" b="b"/>
                <a:pathLst>
                  <a:path w="292501" h="20186" extrusionOk="0">
                    <a:moveTo>
                      <a:pt x="292502" y="20187"/>
                    </a:moveTo>
                    <a:lnTo>
                      <a:pt x="292502" y="10059"/>
                    </a:lnTo>
                    <a:cubicBezTo>
                      <a:pt x="292502" y="4520"/>
                      <a:pt x="287982" y="0"/>
                      <a:pt x="282442" y="0"/>
                    </a:cubicBezTo>
                    <a:lnTo>
                      <a:pt x="10025" y="0"/>
                    </a:lnTo>
                    <a:cubicBezTo>
                      <a:pt x="4520" y="0"/>
                      <a:pt x="0" y="4520"/>
                      <a:pt x="0" y="10059"/>
                    </a:cubicBezTo>
                    <a:lnTo>
                      <a:pt x="0" y="20187"/>
                    </a:lnTo>
                    <a:lnTo>
                      <a:pt x="292502" y="2018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0"/>
          <p:cNvSpPr>
            <a:spLocks noGrp="1"/>
          </p:cNvSpPr>
          <p:nvPr>
            <p:ph type="pic" idx="2"/>
          </p:nvPr>
        </p:nvSpPr>
        <p:spPr>
          <a:xfrm>
            <a:off x="-75" y="-15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10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6279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_1"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3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4" name="Google Shape;574;p13"/>
          <p:cNvSpPr txBox="1">
            <a:spLocks noGrp="1"/>
          </p:cNvSpPr>
          <p:nvPr>
            <p:ph type="subTitle" idx="1"/>
          </p:nvPr>
        </p:nvSpPr>
        <p:spPr>
          <a:xfrm>
            <a:off x="859275" y="2307500"/>
            <a:ext cx="22752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5" name="Google Shape;575;p13"/>
          <p:cNvSpPr txBox="1">
            <a:spLocks noGrp="1"/>
          </p:cNvSpPr>
          <p:nvPr>
            <p:ph type="subTitle" idx="2"/>
          </p:nvPr>
        </p:nvSpPr>
        <p:spPr>
          <a:xfrm>
            <a:off x="3434326" y="2307485"/>
            <a:ext cx="22752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6" name="Google Shape;576;p13"/>
          <p:cNvSpPr txBox="1">
            <a:spLocks noGrp="1"/>
          </p:cNvSpPr>
          <p:nvPr>
            <p:ph type="subTitle" idx="3"/>
          </p:nvPr>
        </p:nvSpPr>
        <p:spPr>
          <a:xfrm>
            <a:off x="6009377" y="2307500"/>
            <a:ext cx="22752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7" name="Google Shape;577;p13"/>
          <p:cNvSpPr txBox="1">
            <a:spLocks noGrp="1"/>
          </p:cNvSpPr>
          <p:nvPr>
            <p:ph type="subTitle" idx="4"/>
          </p:nvPr>
        </p:nvSpPr>
        <p:spPr>
          <a:xfrm>
            <a:off x="859275" y="1605740"/>
            <a:ext cx="2275200" cy="7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78" name="Google Shape;578;p13"/>
          <p:cNvSpPr txBox="1">
            <a:spLocks noGrp="1"/>
          </p:cNvSpPr>
          <p:nvPr>
            <p:ph type="subTitle" idx="5"/>
          </p:nvPr>
        </p:nvSpPr>
        <p:spPr>
          <a:xfrm>
            <a:off x="3434326" y="1605750"/>
            <a:ext cx="2275200" cy="7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79" name="Google Shape;579;p13"/>
          <p:cNvSpPr txBox="1">
            <a:spLocks noGrp="1"/>
          </p:cNvSpPr>
          <p:nvPr>
            <p:ph type="subTitle" idx="6"/>
          </p:nvPr>
        </p:nvSpPr>
        <p:spPr>
          <a:xfrm>
            <a:off x="6009377" y="1605740"/>
            <a:ext cx="2275200" cy="79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580" name="Google Shape;580;p13"/>
          <p:cNvGrpSpPr/>
          <p:nvPr/>
        </p:nvGrpSpPr>
        <p:grpSpPr>
          <a:xfrm>
            <a:off x="137545" y="70252"/>
            <a:ext cx="10250819" cy="5073254"/>
            <a:chOff x="137545" y="70252"/>
            <a:chExt cx="10250819" cy="5073254"/>
          </a:xfrm>
        </p:grpSpPr>
        <p:grpSp>
          <p:nvGrpSpPr>
            <p:cNvPr id="581" name="Google Shape;581;p13"/>
            <p:cNvGrpSpPr/>
            <p:nvPr/>
          </p:nvGrpSpPr>
          <p:grpSpPr>
            <a:xfrm>
              <a:off x="7000781" y="70252"/>
              <a:ext cx="3387583" cy="1099978"/>
              <a:chOff x="-1410544" y="70252"/>
              <a:chExt cx="3387583" cy="1099978"/>
            </a:xfrm>
          </p:grpSpPr>
          <p:grpSp>
            <p:nvGrpSpPr>
              <p:cNvPr id="582" name="Google Shape;582;p13"/>
              <p:cNvGrpSpPr/>
              <p:nvPr/>
            </p:nvGrpSpPr>
            <p:grpSpPr>
              <a:xfrm>
                <a:off x="215402" y="366763"/>
                <a:ext cx="369453" cy="803467"/>
                <a:chOff x="7559767" y="271588"/>
                <a:chExt cx="150982" cy="328321"/>
              </a:xfrm>
            </p:grpSpPr>
            <p:sp>
              <p:nvSpPr>
                <p:cNvPr id="583" name="Google Shape;583;p13"/>
                <p:cNvSpPr/>
                <p:nvPr/>
              </p:nvSpPr>
              <p:spPr>
                <a:xfrm>
                  <a:off x="7585314" y="500132"/>
                  <a:ext cx="99776" cy="99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76" h="99777" extrusionOk="0">
                      <a:moveTo>
                        <a:pt x="49888" y="99777"/>
                      </a:moveTo>
                      <a:cubicBezTo>
                        <a:pt x="77381" y="99777"/>
                        <a:pt x="99777" y="77348"/>
                        <a:pt x="99777" y="49889"/>
                      </a:cubicBezTo>
                      <a:cubicBezTo>
                        <a:pt x="99777" y="22430"/>
                        <a:pt x="77381" y="0"/>
                        <a:pt x="49888" y="0"/>
                      </a:cubicBezTo>
                      <a:cubicBezTo>
                        <a:pt x="22395" y="0"/>
                        <a:pt x="0" y="22430"/>
                        <a:pt x="0" y="49889"/>
                      </a:cubicBezTo>
                      <a:cubicBezTo>
                        <a:pt x="0" y="77348"/>
                        <a:pt x="22395" y="99777"/>
                        <a:pt x="49888" y="997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4" name="Google Shape;584;p13"/>
                <p:cNvSpPr/>
                <p:nvPr/>
              </p:nvSpPr>
              <p:spPr>
                <a:xfrm>
                  <a:off x="7559767" y="271588"/>
                  <a:ext cx="150982" cy="2852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82" h="285262" extrusionOk="0">
                      <a:moveTo>
                        <a:pt x="143370" y="270004"/>
                      </a:moveTo>
                      <a:lnTo>
                        <a:pt x="139768" y="270004"/>
                      </a:lnTo>
                      <a:lnTo>
                        <a:pt x="106429" y="208561"/>
                      </a:lnTo>
                      <a:lnTo>
                        <a:pt x="93550" y="208561"/>
                      </a:lnTo>
                      <a:lnTo>
                        <a:pt x="93550" y="187592"/>
                      </a:lnTo>
                      <a:lnTo>
                        <a:pt x="81179" y="187592"/>
                      </a:lnTo>
                      <a:lnTo>
                        <a:pt x="81179" y="0"/>
                      </a:lnTo>
                      <a:lnTo>
                        <a:pt x="69761" y="0"/>
                      </a:lnTo>
                      <a:lnTo>
                        <a:pt x="69761" y="187592"/>
                      </a:lnTo>
                      <a:lnTo>
                        <a:pt x="57390" y="187592"/>
                      </a:lnTo>
                      <a:lnTo>
                        <a:pt x="57390" y="208561"/>
                      </a:lnTo>
                      <a:lnTo>
                        <a:pt x="48996" y="208561"/>
                      </a:lnTo>
                      <a:lnTo>
                        <a:pt x="11206" y="270004"/>
                      </a:lnTo>
                      <a:lnTo>
                        <a:pt x="7570" y="270004"/>
                      </a:lnTo>
                      <a:cubicBezTo>
                        <a:pt x="-2523" y="270004"/>
                        <a:pt x="-2523" y="285263"/>
                        <a:pt x="7570" y="285263"/>
                      </a:cubicBezTo>
                      <a:lnTo>
                        <a:pt x="143438" y="285263"/>
                      </a:lnTo>
                      <a:cubicBezTo>
                        <a:pt x="153498" y="285263"/>
                        <a:pt x="153498" y="270004"/>
                        <a:pt x="143438" y="27000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5" name="Google Shape;585;p13"/>
                <p:cNvSpPr/>
                <p:nvPr/>
              </p:nvSpPr>
              <p:spPr>
                <a:xfrm>
                  <a:off x="7636290" y="480149"/>
                  <a:ext cx="63482" cy="619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82" h="61919" extrusionOk="0">
                      <a:moveTo>
                        <a:pt x="0" y="0"/>
                      </a:moveTo>
                      <a:lnTo>
                        <a:pt x="29871" y="0"/>
                      </a:lnTo>
                      <a:lnTo>
                        <a:pt x="63482" y="61919"/>
                      </a:lnTo>
                      <a:lnTo>
                        <a:pt x="14035" y="619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86" name="Google Shape;586;p13"/>
              <p:cNvSpPr/>
              <p:nvPr/>
            </p:nvSpPr>
            <p:spPr>
              <a:xfrm>
                <a:off x="-1410544" y="70252"/>
                <a:ext cx="3387583" cy="296530"/>
              </a:xfrm>
              <a:custGeom>
                <a:avLst/>
                <a:gdLst/>
                <a:ahLst/>
                <a:cxnLst/>
                <a:rect l="l" t="t" r="r" b="b"/>
                <a:pathLst>
                  <a:path w="1510628" h="132232" extrusionOk="0">
                    <a:moveTo>
                      <a:pt x="1501148" y="0"/>
                    </a:moveTo>
                    <a:lnTo>
                      <a:pt x="0" y="0"/>
                    </a:lnTo>
                    <a:lnTo>
                      <a:pt x="0" y="132232"/>
                    </a:lnTo>
                    <a:lnTo>
                      <a:pt x="1510629" y="132232"/>
                    </a:lnTo>
                    <a:lnTo>
                      <a:pt x="1510629" y="0"/>
                    </a:lnTo>
                    <a:lnTo>
                      <a:pt x="1501114" y="0"/>
                    </a:lnTo>
                    <a:close/>
                    <a:moveTo>
                      <a:pt x="1491632" y="95427"/>
                    </a:moveTo>
                    <a:lnTo>
                      <a:pt x="1415236" y="19031"/>
                    </a:lnTo>
                    <a:lnTo>
                      <a:pt x="1491632" y="19031"/>
                    </a:lnTo>
                    <a:lnTo>
                      <a:pt x="1491632" y="95427"/>
                    </a:lnTo>
                    <a:close/>
                    <a:moveTo>
                      <a:pt x="132572" y="19031"/>
                    </a:moveTo>
                    <a:lnTo>
                      <a:pt x="314115" y="19031"/>
                    </a:lnTo>
                    <a:lnTo>
                      <a:pt x="222970" y="110177"/>
                    </a:lnTo>
                    <a:lnTo>
                      <a:pt x="225995" y="113201"/>
                    </a:lnTo>
                    <a:lnTo>
                      <a:pt x="219164" y="113201"/>
                    </a:lnTo>
                    <a:lnTo>
                      <a:pt x="222970" y="109395"/>
                    </a:lnTo>
                    <a:lnTo>
                      <a:pt x="132606" y="19031"/>
                    </a:lnTo>
                    <a:close/>
                    <a:moveTo>
                      <a:pt x="199997" y="113201"/>
                    </a:moveTo>
                    <a:lnTo>
                      <a:pt x="32863" y="113201"/>
                    </a:lnTo>
                    <a:lnTo>
                      <a:pt x="116430" y="29634"/>
                    </a:lnTo>
                    <a:lnTo>
                      <a:pt x="199997" y="113201"/>
                    </a:lnTo>
                    <a:close/>
                    <a:moveTo>
                      <a:pt x="330224" y="29634"/>
                    </a:moveTo>
                    <a:lnTo>
                      <a:pt x="413791" y="113201"/>
                    </a:lnTo>
                    <a:lnTo>
                      <a:pt x="246657" y="113201"/>
                    </a:lnTo>
                    <a:lnTo>
                      <a:pt x="330224" y="29634"/>
                    </a:lnTo>
                    <a:close/>
                    <a:moveTo>
                      <a:pt x="346332" y="19031"/>
                    </a:moveTo>
                    <a:lnTo>
                      <a:pt x="527876" y="19031"/>
                    </a:lnTo>
                    <a:lnTo>
                      <a:pt x="436730" y="110177"/>
                    </a:lnTo>
                    <a:lnTo>
                      <a:pt x="439755" y="113201"/>
                    </a:lnTo>
                    <a:lnTo>
                      <a:pt x="432924" y="113201"/>
                    </a:lnTo>
                    <a:lnTo>
                      <a:pt x="436730" y="109395"/>
                    </a:lnTo>
                    <a:lnTo>
                      <a:pt x="346366" y="19031"/>
                    </a:lnTo>
                    <a:close/>
                    <a:moveTo>
                      <a:pt x="543984" y="29634"/>
                    </a:moveTo>
                    <a:lnTo>
                      <a:pt x="627551" y="113201"/>
                    </a:lnTo>
                    <a:lnTo>
                      <a:pt x="460417" y="113201"/>
                    </a:lnTo>
                    <a:lnTo>
                      <a:pt x="543984" y="29634"/>
                    </a:lnTo>
                    <a:close/>
                    <a:moveTo>
                      <a:pt x="560127" y="19031"/>
                    </a:moveTo>
                    <a:lnTo>
                      <a:pt x="741636" y="19031"/>
                    </a:lnTo>
                    <a:lnTo>
                      <a:pt x="650490" y="110177"/>
                    </a:lnTo>
                    <a:lnTo>
                      <a:pt x="653515" y="113201"/>
                    </a:lnTo>
                    <a:lnTo>
                      <a:pt x="646684" y="113201"/>
                    </a:lnTo>
                    <a:lnTo>
                      <a:pt x="650490" y="109395"/>
                    </a:lnTo>
                    <a:lnTo>
                      <a:pt x="560127" y="19031"/>
                    </a:lnTo>
                    <a:close/>
                    <a:moveTo>
                      <a:pt x="757778" y="29634"/>
                    </a:moveTo>
                    <a:lnTo>
                      <a:pt x="841345" y="113201"/>
                    </a:lnTo>
                    <a:lnTo>
                      <a:pt x="674211" y="113201"/>
                    </a:lnTo>
                    <a:lnTo>
                      <a:pt x="757778" y="29634"/>
                    </a:lnTo>
                    <a:close/>
                    <a:moveTo>
                      <a:pt x="773921" y="19031"/>
                    </a:moveTo>
                    <a:lnTo>
                      <a:pt x="955430" y="19031"/>
                    </a:lnTo>
                    <a:lnTo>
                      <a:pt x="864285" y="110177"/>
                    </a:lnTo>
                    <a:lnTo>
                      <a:pt x="867309" y="113201"/>
                    </a:lnTo>
                    <a:lnTo>
                      <a:pt x="860479" y="113201"/>
                    </a:lnTo>
                    <a:lnTo>
                      <a:pt x="864285" y="109395"/>
                    </a:lnTo>
                    <a:lnTo>
                      <a:pt x="773921" y="19031"/>
                    </a:lnTo>
                    <a:close/>
                    <a:moveTo>
                      <a:pt x="971573" y="29668"/>
                    </a:moveTo>
                    <a:lnTo>
                      <a:pt x="1055140" y="113235"/>
                    </a:lnTo>
                    <a:lnTo>
                      <a:pt x="888040" y="113235"/>
                    </a:lnTo>
                    <a:lnTo>
                      <a:pt x="971573" y="29668"/>
                    </a:lnTo>
                    <a:close/>
                    <a:moveTo>
                      <a:pt x="987715" y="19031"/>
                    </a:moveTo>
                    <a:lnTo>
                      <a:pt x="1169224" y="19031"/>
                    </a:lnTo>
                    <a:lnTo>
                      <a:pt x="1078079" y="110177"/>
                    </a:lnTo>
                    <a:lnTo>
                      <a:pt x="1081104" y="113201"/>
                    </a:lnTo>
                    <a:lnTo>
                      <a:pt x="1074273" y="113201"/>
                    </a:lnTo>
                    <a:lnTo>
                      <a:pt x="1078079" y="109395"/>
                    </a:lnTo>
                    <a:lnTo>
                      <a:pt x="987715" y="19031"/>
                    </a:lnTo>
                    <a:close/>
                    <a:moveTo>
                      <a:pt x="1185367" y="29634"/>
                    </a:moveTo>
                    <a:lnTo>
                      <a:pt x="1268934" y="113201"/>
                    </a:lnTo>
                    <a:lnTo>
                      <a:pt x="1101834" y="113201"/>
                    </a:lnTo>
                    <a:lnTo>
                      <a:pt x="1185401" y="29634"/>
                    </a:lnTo>
                    <a:close/>
                    <a:moveTo>
                      <a:pt x="1201509" y="19031"/>
                    </a:moveTo>
                    <a:lnTo>
                      <a:pt x="1383019" y="19031"/>
                    </a:lnTo>
                    <a:lnTo>
                      <a:pt x="1291873" y="110177"/>
                    </a:lnTo>
                    <a:lnTo>
                      <a:pt x="1294898" y="113201"/>
                    </a:lnTo>
                    <a:lnTo>
                      <a:pt x="1288067" y="113201"/>
                    </a:lnTo>
                    <a:lnTo>
                      <a:pt x="1291873" y="109395"/>
                    </a:lnTo>
                    <a:lnTo>
                      <a:pt x="1201509" y="19031"/>
                    </a:lnTo>
                    <a:close/>
                    <a:moveTo>
                      <a:pt x="1399161" y="29668"/>
                    </a:moveTo>
                    <a:lnTo>
                      <a:pt x="1482694" y="113235"/>
                    </a:lnTo>
                    <a:lnTo>
                      <a:pt x="1315594" y="113235"/>
                    </a:lnTo>
                    <a:lnTo>
                      <a:pt x="1399161" y="29668"/>
                    </a:lnTo>
                    <a:close/>
                    <a:moveTo>
                      <a:pt x="100389" y="19031"/>
                    </a:moveTo>
                    <a:lnTo>
                      <a:pt x="19099" y="100321"/>
                    </a:lnTo>
                    <a:lnTo>
                      <a:pt x="19099" y="19031"/>
                    </a:lnTo>
                    <a:lnTo>
                      <a:pt x="100389" y="1903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7" name="Google Shape;587;p13"/>
            <p:cNvGrpSpPr/>
            <p:nvPr/>
          </p:nvGrpSpPr>
          <p:grpSpPr>
            <a:xfrm rot="5400000">
              <a:off x="-471089" y="4112989"/>
              <a:ext cx="1639151" cy="421882"/>
              <a:chOff x="2195175" y="2564277"/>
              <a:chExt cx="575181" cy="148034"/>
            </a:xfrm>
          </p:grpSpPr>
          <p:sp>
            <p:nvSpPr>
              <p:cNvPr id="588" name="Google Shape;588;p13"/>
              <p:cNvSpPr/>
              <p:nvPr/>
            </p:nvSpPr>
            <p:spPr>
              <a:xfrm>
                <a:off x="2692873" y="2596358"/>
                <a:ext cx="63822" cy="79828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79828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79829"/>
                    </a:lnTo>
                    <a:lnTo>
                      <a:pt x="0" y="7982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13"/>
              <p:cNvSpPr/>
              <p:nvPr/>
            </p:nvSpPr>
            <p:spPr>
              <a:xfrm>
                <a:off x="2692873" y="2606622"/>
                <a:ext cx="63822" cy="11384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11384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11385"/>
                    </a:lnTo>
                    <a:lnTo>
                      <a:pt x="0" y="11385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13"/>
              <p:cNvSpPr/>
              <p:nvPr/>
            </p:nvSpPr>
            <p:spPr>
              <a:xfrm>
                <a:off x="2744731" y="2566146"/>
                <a:ext cx="25624" cy="143107"/>
              </a:xfrm>
              <a:custGeom>
                <a:avLst/>
                <a:gdLst/>
                <a:ahLst/>
                <a:cxnLst/>
                <a:rect l="l" t="t" r="r" b="b"/>
                <a:pathLst>
                  <a:path w="25624" h="143107" extrusionOk="0">
                    <a:moveTo>
                      <a:pt x="25624" y="0"/>
                    </a:moveTo>
                    <a:lnTo>
                      <a:pt x="12812" y="0"/>
                    </a:lnTo>
                    <a:cubicBezTo>
                      <a:pt x="5777" y="0"/>
                      <a:pt x="0" y="5777"/>
                      <a:pt x="0" y="12812"/>
                    </a:cubicBezTo>
                    <a:lnTo>
                      <a:pt x="0" y="130295"/>
                    </a:lnTo>
                    <a:cubicBezTo>
                      <a:pt x="0" y="137330"/>
                      <a:pt x="5777" y="143107"/>
                      <a:pt x="12812" y="143107"/>
                    </a:cubicBezTo>
                    <a:lnTo>
                      <a:pt x="25624" y="143107"/>
                    </a:lnTo>
                    <a:lnTo>
                      <a:pt x="2562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13"/>
              <p:cNvSpPr/>
              <p:nvPr/>
            </p:nvSpPr>
            <p:spPr>
              <a:xfrm>
                <a:off x="2744731" y="2632280"/>
                <a:ext cx="25624" cy="76974"/>
              </a:xfrm>
              <a:custGeom>
                <a:avLst/>
                <a:gdLst/>
                <a:ahLst/>
                <a:cxnLst/>
                <a:rect l="l" t="t" r="r" b="b"/>
                <a:pathLst>
                  <a:path w="25624" h="76974" extrusionOk="0">
                    <a:moveTo>
                      <a:pt x="0" y="0"/>
                    </a:moveTo>
                    <a:lnTo>
                      <a:pt x="0" y="64162"/>
                    </a:lnTo>
                    <a:cubicBezTo>
                      <a:pt x="0" y="71197"/>
                      <a:pt x="5777" y="76974"/>
                      <a:pt x="12812" y="76974"/>
                    </a:cubicBezTo>
                    <a:lnTo>
                      <a:pt x="25624" y="76974"/>
                    </a:lnTo>
                    <a:lnTo>
                      <a:pt x="25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13"/>
              <p:cNvSpPr/>
              <p:nvPr/>
            </p:nvSpPr>
            <p:spPr>
              <a:xfrm>
                <a:off x="2272625" y="2564277"/>
                <a:ext cx="423680" cy="148034"/>
              </a:xfrm>
              <a:custGeom>
                <a:avLst/>
                <a:gdLst/>
                <a:ahLst/>
                <a:cxnLst/>
                <a:rect l="l" t="t" r="r" b="b"/>
                <a:pathLst>
                  <a:path w="423680" h="148034" extrusionOk="0">
                    <a:moveTo>
                      <a:pt x="14341" y="0"/>
                    </a:moveTo>
                    <a:lnTo>
                      <a:pt x="409339" y="0"/>
                    </a:lnTo>
                    <a:cubicBezTo>
                      <a:pt x="417257" y="0"/>
                      <a:pt x="423680" y="6661"/>
                      <a:pt x="423680" y="14783"/>
                    </a:cubicBezTo>
                    <a:lnTo>
                      <a:pt x="423680" y="133252"/>
                    </a:lnTo>
                    <a:cubicBezTo>
                      <a:pt x="423680" y="141408"/>
                      <a:pt x="417257" y="148035"/>
                      <a:pt x="409339" y="148035"/>
                    </a:cubicBezTo>
                    <a:lnTo>
                      <a:pt x="14341" y="148035"/>
                    </a:lnTo>
                    <a:cubicBezTo>
                      <a:pt x="6457" y="148035"/>
                      <a:pt x="0" y="141374"/>
                      <a:pt x="0" y="133252"/>
                    </a:cubicBezTo>
                    <a:lnTo>
                      <a:pt x="0" y="14783"/>
                    </a:lnTo>
                    <a:cubicBezTo>
                      <a:pt x="0" y="6661"/>
                      <a:pt x="6457" y="0"/>
                      <a:pt x="143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13"/>
              <p:cNvSpPr/>
              <p:nvPr/>
            </p:nvSpPr>
            <p:spPr>
              <a:xfrm>
                <a:off x="2285267" y="2573283"/>
                <a:ext cx="397954" cy="130295"/>
              </a:xfrm>
              <a:custGeom>
                <a:avLst/>
                <a:gdLst/>
                <a:ahLst/>
                <a:cxnLst/>
                <a:rect l="l" t="t" r="r" b="b"/>
                <a:pathLst>
                  <a:path w="397954" h="130295" extrusionOk="0">
                    <a:moveTo>
                      <a:pt x="12608" y="0"/>
                    </a:moveTo>
                    <a:lnTo>
                      <a:pt x="385312" y="0"/>
                    </a:lnTo>
                    <a:cubicBezTo>
                      <a:pt x="392245" y="0"/>
                      <a:pt x="397954" y="5845"/>
                      <a:pt x="397954" y="13016"/>
                    </a:cubicBezTo>
                    <a:lnTo>
                      <a:pt x="397954" y="117279"/>
                    </a:lnTo>
                    <a:cubicBezTo>
                      <a:pt x="397954" y="124416"/>
                      <a:pt x="392245" y="130295"/>
                      <a:pt x="385312" y="130295"/>
                    </a:cubicBezTo>
                    <a:lnTo>
                      <a:pt x="12608" y="130295"/>
                    </a:lnTo>
                    <a:cubicBezTo>
                      <a:pt x="5675" y="130295"/>
                      <a:pt x="0" y="124416"/>
                      <a:pt x="0" y="117279"/>
                    </a:cubicBezTo>
                    <a:lnTo>
                      <a:pt x="0" y="13016"/>
                    </a:lnTo>
                    <a:cubicBezTo>
                      <a:pt x="0" y="5845"/>
                      <a:pt x="5675" y="0"/>
                      <a:pt x="12608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4" name="Google Shape;594;p13"/>
              <p:cNvGrpSpPr/>
              <p:nvPr/>
            </p:nvGrpSpPr>
            <p:grpSpPr>
              <a:xfrm>
                <a:off x="2445264" y="2583716"/>
                <a:ext cx="207540" cy="106166"/>
                <a:chOff x="2445264" y="2583716"/>
                <a:chExt cx="207540" cy="106166"/>
              </a:xfrm>
            </p:grpSpPr>
            <p:sp>
              <p:nvSpPr>
                <p:cNvPr id="595" name="Google Shape;595;p13"/>
                <p:cNvSpPr/>
                <p:nvPr/>
              </p:nvSpPr>
              <p:spPr>
                <a:xfrm>
                  <a:off x="2445264" y="2628813"/>
                  <a:ext cx="53694" cy="2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694" h="20900" extrusionOk="0">
                      <a:moveTo>
                        <a:pt x="0" y="0"/>
                      </a:moveTo>
                      <a:lnTo>
                        <a:pt x="53695" y="0"/>
                      </a:lnTo>
                      <a:lnTo>
                        <a:pt x="53695" y="20900"/>
                      </a:lnTo>
                      <a:lnTo>
                        <a:pt x="0" y="2090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13"/>
                <p:cNvSpPr/>
                <p:nvPr/>
              </p:nvSpPr>
              <p:spPr>
                <a:xfrm>
                  <a:off x="2599110" y="2627216"/>
                  <a:ext cx="53694" cy="2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694" h="20900" extrusionOk="0">
                      <a:moveTo>
                        <a:pt x="0" y="0"/>
                      </a:moveTo>
                      <a:lnTo>
                        <a:pt x="53695" y="0"/>
                      </a:lnTo>
                      <a:lnTo>
                        <a:pt x="53695" y="20900"/>
                      </a:lnTo>
                      <a:lnTo>
                        <a:pt x="0" y="2090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13"/>
                <p:cNvSpPr/>
                <p:nvPr/>
              </p:nvSpPr>
              <p:spPr>
                <a:xfrm>
                  <a:off x="2494643" y="2583716"/>
                  <a:ext cx="106166" cy="106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166" h="106166" extrusionOk="0">
                      <a:moveTo>
                        <a:pt x="53083" y="106166"/>
                      </a:moveTo>
                      <a:cubicBezTo>
                        <a:pt x="82309" y="106166"/>
                        <a:pt x="106166" y="82309"/>
                        <a:pt x="106166" y="53083"/>
                      </a:cubicBezTo>
                      <a:cubicBezTo>
                        <a:pt x="106166" y="23857"/>
                        <a:pt x="82309" y="0"/>
                        <a:pt x="53083" y="0"/>
                      </a:cubicBezTo>
                      <a:cubicBezTo>
                        <a:pt x="23857" y="0"/>
                        <a:pt x="0" y="23857"/>
                        <a:pt x="0" y="53083"/>
                      </a:cubicBezTo>
                      <a:cubicBezTo>
                        <a:pt x="0" y="82309"/>
                        <a:pt x="23823" y="106166"/>
                        <a:pt x="53083" y="10616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13"/>
                <p:cNvSpPr/>
                <p:nvPr/>
              </p:nvSpPr>
              <p:spPr>
                <a:xfrm>
                  <a:off x="2503037" y="2592110"/>
                  <a:ext cx="89378" cy="89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78" h="89378" extrusionOk="0">
                      <a:moveTo>
                        <a:pt x="44689" y="89378"/>
                      </a:moveTo>
                      <a:cubicBezTo>
                        <a:pt x="69328" y="89378"/>
                        <a:pt x="89378" y="69294"/>
                        <a:pt x="89378" y="44689"/>
                      </a:cubicBezTo>
                      <a:cubicBezTo>
                        <a:pt x="89378" y="20085"/>
                        <a:pt x="69294" y="0"/>
                        <a:pt x="44689" y="0"/>
                      </a:cubicBezTo>
                      <a:cubicBezTo>
                        <a:pt x="20085" y="0"/>
                        <a:pt x="0" y="20085"/>
                        <a:pt x="0" y="44689"/>
                      </a:cubicBezTo>
                      <a:cubicBezTo>
                        <a:pt x="0" y="69294"/>
                        <a:pt x="20085" y="89378"/>
                        <a:pt x="44689" y="8937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9" name="Google Shape;599;p13"/>
                <p:cNvSpPr/>
                <p:nvPr/>
              </p:nvSpPr>
              <p:spPr>
                <a:xfrm>
                  <a:off x="2503037" y="2592110"/>
                  <a:ext cx="89378" cy="46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78" h="46388" extrusionOk="0">
                      <a:moveTo>
                        <a:pt x="44689" y="0"/>
                      </a:moveTo>
                      <a:cubicBezTo>
                        <a:pt x="69362" y="0"/>
                        <a:pt x="89378" y="20017"/>
                        <a:pt x="89378" y="44689"/>
                      </a:cubicBezTo>
                      <a:cubicBezTo>
                        <a:pt x="89378" y="45267"/>
                        <a:pt x="89378" y="45811"/>
                        <a:pt x="89310" y="46388"/>
                      </a:cubicBezTo>
                      <a:lnTo>
                        <a:pt x="34" y="46388"/>
                      </a:lnTo>
                      <a:cubicBezTo>
                        <a:pt x="34" y="45811"/>
                        <a:pt x="0" y="45267"/>
                        <a:pt x="0" y="44689"/>
                      </a:cubicBezTo>
                      <a:cubicBezTo>
                        <a:pt x="0" y="20017"/>
                        <a:pt x="20017" y="0"/>
                        <a:pt x="44689" y="0"/>
                      </a:cubicBezTo>
                      <a:close/>
                    </a:path>
                  </a:pathLst>
                </a:custGeom>
                <a:solidFill>
                  <a:srgbClr val="74D9E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0" name="Google Shape;600;p13"/>
                <p:cNvSpPr/>
                <p:nvPr/>
              </p:nvSpPr>
              <p:spPr>
                <a:xfrm>
                  <a:off x="2546877" y="2599961"/>
                  <a:ext cx="46223" cy="3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223" h="37994" extrusionOk="0">
                      <a:moveTo>
                        <a:pt x="42004" y="18318"/>
                      </a:moveTo>
                      <a:cubicBezTo>
                        <a:pt x="44961" y="24673"/>
                        <a:pt x="46320" y="31401"/>
                        <a:pt x="46218" y="37994"/>
                      </a:cubicBezTo>
                      <a:lnTo>
                        <a:pt x="0" y="37994"/>
                      </a:lnTo>
                      <a:lnTo>
                        <a:pt x="26168" y="0"/>
                      </a:lnTo>
                      <a:cubicBezTo>
                        <a:pt x="32829" y="4384"/>
                        <a:pt x="38368" y="10603"/>
                        <a:pt x="42004" y="183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01;p13"/>
                <p:cNvSpPr/>
                <p:nvPr/>
              </p:nvSpPr>
              <p:spPr>
                <a:xfrm>
                  <a:off x="2527812" y="2592375"/>
                  <a:ext cx="42887" cy="463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87" h="46361" extrusionOk="0">
                      <a:moveTo>
                        <a:pt x="23687" y="143"/>
                      </a:moveTo>
                      <a:cubicBezTo>
                        <a:pt x="30722" y="687"/>
                        <a:pt x="37212" y="2828"/>
                        <a:pt x="42888" y="6193"/>
                      </a:cubicBezTo>
                      <a:lnTo>
                        <a:pt x="20085" y="46362"/>
                      </a:lnTo>
                      <a:lnTo>
                        <a:pt x="0" y="4833"/>
                      </a:lnTo>
                      <a:cubicBezTo>
                        <a:pt x="7069" y="1231"/>
                        <a:pt x="15225" y="-536"/>
                        <a:pt x="23721" y="14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02;p13"/>
                <p:cNvSpPr/>
                <p:nvPr/>
              </p:nvSpPr>
              <p:spPr>
                <a:xfrm>
                  <a:off x="2503770" y="2600402"/>
                  <a:ext cx="46199" cy="38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99" h="38572" extrusionOk="0">
                      <a:moveTo>
                        <a:pt x="5554" y="15021"/>
                      </a:moveTo>
                      <a:cubicBezTo>
                        <a:pt x="8953" y="8836"/>
                        <a:pt x="13540" y="3806"/>
                        <a:pt x="18944" y="0"/>
                      </a:cubicBezTo>
                      <a:lnTo>
                        <a:pt x="46199" y="37349"/>
                      </a:lnTo>
                      <a:lnTo>
                        <a:pt x="49" y="38572"/>
                      </a:lnTo>
                      <a:cubicBezTo>
                        <a:pt x="-325" y="30620"/>
                        <a:pt x="1442" y="22497"/>
                        <a:pt x="5520" y="1502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03" name="Google Shape;603;p13"/>
                <p:cNvGrpSpPr/>
                <p:nvPr/>
              </p:nvGrpSpPr>
              <p:grpSpPr>
                <a:xfrm>
                  <a:off x="2527089" y="2609748"/>
                  <a:ext cx="30439" cy="37610"/>
                  <a:chOff x="4840276" y="2840598"/>
                  <a:chExt cx="30439" cy="37610"/>
                </a:xfrm>
              </p:grpSpPr>
              <p:sp>
                <p:nvSpPr>
                  <p:cNvPr id="604" name="Google Shape;604;p13"/>
                  <p:cNvSpPr/>
                  <p:nvPr/>
                </p:nvSpPr>
                <p:spPr>
                  <a:xfrm>
                    <a:off x="4850500" y="2857984"/>
                    <a:ext cx="20215" cy="202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15" h="20224" extrusionOk="0">
                        <a:moveTo>
                          <a:pt x="8171" y="184"/>
                        </a:moveTo>
                        <a:cubicBezTo>
                          <a:pt x="13642" y="-869"/>
                          <a:pt x="18978" y="2699"/>
                          <a:pt x="20031" y="8171"/>
                        </a:cubicBezTo>
                        <a:cubicBezTo>
                          <a:pt x="21085" y="13642"/>
                          <a:pt x="17516" y="18944"/>
                          <a:pt x="12045" y="20031"/>
                        </a:cubicBezTo>
                        <a:cubicBezTo>
                          <a:pt x="6573" y="21119"/>
                          <a:pt x="1238" y="17516"/>
                          <a:pt x="184" y="12045"/>
                        </a:cubicBezTo>
                        <a:cubicBezTo>
                          <a:pt x="-869" y="6573"/>
                          <a:pt x="2699" y="1238"/>
                          <a:pt x="8171" y="18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5" name="Google Shape;605;p13"/>
                  <p:cNvSpPr/>
                  <p:nvPr/>
                </p:nvSpPr>
                <p:spPr>
                  <a:xfrm>
                    <a:off x="4840276" y="2840598"/>
                    <a:ext cx="20501" cy="256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1" h="25692" extrusionOk="0">
                        <a:moveTo>
                          <a:pt x="14351" y="25692"/>
                        </a:moveTo>
                        <a:lnTo>
                          <a:pt x="20502" y="21410"/>
                        </a:lnTo>
                        <a:lnTo>
                          <a:pt x="6806" y="1597"/>
                        </a:lnTo>
                        <a:cubicBezTo>
                          <a:pt x="5651" y="-68"/>
                          <a:pt x="3306" y="-510"/>
                          <a:pt x="1606" y="646"/>
                        </a:cubicBezTo>
                        <a:lnTo>
                          <a:pt x="1606" y="646"/>
                        </a:lnTo>
                        <a:cubicBezTo>
                          <a:pt x="-93" y="1835"/>
                          <a:pt x="-501" y="4180"/>
                          <a:pt x="655" y="5845"/>
                        </a:cubicBezTo>
                        <a:lnTo>
                          <a:pt x="14317" y="25658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06" name="Google Shape;606;p13"/>
              <p:cNvSpPr/>
              <p:nvPr/>
            </p:nvSpPr>
            <p:spPr>
              <a:xfrm>
                <a:off x="2310041" y="2586265"/>
                <a:ext cx="102360" cy="102360"/>
              </a:xfrm>
              <a:custGeom>
                <a:avLst/>
                <a:gdLst/>
                <a:ahLst/>
                <a:cxnLst/>
                <a:rect l="l" t="t" r="r" b="b"/>
                <a:pathLst>
                  <a:path w="102360" h="102360" extrusionOk="0">
                    <a:moveTo>
                      <a:pt x="51180" y="0"/>
                    </a:moveTo>
                    <a:cubicBezTo>
                      <a:pt x="79421" y="0"/>
                      <a:pt x="102360" y="22939"/>
                      <a:pt x="102360" y="51180"/>
                    </a:cubicBezTo>
                    <a:cubicBezTo>
                      <a:pt x="102360" y="79421"/>
                      <a:pt x="79421" y="102360"/>
                      <a:pt x="51180" y="102360"/>
                    </a:cubicBezTo>
                    <a:cubicBezTo>
                      <a:pt x="22939" y="102360"/>
                      <a:pt x="0" y="79421"/>
                      <a:pt x="0" y="51180"/>
                    </a:cubicBezTo>
                    <a:cubicBezTo>
                      <a:pt x="0" y="22939"/>
                      <a:pt x="22939" y="0"/>
                      <a:pt x="51180" y="0"/>
                    </a:cubicBezTo>
                    <a:lnTo>
                      <a:pt x="51180" y="0"/>
                    </a:lnTo>
                    <a:close/>
                    <a:moveTo>
                      <a:pt x="51180" y="41936"/>
                    </a:moveTo>
                    <a:cubicBezTo>
                      <a:pt x="46048" y="41936"/>
                      <a:pt x="41903" y="46082"/>
                      <a:pt x="41903" y="51180"/>
                    </a:cubicBezTo>
                    <a:cubicBezTo>
                      <a:pt x="41903" y="56278"/>
                      <a:pt x="46048" y="60458"/>
                      <a:pt x="51180" y="60458"/>
                    </a:cubicBezTo>
                    <a:cubicBezTo>
                      <a:pt x="56312" y="60458"/>
                      <a:pt x="60458" y="56312"/>
                      <a:pt x="60458" y="51180"/>
                    </a:cubicBezTo>
                    <a:cubicBezTo>
                      <a:pt x="60458" y="46048"/>
                      <a:pt x="56312" y="41936"/>
                      <a:pt x="51180" y="41936"/>
                    </a:cubicBezTo>
                    <a:lnTo>
                      <a:pt x="51180" y="41936"/>
                    </a:lnTo>
                    <a:close/>
                    <a:moveTo>
                      <a:pt x="57263" y="30110"/>
                    </a:moveTo>
                    <a:cubicBezTo>
                      <a:pt x="64502" y="32183"/>
                      <a:pt x="70177" y="37892"/>
                      <a:pt x="72284" y="45097"/>
                    </a:cubicBezTo>
                    <a:lnTo>
                      <a:pt x="89073" y="45097"/>
                    </a:lnTo>
                    <a:cubicBezTo>
                      <a:pt x="86490" y="28784"/>
                      <a:pt x="73576" y="15905"/>
                      <a:pt x="57297" y="13322"/>
                    </a:cubicBezTo>
                    <a:lnTo>
                      <a:pt x="57297" y="30110"/>
                    </a:lnTo>
                    <a:lnTo>
                      <a:pt x="57297" y="30110"/>
                    </a:lnTo>
                    <a:close/>
                    <a:moveTo>
                      <a:pt x="72284" y="57263"/>
                    </a:moveTo>
                    <a:cubicBezTo>
                      <a:pt x="70177" y="64502"/>
                      <a:pt x="64502" y="70177"/>
                      <a:pt x="57263" y="72284"/>
                    </a:cubicBezTo>
                    <a:lnTo>
                      <a:pt x="57263" y="89072"/>
                    </a:lnTo>
                    <a:cubicBezTo>
                      <a:pt x="73576" y="86456"/>
                      <a:pt x="86456" y="73576"/>
                      <a:pt x="89038" y="57263"/>
                    </a:cubicBezTo>
                    <a:lnTo>
                      <a:pt x="72250" y="57263"/>
                    </a:lnTo>
                    <a:close/>
                    <a:moveTo>
                      <a:pt x="45131" y="72284"/>
                    </a:moveTo>
                    <a:cubicBezTo>
                      <a:pt x="37926" y="70177"/>
                      <a:pt x="32217" y="64502"/>
                      <a:pt x="30144" y="57263"/>
                    </a:cubicBezTo>
                    <a:lnTo>
                      <a:pt x="13356" y="57263"/>
                    </a:lnTo>
                    <a:cubicBezTo>
                      <a:pt x="15939" y="73576"/>
                      <a:pt x="28853" y="86456"/>
                      <a:pt x="45131" y="89072"/>
                    </a:cubicBezTo>
                    <a:lnTo>
                      <a:pt x="45131" y="72284"/>
                    </a:lnTo>
                    <a:lnTo>
                      <a:pt x="45131" y="72284"/>
                    </a:lnTo>
                    <a:close/>
                    <a:moveTo>
                      <a:pt x="30144" y="45131"/>
                    </a:moveTo>
                    <a:cubicBezTo>
                      <a:pt x="32217" y="37892"/>
                      <a:pt x="37926" y="32217"/>
                      <a:pt x="45131" y="30144"/>
                    </a:cubicBezTo>
                    <a:lnTo>
                      <a:pt x="45131" y="13356"/>
                    </a:lnTo>
                    <a:cubicBezTo>
                      <a:pt x="28853" y="15939"/>
                      <a:pt x="15939" y="28853"/>
                      <a:pt x="13356" y="45131"/>
                    </a:cubicBezTo>
                    <a:lnTo>
                      <a:pt x="30144" y="4513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13"/>
              <p:cNvSpPr/>
              <p:nvPr/>
            </p:nvSpPr>
            <p:spPr>
              <a:xfrm>
                <a:off x="2208836" y="2598499"/>
                <a:ext cx="63822" cy="79828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79828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79829"/>
                    </a:lnTo>
                    <a:lnTo>
                      <a:pt x="0" y="7982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13"/>
              <p:cNvSpPr/>
              <p:nvPr/>
            </p:nvSpPr>
            <p:spPr>
              <a:xfrm>
                <a:off x="2208836" y="2608729"/>
                <a:ext cx="63822" cy="11418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11418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11419"/>
                    </a:lnTo>
                    <a:lnTo>
                      <a:pt x="0" y="11419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13"/>
              <p:cNvSpPr/>
              <p:nvPr/>
            </p:nvSpPr>
            <p:spPr>
              <a:xfrm>
                <a:off x="2195175" y="2568219"/>
                <a:ext cx="25623" cy="143107"/>
              </a:xfrm>
              <a:custGeom>
                <a:avLst/>
                <a:gdLst/>
                <a:ahLst/>
                <a:cxnLst/>
                <a:rect l="l" t="t" r="r" b="b"/>
                <a:pathLst>
                  <a:path w="25623" h="143107" extrusionOk="0">
                    <a:moveTo>
                      <a:pt x="0" y="34"/>
                    </a:moveTo>
                    <a:lnTo>
                      <a:pt x="12812" y="34"/>
                    </a:lnTo>
                    <a:cubicBezTo>
                      <a:pt x="19847" y="34"/>
                      <a:pt x="25624" y="5811"/>
                      <a:pt x="25624" y="12846"/>
                    </a:cubicBezTo>
                    <a:lnTo>
                      <a:pt x="25624" y="130295"/>
                    </a:lnTo>
                    <a:cubicBezTo>
                      <a:pt x="25624" y="137330"/>
                      <a:pt x="19847" y="143107"/>
                      <a:pt x="12812" y="143107"/>
                    </a:cubicBezTo>
                    <a:lnTo>
                      <a:pt x="0" y="1431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13"/>
              <p:cNvSpPr/>
              <p:nvPr/>
            </p:nvSpPr>
            <p:spPr>
              <a:xfrm>
                <a:off x="2195175" y="2634387"/>
                <a:ext cx="25623" cy="76974"/>
              </a:xfrm>
              <a:custGeom>
                <a:avLst/>
                <a:gdLst/>
                <a:ahLst/>
                <a:cxnLst/>
                <a:rect l="l" t="t" r="r" b="b"/>
                <a:pathLst>
                  <a:path w="25623" h="76974" extrusionOk="0">
                    <a:moveTo>
                      <a:pt x="25624" y="0"/>
                    </a:moveTo>
                    <a:lnTo>
                      <a:pt x="25624" y="64162"/>
                    </a:lnTo>
                    <a:cubicBezTo>
                      <a:pt x="25624" y="71197"/>
                      <a:pt x="19847" y="76974"/>
                      <a:pt x="12812" y="76974"/>
                    </a:cubicBezTo>
                    <a:lnTo>
                      <a:pt x="0" y="76974"/>
                    </a:lnTo>
                    <a:lnTo>
                      <a:pt x="0" y="0"/>
                    </a:lnTo>
                    <a:lnTo>
                      <a:pt x="25624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" name="Google Shape;611;p13"/>
              <p:cNvSpPr/>
              <p:nvPr/>
            </p:nvSpPr>
            <p:spPr>
              <a:xfrm>
                <a:off x="2350924" y="2627556"/>
                <a:ext cx="19982" cy="19948"/>
              </a:xfrm>
              <a:custGeom>
                <a:avLst/>
                <a:gdLst/>
                <a:ahLst/>
                <a:cxnLst/>
                <a:rect l="l" t="t" r="r" b="b"/>
                <a:pathLst>
                  <a:path w="19982" h="19948" extrusionOk="0">
                    <a:moveTo>
                      <a:pt x="9991" y="19949"/>
                    </a:moveTo>
                    <a:cubicBezTo>
                      <a:pt x="15463" y="19949"/>
                      <a:pt x="19983" y="15463"/>
                      <a:pt x="19983" y="9958"/>
                    </a:cubicBezTo>
                    <a:cubicBezTo>
                      <a:pt x="19983" y="4452"/>
                      <a:pt x="15497" y="0"/>
                      <a:pt x="9991" y="0"/>
                    </a:cubicBezTo>
                    <a:cubicBezTo>
                      <a:pt x="4486" y="0"/>
                      <a:pt x="0" y="4486"/>
                      <a:pt x="0" y="9958"/>
                    </a:cubicBezTo>
                    <a:cubicBezTo>
                      <a:pt x="0" y="15429"/>
                      <a:pt x="4486" y="19949"/>
                      <a:pt x="9991" y="199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2" name="Google Shape;612;p13"/>
            <p:cNvGrpSpPr/>
            <p:nvPr/>
          </p:nvGrpSpPr>
          <p:grpSpPr>
            <a:xfrm flipH="1">
              <a:off x="8355930" y="4248567"/>
              <a:ext cx="797040" cy="894936"/>
              <a:chOff x="2566931" y="3410935"/>
              <a:chExt cx="372431" cy="418175"/>
            </a:xfrm>
          </p:grpSpPr>
          <p:sp>
            <p:nvSpPr>
              <p:cNvPr id="613" name="Google Shape;613;p13"/>
              <p:cNvSpPr/>
              <p:nvPr/>
            </p:nvSpPr>
            <p:spPr>
              <a:xfrm>
                <a:off x="2609275" y="3461469"/>
                <a:ext cx="282748" cy="326349"/>
              </a:xfrm>
              <a:custGeom>
                <a:avLst/>
                <a:gdLst/>
                <a:ahLst/>
                <a:cxnLst/>
                <a:rect l="l" t="t" r="r" b="b"/>
                <a:pathLst>
                  <a:path w="282748" h="326349" extrusionOk="0">
                    <a:moveTo>
                      <a:pt x="34" y="34"/>
                    </a:moveTo>
                    <a:lnTo>
                      <a:pt x="36329" y="34"/>
                    </a:lnTo>
                    <a:cubicBezTo>
                      <a:pt x="171858" y="34"/>
                      <a:pt x="282748" y="110924"/>
                      <a:pt x="282748" y="246453"/>
                    </a:cubicBezTo>
                    <a:lnTo>
                      <a:pt x="282748" y="326350"/>
                    </a:lnTo>
                    <a:lnTo>
                      <a:pt x="148273" y="326350"/>
                    </a:lnTo>
                    <a:lnTo>
                      <a:pt x="148273" y="292739"/>
                    </a:lnTo>
                    <a:cubicBezTo>
                      <a:pt x="148273" y="173625"/>
                      <a:pt x="87815" y="126387"/>
                      <a:pt x="0" y="12924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13"/>
              <p:cNvSpPr/>
              <p:nvPr/>
            </p:nvSpPr>
            <p:spPr>
              <a:xfrm>
                <a:off x="2609275" y="3508536"/>
                <a:ext cx="223411" cy="279317"/>
              </a:xfrm>
              <a:custGeom>
                <a:avLst/>
                <a:gdLst/>
                <a:ahLst/>
                <a:cxnLst/>
                <a:rect l="l" t="t" r="r" b="b"/>
                <a:pathLst>
                  <a:path w="223411" h="279317" extrusionOk="0">
                    <a:moveTo>
                      <a:pt x="223412" y="279317"/>
                    </a:moveTo>
                    <a:lnTo>
                      <a:pt x="148273" y="279317"/>
                    </a:lnTo>
                    <a:lnTo>
                      <a:pt x="148273" y="245707"/>
                    </a:lnTo>
                    <a:cubicBezTo>
                      <a:pt x="148273" y="126592"/>
                      <a:pt x="87815" y="79355"/>
                      <a:pt x="0" y="82209"/>
                    </a:cubicBezTo>
                    <a:lnTo>
                      <a:pt x="0" y="36"/>
                    </a:lnTo>
                    <a:cubicBezTo>
                      <a:pt x="191976" y="-2343"/>
                      <a:pt x="223378" y="115174"/>
                      <a:pt x="223378" y="245367"/>
                    </a:cubicBezTo>
                    <a:lnTo>
                      <a:pt x="223378" y="27931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13"/>
              <p:cNvSpPr/>
              <p:nvPr/>
            </p:nvSpPr>
            <p:spPr>
              <a:xfrm>
                <a:off x="2566965" y="3410935"/>
                <a:ext cx="42752" cy="238602"/>
              </a:xfrm>
              <a:custGeom>
                <a:avLst/>
                <a:gdLst/>
                <a:ahLst/>
                <a:cxnLst/>
                <a:rect l="l" t="t" r="r" b="b"/>
                <a:pathLst>
                  <a:path w="42752" h="238602" extrusionOk="0">
                    <a:moveTo>
                      <a:pt x="0" y="0"/>
                    </a:moveTo>
                    <a:lnTo>
                      <a:pt x="21376" y="0"/>
                    </a:lnTo>
                    <a:cubicBezTo>
                      <a:pt x="33135" y="0"/>
                      <a:pt x="42752" y="9617"/>
                      <a:pt x="42752" y="21376"/>
                    </a:cubicBezTo>
                    <a:lnTo>
                      <a:pt x="42752" y="217227"/>
                    </a:lnTo>
                    <a:cubicBezTo>
                      <a:pt x="42752" y="228985"/>
                      <a:pt x="33135" y="238603"/>
                      <a:pt x="21376" y="238603"/>
                    </a:cubicBezTo>
                    <a:lnTo>
                      <a:pt x="0" y="238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13"/>
              <p:cNvSpPr/>
              <p:nvPr/>
            </p:nvSpPr>
            <p:spPr>
              <a:xfrm>
                <a:off x="2566931" y="3521213"/>
                <a:ext cx="42752" cy="128324"/>
              </a:xfrm>
              <a:custGeom>
                <a:avLst/>
                <a:gdLst/>
                <a:ahLst/>
                <a:cxnLst/>
                <a:rect l="l" t="t" r="r" b="b"/>
                <a:pathLst>
                  <a:path w="42752" h="128324" extrusionOk="0">
                    <a:moveTo>
                      <a:pt x="42752" y="0"/>
                    </a:moveTo>
                    <a:lnTo>
                      <a:pt x="42752" y="106948"/>
                    </a:lnTo>
                    <a:cubicBezTo>
                      <a:pt x="42752" y="118707"/>
                      <a:pt x="33135" y="128324"/>
                      <a:pt x="21376" y="128324"/>
                    </a:cubicBezTo>
                    <a:lnTo>
                      <a:pt x="0" y="128324"/>
                    </a:lnTo>
                    <a:lnTo>
                      <a:pt x="0" y="0"/>
                    </a:lnTo>
                    <a:lnTo>
                      <a:pt x="42718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13"/>
              <p:cNvSpPr/>
              <p:nvPr/>
            </p:nvSpPr>
            <p:spPr>
              <a:xfrm>
                <a:off x="2700760" y="3786392"/>
                <a:ext cx="238602" cy="42718"/>
              </a:xfrm>
              <a:custGeom>
                <a:avLst/>
                <a:gdLst/>
                <a:ahLst/>
                <a:cxnLst/>
                <a:rect l="l" t="t" r="r" b="b"/>
                <a:pathLst>
                  <a:path w="238602" h="42718" extrusionOk="0">
                    <a:moveTo>
                      <a:pt x="0" y="42718"/>
                    </a:moveTo>
                    <a:lnTo>
                      <a:pt x="0" y="21342"/>
                    </a:lnTo>
                    <a:cubicBezTo>
                      <a:pt x="0" y="9618"/>
                      <a:pt x="9618" y="0"/>
                      <a:pt x="21376" y="0"/>
                    </a:cubicBezTo>
                    <a:lnTo>
                      <a:pt x="217227" y="0"/>
                    </a:lnTo>
                    <a:cubicBezTo>
                      <a:pt x="228985" y="0"/>
                      <a:pt x="238603" y="9618"/>
                      <a:pt x="238603" y="21342"/>
                    </a:cubicBezTo>
                    <a:lnTo>
                      <a:pt x="238603" y="42718"/>
                    </a:lnTo>
                    <a:lnTo>
                      <a:pt x="0" y="4271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13"/>
              <p:cNvSpPr/>
              <p:nvPr/>
            </p:nvSpPr>
            <p:spPr>
              <a:xfrm>
                <a:off x="2811005" y="3786392"/>
                <a:ext cx="128324" cy="42718"/>
              </a:xfrm>
              <a:custGeom>
                <a:avLst/>
                <a:gdLst/>
                <a:ahLst/>
                <a:cxnLst/>
                <a:rect l="l" t="t" r="r" b="b"/>
                <a:pathLst>
                  <a:path w="128324" h="42718" extrusionOk="0">
                    <a:moveTo>
                      <a:pt x="0" y="0"/>
                    </a:moveTo>
                    <a:lnTo>
                      <a:pt x="106948" y="0"/>
                    </a:lnTo>
                    <a:cubicBezTo>
                      <a:pt x="118707" y="0"/>
                      <a:pt x="128324" y="9618"/>
                      <a:pt x="128324" y="21342"/>
                    </a:cubicBezTo>
                    <a:lnTo>
                      <a:pt x="128324" y="42718"/>
                    </a:lnTo>
                    <a:lnTo>
                      <a:pt x="0" y="427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1" name="Google Shape;681;p15"/>
          <p:cNvSpPr txBox="1">
            <a:spLocks noGrp="1"/>
          </p:cNvSpPr>
          <p:nvPr>
            <p:ph type="subTitle" idx="1"/>
          </p:nvPr>
        </p:nvSpPr>
        <p:spPr>
          <a:xfrm>
            <a:off x="713250" y="1859076"/>
            <a:ext cx="2613600" cy="8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2" name="Google Shape;682;p15"/>
          <p:cNvSpPr txBox="1">
            <a:spLocks noGrp="1"/>
          </p:cNvSpPr>
          <p:nvPr>
            <p:ph type="subTitle" idx="2"/>
          </p:nvPr>
        </p:nvSpPr>
        <p:spPr>
          <a:xfrm>
            <a:off x="4297244" y="1859076"/>
            <a:ext cx="2613600" cy="8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3" name="Google Shape;683;p15"/>
          <p:cNvSpPr txBox="1">
            <a:spLocks noGrp="1"/>
          </p:cNvSpPr>
          <p:nvPr>
            <p:ph type="subTitle" idx="3"/>
          </p:nvPr>
        </p:nvSpPr>
        <p:spPr>
          <a:xfrm>
            <a:off x="713250" y="3540875"/>
            <a:ext cx="2613600" cy="8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4" name="Google Shape;684;p15"/>
          <p:cNvSpPr txBox="1">
            <a:spLocks noGrp="1"/>
          </p:cNvSpPr>
          <p:nvPr>
            <p:ph type="subTitle" idx="4"/>
          </p:nvPr>
        </p:nvSpPr>
        <p:spPr>
          <a:xfrm>
            <a:off x="4297244" y="3540875"/>
            <a:ext cx="2613600" cy="8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5" name="Google Shape;685;p15"/>
          <p:cNvSpPr txBox="1">
            <a:spLocks noGrp="1"/>
          </p:cNvSpPr>
          <p:nvPr>
            <p:ph type="subTitle" idx="5"/>
          </p:nvPr>
        </p:nvSpPr>
        <p:spPr>
          <a:xfrm>
            <a:off x="713250" y="1531716"/>
            <a:ext cx="26136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86" name="Google Shape;686;p15"/>
          <p:cNvSpPr txBox="1">
            <a:spLocks noGrp="1"/>
          </p:cNvSpPr>
          <p:nvPr>
            <p:ph type="subTitle" idx="6"/>
          </p:nvPr>
        </p:nvSpPr>
        <p:spPr>
          <a:xfrm>
            <a:off x="4297233" y="1531716"/>
            <a:ext cx="26136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87" name="Google Shape;687;p15"/>
          <p:cNvSpPr txBox="1">
            <a:spLocks noGrp="1"/>
          </p:cNvSpPr>
          <p:nvPr>
            <p:ph type="subTitle" idx="7"/>
          </p:nvPr>
        </p:nvSpPr>
        <p:spPr>
          <a:xfrm>
            <a:off x="713250" y="3213520"/>
            <a:ext cx="26136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88" name="Google Shape;688;p15"/>
          <p:cNvSpPr txBox="1">
            <a:spLocks noGrp="1"/>
          </p:cNvSpPr>
          <p:nvPr>
            <p:ph type="subTitle" idx="8"/>
          </p:nvPr>
        </p:nvSpPr>
        <p:spPr>
          <a:xfrm>
            <a:off x="4297233" y="3213520"/>
            <a:ext cx="2613600" cy="4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689" name="Google Shape;689;p15"/>
          <p:cNvGrpSpPr/>
          <p:nvPr/>
        </p:nvGrpSpPr>
        <p:grpSpPr>
          <a:xfrm>
            <a:off x="136998" y="2392964"/>
            <a:ext cx="295775" cy="909854"/>
            <a:chOff x="136998" y="2392964"/>
            <a:chExt cx="295775" cy="909854"/>
          </a:xfrm>
        </p:grpSpPr>
        <p:grpSp>
          <p:nvGrpSpPr>
            <p:cNvPr id="690" name="Google Shape;690;p15"/>
            <p:cNvGrpSpPr/>
            <p:nvPr/>
          </p:nvGrpSpPr>
          <p:grpSpPr>
            <a:xfrm>
              <a:off x="136998" y="2392964"/>
              <a:ext cx="295775" cy="386504"/>
              <a:chOff x="5612846" y="2845934"/>
              <a:chExt cx="147423" cy="192655"/>
            </a:xfrm>
          </p:grpSpPr>
          <p:sp>
            <p:nvSpPr>
              <p:cNvPr id="691" name="Google Shape;691;p15"/>
              <p:cNvSpPr/>
              <p:nvPr/>
            </p:nvSpPr>
            <p:spPr>
              <a:xfrm>
                <a:off x="5632183" y="2939050"/>
                <a:ext cx="108579" cy="75920"/>
              </a:xfrm>
              <a:custGeom>
                <a:avLst/>
                <a:gdLst/>
                <a:ahLst/>
                <a:cxnLst/>
                <a:rect l="l" t="t" r="r" b="b"/>
                <a:pathLst>
                  <a:path w="108579" h="75920" extrusionOk="0">
                    <a:moveTo>
                      <a:pt x="68" y="75920"/>
                    </a:moveTo>
                    <a:lnTo>
                      <a:pt x="25454" y="75920"/>
                    </a:lnTo>
                    <a:lnTo>
                      <a:pt x="25454" y="36873"/>
                    </a:lnTo>
                    <a:cubicBezTo>
                      <a:pt x="25454" y="29736"/>
                      <a:pt x="31333" y="23857"/>
                      <a:pt x="38470" y="23857"/>
                    </a:cubicBezTo>
                    <a:lnTo>
                      <a:pt x="70177" y="23857"/>
                    </a:lnTo>
                    <a:cubicBezTo>
                      <a:pt x="77314" y="23857"/>
                      <a:pt x="83193" y="29702"/>
                      <a:pt x="83193" y="36873"/>
                    </a:cubicBezTo>
                    <a:lnTo>
                      <a:pt x="83193" y="75920"/>
                    </a:lnTo>
                    <a:lnTo>
                      <a:pt x="108579" y="75920"/>
                    </a:lnTo>
                    <a:lnTo>
                      <a:pt x="108579" y="24469"/>
                    </a:lnTo>
                    <a:cubicBezTo>
                      <a:pt x="108579" y="11011"/>
                      <a:pt x="97568" y="0"/>
                      <a:pt x="84111" y="0"/>
                    </a:cubicBezTo>
                    <a:lnTo>
                      <a:pt x="24468" y="0"/>
                    </a:lnTo>
                    <a:cubicBezTo>
                      <a:pt x="11011" y="0"/>
                      <a:pt x="0" y="11011"/>
                      <a:pt x="0" y="24469"/>
                    </a:cubicBezTo>
                    <a:lnTo>
                      <a:pt x="0" y="7592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15"/>
              <p:cNvSpPr/>
              <p:nvPr/>
            </p:nvSpPr>
            <p:spPr>
              <a:xfrm>
                <a:off x="5612846" y="3013305"/>
                <a:ext cx="147423" cy="25284"/>
              </a:xfrm>
              <a:custGeom>
                <a:avLst/>
                <a:gdLst/>
                <a:ahLst/>
                <a:cxnLst/>
                <a:rect l="l" t="t" r="r" b="b"/>
                <a:pathLst>
                  <a:path w="147423" h="25284" extrusionOk="0">
                    <a:moveTo>
                      <a:pt x="6321" y="0"/>
                    </a:moveTo>
                    <a:lnTo>
                      <a:pt x="141102" y="0"/>
                    </a:lnTo>
                    <a:cubicBezTo>
                      <a:pt x="144603" y="0"/>
                      <a:pt x="147423" y="2821"/>
                      <a:pt x="147423" y="6321"/>
                    </a:cubicBezTo>
                    <a:lnTo>
                      <a:pt x="147423" y="18963"/>
                    </a:lnTo>
                    <a:cubicBezTo>
                      <a:pt x="147423" y="22430"/>
                      <a:pt x="144603" y="25284"/>
                      <a:pt x="141102" y="25284"/>
                    </a:cubicBezTo>
                    <a:lnTo>
                      <a:pt x="6321" y="25284"/>
                    </a:lnTo>
                    <a:cubicBezTo>
                      <a:pt x="2821" y="25284"/>
                      <a:pt x="0" y="22463"/>
                      <a:pt x="0" y="18963"/>
                    </a:cubicBezTo>
                    <a:lnTo>
                      <a:pt x="0" y="6355"/>
                    </a:lnTo>
                    <a:cubicBezTo>
                      <a:pt x="0" y="2855"/>
                      <a:pt x="2821" y="34"/>
                      <a:pt x="6321" y="3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15"/>
              <p:cNvSpPr/>
              <p:nvPr/>
            </p:nvSpPr>
            <p:spPr>
              <a:xfrm>
                <a:off x="5612846" y="3013305"/>
                <a:ext cx="147423" cy="11316"/>
              </a:xfrm>
              <a:custGeom>
                <a:avLst/>
                <a:gdLst/>
                <a:ahLst/>
                <a:cxnLst/>
                <a:rect l="l" t="t" r="r" b="b"/>
                <a:pathLst>
                  <a:path w="147423" h="11316" extrusionOk="0">
                    <a:moveTo>
                      <a:pt x="6321" y="0"/>
                    </a:moveTo>
                    <a:lnTo>
                      <a:pt x="141102" y="0"/>
                    </a:lnTo>
                    <a:cubicBezTo>
                      <a:pt x="144569" y="0"/>
                      <a:pt x="147423" y="2821"/>
                      <a:pt x="147423" y="6321"/>
                    </a:cubicBezTo>
                    <a:lnTo>
                      <a:pt x="147423" y="11317"/>
                    </a:lnTo>
                    <a:lnTo>
                      <a:pt x="0" y="11317"/>
                    </a:lnTo>
                    <a:lnTo>
                      <a:pt x="0" y="6321"/>
                    </a:lnTo>
                    <a:cubicBezTo>
                      <a:pt x="0" y="2855"/>
                      <a:pt x="2855" y="0"/>
                      <a:pt x="6321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15"/>
              <p:cNvSpPr/>
              <p:nvPr/>
            </p:nvSpPr>
            <p:spPr>
              <a:xfrm>
                <a:off x="5673984" y="2868533"/>
                <a:ext cx="25148" cy="70517"/>
              </a:xfrm>
              <a:custGeom>
                <a:avLst/>
                <a:gdLst/>
                <a:ahLst/>
                <a:cxnLst/>
                <a:rect l="l" t="t" r="r" b="b"/>
                <a:pathLst>
                  <a:path w="25148" h="70517" extrusionOk="0">
                    <a:moveTo>
                      <a:pt x="0" y="0"/>
                    </a:moveTo>
                    <a:lnTo>
                      <a:pt x="25148" y="0"/>
                    </a:lnTo>
                    <a:lnTo>
                      <a:pt x="25148" y="70517"/>
                    </a:lnTo>
                    <a:lnTo>
                      <a:pt x="0" y="705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15"/>
              <p:cNvSpPr/>
              <p:nvPr/>
            </p:nvSpPr>
            <p:spPr>
              <a:xfrm>
                <a:off x="5665148" y="2845934"/>
                <a:ext cx="42819" cy="42820"/>
              </a:xfrm>
              <a:custGeom>
                <a:avLst/>
                <a:gdLst/>
                <a:ahLst/>
                <a:cxnLst/>
                <a:rect l="l" t="t" r="r" b="b"/>
                <a:pathLst>
                  <a:path w="42819" h="42820" extrusionOk="0">
                    <a:moveTo>
                      <a:pt x="21410" y="42820"/>
                    </a:moveTo>
                    <a:cubicBezTo>
                      <a:pt x="33203" y="42820"/>
                      <a:pt x="42820" y="33203"/>
                      <a:pt x="42820" y="21410"/>
                    </a:cubicBezTo>
                    <a:cubicBezTo>
                      <a:pt x="42820" y="9618"/>
                      <a:pt x="33203" y="0"/>
                      <a:pt x="21410" y="0"/>
                    </a:cubicBezTo>
                    <a:cubicBezTo>
                      <a:pt x="9618" y="0"/>
                      <a:pt x="0" y="9618"/>
                      <a:pt x="0" y="21410"/>
                    </a:cubicBezTo>
                    <a:cubicBezTo>
                      <a:pt x="0" y="33203"/>
                      <a:pt x="9618" y="42820"/>
                      <a:pt x="21410" y="4282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15"/>
              <p:cNvSpPr/>
              <p:nvPr/>
            </p:nvSpPr>
            <p:spPr>
              <a:xfrm>
                <a:off x="5672692" y="2850488"/>
                <a:ext cx="19405" cy="19438"/>
              </a:xfrm>
              <a:custGeom>
                <a:avLst/>
                <a:gdLst/>
                <a:ahLst/>
                <a:cxnLst/>
                <a:rect l="l" t="t" r="r" b="b"/>
                <a:pathLst>
                  <a:path w="19405" h="19438" extrusionOk="0">
                    <a:moveTo>
                      <a:pt x="9686" y="19439"/>
                    </a:moveTo>
                    <a:cubicBezTo>
                      <a:pt x="15055" y="19439"/>
                      <a:pt x="19405" y="15089"/>
                      <a:pt x="19405" y="9719"/>
                    </a:cubicBezTo>
                    <a:cubicBezTo>
                      <a:pt x="19405" y="4350"/>
                      <a:pt x="15055" y="0"/>
                      <a:pt x="9686" y="0"/>
                    </a:cubicBezTo>
                    <a:cubicBezTo>
                      <a:pt x="4316" y="0"/>
                      <a:pt x="0" y="4384"/>
                      <a:pt x="0" y="9719"/>
                    </a:cubicBezTo>
                    <a:cubicBezTo>
                      <a:pt x="0" y="15055"/>
                      <a:pt x="4350" y="19439"/>
                      <a:pt x="9686" y="1943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7" name="Google Shape;697;p15"/>
            <p:cNvGrpSpPr/>
            <p:nvPr/>
          </p:nvGrpSpPr>
          <p:grpSpPr>
            <a:xfrm>
              <a:off x="136998" y="2916314"/>
              <a:ext cx="295775" cy="386504"/>
              <a:chOff x="5612846" y="2845934"/>
              <a:chExt cx="147423" cy="192655"/>
            </a:xfrm>
          </p:grpSpPr>
          <p:sp>
            <p:nvSpPr>
              <p:cNvPr id="698" name="Google Shape;698;p15"/>
              <p:cNvSpPr/>
              <p:nvPr/>
            </p:nvSpPr>
            <p:spPr>
              <a:xfrm>
                <a:off x="5632183" y="2939050"/>
                <a:ext cx="108579" cy="75920"/>
              </a:xfrm>
              <a:custGeom>
                <a:avLst/>
                <a:gdLst/>
                <a:ahLst/>
                <a:cxnLst/>
                <a:rect l="l" t="t" r="r" b="b"/>
                <a:pathLst>
                  <a:path w="108579" h="75920" extrusionOk="0">
                    <a:moveTo>
                      <a:pt x="68" y="75920"/>
                    </a:moveTo>
                    <a:lnTo>
                      <a:pt x="25454" y="75920"/>
                    </a:lnTo>
                    <a:lnTo>
                      <a:pt x="25454" y="36873"/>
                    </a:lnTo>
                    <a:cubicBezTo>
                      <a:pt x="25454" y="29736"/>
                      <a:pt x="31333" y="23857"/>
                      <a:pt x="38470" y="23857"/>
                    </a:cubicBezTo>
                    <a:lnTo>
                      <a:pt x="70177" y="23857"/>
                    </a:lnTo>
                    <a:cubicBezTo>
                      <a:pt x="77314" y="23857"/>
                      <a:pt x="83193" y="29702"/>
                      <a:pt x="83193" y="36873"/>
                    </a:cubicBezTo>
                    <a:lnTo>
                      <a:pt x="83193" y="75920"/>
                    </a:lnTo>
                    <a:lnTo>
                      <a:pt x="108579" y="75920"/>
                    </a:lnTo>
                    <a:lnTo>
                      <a:pt x="108579" y="24469"/>
                    </a:lnTo>
                    <a:cubicBezTo>
                      <a:pt x="108579" y="11011"/>
                      <a:pt x="97568" y="0"/>
                      <a:pt x="84111" y="0"/>
                    </a:cubicBezTo>
                    <a:lnTo>
                      <a:pt x="24468" y="0"/>
                    </a:lnTo>
                    <a:cubicBezTo>
                      <a:pt x="11011" y="0"/>
                      <a:pt x="0" y="11011"/>
                      <a:pt x="0" y="24469"/>
                    </a:cubicBezTo>
                    <a:lnTo>
                      <a:pt x="0" y="7592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15"/>
              <p:cNvSpPr/>
              <p:nvPr/>
            </p:nvSpPr>
            <p:spPr>
              <a:xfrm>
                <a:off x="5612846" y="3013305"/>
                <a:ext cx="147423" cy="25284"/>
              </a:xfrm>
              <a:custGeom>
                <a:avLst/>
                <a:gdLst/>
                <a:ahLst/>
                <a:cxnLst/>
                <a:rect l="l" t="t" r="r" b="b"/>
                <a:pathLst>
                  <a:path w="147423" h="25284" extrusionOk="0">
                    <a:moveTo>
                      <a:pt x="6321" y="0"/>
                    </a:moveTo>
                    <a:lnTo>
                      <a:pt x="141102" y="0"/>
                    </a:lnTo>
                    <a:cubicBezTo>
                      <a:pt x="144603" y="0"/>
                      <a:pt x="147423" y="2821"/>
                      <a:pt x="147423" y="6321"/>
                    </a:cubicBezTo>
                    <a:lnTo>
                      <a:pt x="147423" y="18963"/>
                    </a:lnTo>
                    <a:cubicBezTo>
                      <a:pt x="147423" y="22430"/>
                      <a:pt x="144603" y="25284"/>
                      <a:pt x="141102" y="25284"/>
                    </a:cubicBezTo>
                    <a:lnTo>
                      <a:pt x="6321" y="25284"/>
                    </a:lnTo>
                    <a:cubicBezTo>
                      <a:pt x="2821" y="25284"/>
                      <a:pt x="0" y="22463"/>
                      <a:pt x="0" y="18963"/>
                    </a:cubicBezTo>
                    <a:lnTo>
                      <a:pt x="0" y="6355"/>
                    </a:lnTo>
                    <a:cubicBezTo>
                      <a:pt x="0" y="2855"/>
                      <a:pt x="2821" y="34"/>
                      <a:pt x="6321" y="3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15"/>
              <p:cNvSpPr/>
              <p:nvPr/>
            </p:nvSpPr>
            <p:spPr>
              <a:xfrm>
                <a:off x="5612846" y="3013305"/>
                <a:ext cx="147423" cy="11316"/>
              </a:xfrm>
              <a:custGeom>
                <a:avLst/>
                <a:gdLst/>
                <a:ahLst/>
                <a:cxnLst/>
                <a:rect l="l" t="t" r="r" b="b"/>
                <a:pathLst>
                  <a:path w="147423" h="11316" extrusionOk="0">
                    <a:moveTo>
                      <a:pt x="6321" y="0"/>
                    </a:moveTo>
                    <a:lnTo>
                      <a:pt x="141102" y="0"/>
                    </a:lnTo>
                    <a:cubicBezTo>
                      <a:pt x="144569" y="0"/>
                      <a:pt x="147423" y="2821"/>
                      <a:pt x="147423" y="6321"/>
                    </a:cubicBezTo>
                    <a:lnTo>
                      <a:pt x="147423" y="11317"/>
                    </a:lnTo>
                    <a:lnTo>
                      <a:pt x="0" y="11317"/>
                    </a:lnTo>
                    <a:lnTo>
                      <a:pt x="0" y="6321"/>
                    </a:lnTo>
                    <a:cubicBezTo>
                      <a:pt x="0" y="2855"/>
                      <a:pt x="2855" y="0"/>
                      <a:pt x="6321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15"/>
              <p:cNvSpPr/>
              <p:nvPr/>
            </p:nvSpPr>
            <p:spPr>
              <a:xfrm>
                <a:off x="5673984" y="2868533"/>
                <a:ext cx="25148" cy="70517"/>
              </a:xfrm>
              <a:custGeom>
                <a:avLst/>
                <a:gdLst/>
                <a:ahLst/>
                <a:cxnLst/>
                <a:rect l="l" t="t" r="r" b="b"/>
                <a:pathLst>
                  <a:path w="25148" h="70517" extrusionOk="0">
                    <a:moveTo>
                      <a:pt x="0" y="0"/>
                    </a:moveTo>
                    <a:lnTo>
                      <a:pt x="25148" y="0"/>
                    </a:lnTo>
                    <a:lnTo>
                      <a:pt x="25148" y="70517"/>
                    </a:lnTo>
                    <a:lnTo>
                      <a:pt x="0" y="705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15"/>
              <p:cNvSpPr/>
              <p:nvPr/>
            </p:nvSpPr>
            <p:spPr>
              <a:xfrm>
                <a:off x="5665148" y="2845934"/>
                <a:ext cx="42819" cy="42820"/>
              </a:xfrm>
              <a:custGeom>
                <a:avLst/>
                <a:gdLst/>
                <a:ahLst/>
                <a:cxnLst/>
                <a:rect l="l" t="t" r="r" b="b"/>
                <a:pathLst>
                  <a:path w="42819" h="42820" extrusionOk="0">
                    <a:moveTo>
                      <a:pt x="21410" y="42820"/>
                    </a:moveTo>
                    <a:cubicBezTo>
                      <a:pt x="33203" y="42820"/>
                      <a:pt x="42820" y="33203"/>
                      <a:pt x="42820" y="21410"/>
                    </a:cubicBezTo>
                    <a:cubicBezTo>
                      <a:pt x="42820" y="9618"/>
                      <a:pt x="33203" y="0"/>
                      <a:pt x="21410" y="0"/>
                    </a:cubicBezTo>
                    <a:cubicBezTo>
                      <a:pt x="9618" y="0"/>
                      <a:pt x="0" y="9618"/>
                      <a:pt x="0" y="21410"/>
                    </a:cubicBezTo>
                    <a:cubicBezTo>
                      <a:pt x="0" y="33203"/>
                      <a:pt x="9618" y="42820"/>
                      <a:pt x="21410" y="4282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15"/>
              <p:cNvSpPr/>
              <p:nvPr/>
            </p:nvSpPr>
            <p:spPr>
              <a:xfrm>
                <a:off x="5672692" y="2850488"/>
                <a:ext cx="19405" cy="19438"/>
              </a:xfrm>
              <a:custGeom>
                <a:avLst/>
                <a:gdLst/>
                <a:ahLst/>
                <a:cxnLst/>
                <a:rect l="l" t="t" r="r" b="b"/>
                <a:pathLst>
                  <a:path w="19405" h="19438" extrusionOk="0">
                    <a:moveTo>
                      <a:pt x="9686" y="19439"/>
                    </a:moveTo>
                    <a:cubicBezTo>
                      <a:pt x="15055" y="19439"/>
                      <a:pt x="19405" y="15089"/>
                      <a:pt x="19405" y="9719"/>
                    </a:cubicBezTo>
                    <a:cubicBezTo>
                      <a:pt x="19405" y="4350"/>
                      <a:pt x="15055" y="0"/>
                      <a:pt x="9686" y="0"/>
                    </a:cubicBezTo>
                    <a:cubicBezTo>
                      <a:pt x="4316" y="0"/>
                      <a:pt x="0" y="4384"/>
                      <a:pt x="0" y="9719"/>
                    </a:cubicBezTo>
                    <a:cubicBezTo>
                      <a:pt x="0" y="15055"/>
                      <a:pt x="4350" y="19439"/>
                      <a:pt x="9686" y="1943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_1_1"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6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627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16"/>
          <p:cNvSpPr txBox="1">
            <a:spLocks noGrp="1"/>
          </p:cNvSpPr>
          <p:nvPr>
            <p:ph type="subTitle" idx="1"/>
          </p:nvPr>
        </p:nvSpPr>
        <p:spPr>
          <a:xfrm>
            <a:off x="1949001" y="1766021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7" name="Google Shape;707;p16"/>
          <p:cNvSpPr txBox="1">
            <a:spLocks noGrp="1"/>
          </p:cNvSpPr>
          <p:nvPr>
            <p:ph type="subTitle" idx="2"/>
          </p:nvPr>
        </p:nvSpPr>
        <p:spPr>
          <a:xfrm>
            <a:off x="1949001" y="2860536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8" name="Google Shape;708;p16"/>
          <p:cNvSpPr txBox="1">
            <a:spLocks noGrp="1"/>
          </p:cNvSpPr>
          <p:nvPr>
            <p:ph type="subTitle" idx="3"/>
          </p:nvPr>
        </p:nvSpPr>
        <p:spPr>
          <a:xfrm>
            <a:off x="5757350" y="2860521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9" name="Google Shape;709;p16"/>
          <p:cNvSpPr txBox="1">
            <a:spLocks noGrp="1"/>
          </p:cNvSpPr>
          <p:nvPr>
            <p:ph type="subTitle" idx="4"/>
          </p:nvPr>
        </p:nvSpPr>
        <p:spPr>
          <a:xfrm>
            <a:off x="5757350" y="1766021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0" name="Google Shape;710;p16"/>
          <p:cNvSpPr txBox="1">
            <a:spLocks noGrp="1"/>
          </p:cNvSpPr>
          <p:nvPr>
            <p:ph type="title" idx="5" hasCustomPrompt="1"/>
          </p:nvPr>
        </p:nvSpPr>
        <p:spPr>
          <a:xfrm>
            <a:off x="1076914" y="1503350"/>
            <a:ext cx="7959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1" name="Google Shape;711;p16"/>
          <p:cNvSpPr txBox="1">
            <a:spLocks noGrp="1"/>
          </p:cNvSpPr>
          <p:nvPr>
            <p:ph type="title" idx="6" hasCustomPrompt="1"/>
          </p:nvPr>
        </p:nvSpPr>
        <p:spPr>
          <a:xfrm>
            <a:off x="4885239" y="2598000"/>
            <a:ext cx="7959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2" name="Google Shape;712;p16"/>
          <p:cNvSpPr txBox="1">
            <a:spLocks noGrp="1"/>
          </p:cNvSpPr>
          <p:nvPr>
            <p:ph type="title" idx="7" hasCustomPrompt="1"/>
          </p:nvPr>
        </p:nvSpPr>
        <p:spPr>
          <a:xfrm>
            <a:off x="1076914" y="2598000"/>
            <a:ext cx="7959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3" name="Google Shape;713;p16"/>
          <p:cNvSpPr txBox="1">
            <a:spLocks noGrp="1"/>
          </p:cNvSpPr>
          <p:nvPr>
            <p:ph type="title" idx="8" hasCustomPrompt="1"/>
          </p:nvPr>
        </p:nvSpPr>
        <p:spPr>
          <a:xfrm>
            <a:off x="4885239" y="1503350"/>
            <a:ext cx="7959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4" name="Google Shape;714;p16"/>
          <p:cNvSpPr txBox="1">
            <a:spLocks noGrp="1"/>
          </p:cNvSpPr>
          <p:nvPr>
            <p:ph type="subTitle" idx="9"/>
          </p:nvPr>
        </p:nvSpPr>
        <p:spPr>
          <a:xfrm>
            <a:off x="1949000" y="1450025"/>
            <a:ext cx="23097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5" name="Google Shape;715;p16"/>
          <p:cNvSpPr txBox="1">
            <a:spLocks noGrp="1"/>
          </p:cNvSpPr>
          <p:nvPr>
            <p:ph type="subTitle" idx="13"/>
          </p:nvPr>
        </p:nvSpPr>
        <p:spPr>
          <a:xfrm>
            <a:off x="1949000" y="2544686"/>
            <a:ext cx="23097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6" name="Google Shape;716;p16"/>
          <p:cNvSpPr txBox="1">
            <a:spLocks noGrp="1"/>
          </p:cNvSpPr>
          <p:nvPr>
            <p:ph type="subTitle" idx="14"/>
          </p:nvPr>
        </p:nvSpPr>
        <p:spPr>
          <a:xfrm>
            <a:off x="5757350" y="2544686"/>
            <a:ext cx="23097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7" name="Google Shape;717;p16"/>
          <p:cNvSpPr txBox="1">
            <a:spLocks noGrp="1"/>
          </p:cNvSpPr>
          <p:nvPr>
            <p:ph type="subTitle" idx="15"/>
          </p:nvPr>
        </p:nvSpPr>
        <p:spPr>
          <a:xfrm>
            <a:off x="5757350" y="1450025"/>
            <a:ext cx="23097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8" name="Google Shape;718;p16"/>
          <p:cNvSpPr txBox="1">
            <a:spLocks noGrp="1"/>
          </p:cNvSpPr>
          <p:nvPr>
            <p:ph type="subTitle" idx="16"/>
          </p:nvPr>
        </p:nvSpPr>
        <p:spPr>
          <a:xfrm>
            <a:off x="1949001" y="3955051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16"/>
          <p:cNvSpPr txBox="1">
            <a:spLocks noGrp="1"/>
          </p:cNvSpPr>
          <p:nvPr>
            <p:ph type="subTitle" idx="17"/>
          </p:nvPr>
        </p:nvSpPr>
        <p:spPr>
          <a:xfrm>
            <a:off x="5757350" y="3955021"/>
            <a:ext cx="230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0" name="Google Shape;720;p16"/>
          <p:cNvSpPr txBox="1">
            <a:spLocks noGrp="1"/>
          </p:cNvSpPr>
          <p:nvPr>
            <p:ph type="title" idx="18" hasCustomPrompt="1"/>
          </p:nvPr>
        </p:nvSpPr>
        <p:spPr>
          <a:xfrm>
            <a:off x="4885239" y="3692525"/>
            <a:ext cx="7959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1" name="Google Shape;721;p16"/>
          <p:cNvSpPr txBox="1">
            <a:spLocks noGrp="1"/>
          </p:cNvSpPr>
          <p:nvPr>
            <p:ph type="title" idx="19" hasCustomPrompt="1"/>
          </p:nvPr>
        </p:nvSpPr>
        <p:spPr>
          <a:xfrm>
            <a:off x="1076914" y="3692525"/>
            <a:ext cx="7959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2" name="Google Shape;722;p16"/>
          <p:cNvSpPr txBox="1">
            <a:spLocks noGrp="1"/>
          </p:cNvSpPr>
          <p:nvPr>
            <p:ph type="subTitle" idx="20"/>
          </p:nvPr>
        </p:nvSpPr>
        <p:spPr>
          <a:xfrm>
            <a:off x="1949000" y="3639222"/>
            <a:ext cx="23097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23" name="Google Shape;723;p16"/>
          <p:cNvSpPr txBox="1">
            <a:spLocks noGrp="1"/>
          </p:cNvSpPr>
          <p:nvPr>
            <p:ph type="subTitle" idx="21"/>
          </p:nvPr>
        </p:nvSpPr>
        <p:spPr>
          <a:xfrm>
            <a:off x="5757350" y="3639199"/>
            <a:ext cx="2309700" cy="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724" name="Google Shape;724;p16"/>
          <p:cNvGrpSpPr/>
          <p:nvPr/>
        </p:nvGrpSpPr>
        <p:grpSpPr>
          <a:xfrm>
            <a:off x="-111954" y="1297489"/>
            <a:ext cx="9256024" cy="3934331"/>
            <a:chOff x="-111954" y="1297489"/>
            <a:chExt cx="9256024" cy="3934331"/>
          </a:xfrm>
        </p:grpSpPr>
        <p:grpSp>
          <p:nvGrpSpPr>
            <p:cNvPr id="725" name="Google Shape;725;p16"/>
            <p:cNvGrpSpPr/>
            <p:nvPr/>
          </p:nvGrpSpPr>
          <p:grpSpPr>
            <a:xfrm>
              <a:off x="-111954" y="3312882"/>
              <a:ext cx="978840" cy="1918938"/>
              <a:chOff x="5261279" y="1944386"/>
              <a:chExt cx="343549" cy="673501"/>
            </a:xfrm>
          </p:grpSpPr>
          <p:sp>
            <p:nvSpPr>
              <p:cNvPr id="726" name="Google Shape;726;p16"/>
              <p:cNvSpPr/>
              <p:nvPr/>
            </p:nvSpPr>
            <p:spPr>
              <a:xfrm rot="1397564">
                <a:off x="5484957" y="2325472"/>
                <a:ext cx="77637" cy="116565"/>
              </a:xfrm>
              <a:custGeom>
                <a:avLst/>
                <a:gdLst/>
                <a:ahLst/>
                <a:cxnLst/>
                <a:rect l="l" t="t" r="r" b="b"/>
                <a:pathLst>
                  <a:path w="77721" h="116692" extrusionOk="0">
                    <a:moveTo>
                      <a:pt x="1750" y="594"/>
                    </a:moveTo>
                    <a:lnTo>
                      <a:pt x="1750" y="594"/>
                    </a:lnTo>
                    <a:cubicBezTo>
                      <a:pt x="-17" y="1716"/>
                      <a:pt x="-527" y="4095"/>
                      <a:pt x="594" y="5862"/>
                    </a:cubicBezTo>
                    <a:lnTo>
                      <a:pt x="70704" y="114951"/>
                    </a:lnTo>
                    <a:cubicBezTo>
                      <a:pt x="71825" y="116718"/>
                      <a:pt x="74204" y="117228"/>
                      <a:pt x="75971" y="116073"/>
                    </a:cubicBezTo>
                    <a:lnTo>
                      <a:pt x="75971" y="116073"/>
                    </a:lnTo>
                    <a:cubicBezTo>
                      <a:pt x="77738" y="114951"/>
                      <a:pt x="78248" y="112572"/>
                      <a:pt x="77127" y="110805"/>
                    </a:cubicBezTo>
                    <a:lnTo>
                      <a:pt x="7017" y="1750"/>
                    </a:lnTo>
                    <a:cubicBezTo>
                      <a:pt x="5896" y="-17"/>
                      <a:pt x="3517" y="-527"/>
                      <a:pt x="1750" y="59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16"/>
              <p:cNvSpPr/>
              <p:nvPr/>
            </p:nvSpPr>
            <p:spPr>
              <a:xfrm rot="1397564">
                <a:off x="5507184" y="2468622"/>
                <a:ext cx="77762" cy="116588"/>
              </a:xfrm>
              <a:custGeom>
                <a:avLst/>
                <a:gdLst/>
                <a:ahLst/>
                <a:cxnLst/>
                <a:rect l="l" t="t" r="r" b="b"/>
                <a:pathLst>
                  <a:path w="77846" h="116715" extrusionOk="0">
                    <a:moveTo>
                      <a:pt x="655" y="5879"/>
                    </a:moveTo>
                    <a:lnTo>
                      <a:pt x="70764" y="114934"/>
                    </a:lnTo>
                    <a:cubicBezTo>
                      <a:pt x="73517" y="119182"/>
                      <a:pt x="79906" y="115036"/>
                      <a:pt x="77187" y="110822"/>
                    </a:cubicBezTo>
                    <a:lnTo>
                      <a:pt x="7078" y="1767"/>
                    </a:lnTo>
                    <a:cubicBezTo>
                      <a:pt x="4393" y="-2447"/>
                      <a:pt x="-2064" y="1665"/>
                      <a:pt x="655" y="587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16"/>
              <p:cNvSpPr/>
              <p:nvPr/>
            </p:nvSpPr>
            <p:spPr>
              <a:xfrm>
                <a:off x="5354429" y="1998445"/>
                <a:ext cx="119182" cy="517957"/>
              </a:xfrm>
              <a:custGeom>
                <a:avLst/>
                <a:gdLst/>
                <a:ahLst/>
                <a:cxnLst/>
                <a:rect l="l" t="t" r="r" b="b"/>
                <a:pathLst>
                  <a:path w="119182" h="334166" extrusionOk="0">
                    <a:moveTo>
                      <a:pt x="0" y="332399"/>
                    </a:moveTo>
                    <a:lnTo>
                      <a:pt x="119182" y="334166"/>
                    </a:lnTo>
                    <a:lnTo>
                      <a:pt x="92913" y="884"/>
                    </a:lnTo>
                    <a:lnTo>
                      <a:pt x="34868" y="0"/>
                    </a:lnTo>
                    <a:lnTo>
                      <a:pt x="0" y="33239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16"/>
              <p:cNvSpPr/>
              <p:nvPr/>
            </p:nvSpPr>
            <p:spPr>
              <a:xfrm>
                <a:off x="5302407" y="2467426"/>
                <a:ext cx="216899" cy="110666"/>
              </a:xfrm>
              <a:custGeom>
                <a:avLst/>
                <a:gdLst/>
                <a:ahLst/>
                <a:cxnLst/>
                <a:rect l="l" t="t" r="r" b="b"/>
                <a:pathLst>
                  <a:path w="216899" h="110666" extrusionOk="0">
                    <a:moveTo>
                      <a:pt x="132118" y="2665"/>
                    </a:moveTo>
                    <a:cubicBezTo>
                      <a:pt x="183367" y="14117"/>
                      <a:pt x="217962" y="60132"/>
                      <a:pt x="216875" y="110666"/>
                    </a:cubicBezTo>
                    <a:lnTo>
                      <a:pt x="22" y="110666"/>
                    </a:lnTo>
                    <a:cubicBezTo>
                      <a:pt x="-148" y="102136"/>
                      <a:pt x="668" y="93470"/>
                      <a:pt x="2639" y="84804"/>
                    </a:cubicBezTo>
                    <a:cubicBezTo>
                      <a:pt x="15688" y="26352"/>
                      <a:pt x="73700" y="-10419"/>
                      <a:pt x="132118" y="26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16"/>
              <p:cNvSpPr/>
              <p:nvPr/>
            </p:nvSpPr>
            <p:spPr>
              <a:xfrm rot="3786509">
                <a:off x="5361080" y="2010522"/>
                <a:ext cx="185458" cy="93721"/>
              </a:xfrm>
              <a:custGeom>
                <a:avLst/>
                <a:gdLst/>
                <a:ahLst/>
                <a:cxnLst/>
                <a:rect l="l" t="t" r="r" b="b"/>
                <a:pathLst>
                  <a:path w="236291" h="100389" extrusionOk="0">
                    <a:moveTo>
                      <a:pt x="11589" y="0"/>
                    </a:moveTo>
                    <a:lnTo>
                      <a:pt x="0" y="97738"/>
                    </a:lnTo>
                    <a:lnTo>
                      <a:pt x="230650" y="100389"/>
                    </a:lnTo>
                    <a:lnTo>
                      <a:pt x="236292" y="52777"/>
                    </a:lnTo>
                    <a:lnTo>
                      <a:pt x="1158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16"/>
              <p:cNvSpPr/>
              <p:nvPr/>
            </p:nvSpPr>
            <p:spPr>
              <a:xfrm>
                <a:off x="5370079" y="1944386"/>
                <a:ext cx="98572" cy="98571"/>
              </a:xfrm>
              <a:custGeom>
                <a:avLst/>
                <a:gdLst/>
                <a:ahLst/>
                <a:cxnLst/>
                <a:rect l="l" t="t" r="r" b="b"/>
                <a:pathLst>
                  <a:path w="98572" h="98571" extrusionOk="0">
                    <a:moveTo>
                      <a:pt x="98227" y="55067"/>
                    </a:moveTo>
                    <a:cubicBezTo>
                      <a:pt x="95032" y="82084"/>
                      <a:pt x="70495" y="101421"/>
                      <a:pt x="43478" y="98227"/>
                    </a:cubicBezTo>
                    <a:cubicBezTo>
                      <a:pt x="16461" y="95032"/>
                      <a:pt x="-2876" y="70529"/>
                      <a:pt x="352" y="43478"/>
                    </a:cubicBezTo>
                    <a:cubicBezTo>
                      <a:pt x="3547" y="16461"/>
                      <a:pt x="28083" y="-2876"/>
                      <a:pt x="55100" y="352"/>
                    </a:cubicBezTo>
                    <a:cubicBezTo>
                      <a:pt x="82118" y="3547"/>
                      <a:pt x="101421" y="28049"/>
                      <a:pt x="98227" y="5510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16"/>
              <p:cNvSpPr/>
              <p:nvPr/>
            </p:nvSpPr>
            <p:spPr>
              <a:xfrm rot="1651514">
                <a:off x="5433706" y="2149644"/>
                <a:ext cx="117064" cy="132403"/>
              </a:xfrm>
              <a:custGeom>
                <a:avLst/>
                <a:gdLst/>
                <a:ahLst/>
                <a:cxnLst/>
                <a:rect l="l" t="t" r="r" b="b"/>
                <a:pathLst>
                  <a:path w="116973" h="132300" extrusionOk="0">
                    <a:moveTo>
                      <a:pt x="47544" y="0"/>
                    </a:moveTo>
                    <a:lnTo>
                      <a:pt x="0" y="38198"/>
                    </a:lnTo>
                    <a:lnTo>
                      <a:pt x="111196" y="132300"/>
                    </a:lnTo>
                    <a:lnTo>
                      <a:pt x="116974" y="127645"/>
                    </a:lnTo>
                    <a:lnTo>
                      <a:pt x="4754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16"/>
              <p:cNvSpPr/>
              <p:nvPr/>
            </p:nvSpPr>
            <p:spPr>
              <a:xfrm rot="1651514">
                <a:off x="5435834" y="2112422"/>
                <a:ext cx="85828" cy="85822"/>
              </a:xfrm>
              <a:custGeom>
                <a:avLst/>
                <a:gdLst/>
                <a:ahLst/>
                <a:cxnLst/>
                <a:rect l="l" t="t" r="r" b="b"/>
                <a:pathLst>
                  <a:path w="85761" h="85755" extrusionOk="0">
                    <a:moveTo>
                      <a:pt x="85466" y="47907"/>
                    </a:moveTo>
                    <a:cubicBezTo>
                      <a:pt x="82680" y="71424"/>
                      <a:pt x="61338" y="88212"/>
                      <a:pt x="37821" y="85460"/>
                    </a:cubicBezTo>
                    <a:cubicBezTo>
                      <a:pt x="14304" y="82673"/>
                      <a:pt x="-2485" y="61331"/>
                      <a:pt x="302" y="37848"/>
                    </a:cubicBezTo>
                    <a:cubicBezTo>
                      <a:pt x="3089" y="14331"/>
                      <a:pt x="24431" y="-2457"/>
                      <a:pt x="47914" y="295"/>
                    </a:cubicBezTo>
                    <a:cubicBezTo>
                      <a:pt x="71431" y="3082"/>
                      <a:pt x="88219" y="24424"/>
                      <a:pt x="85466" y="479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16"/>
              <p:cNvSpPr/>
              <p:nvPr/>
            </p:nvSpPr>
            <p:spPr>
              <a:xfrm rot="1770831">
                <a:off x="5484845" y="2270187"/>
                <a:ext cx="49400" cy="49399"/>
              </a:xfrm>
              <a:custGeom>
                <a:avLst/>
                <a:gdLst/>
                <a:ahLst/>
                <a:cxnLst/>
                <a:rect l="l" t="t" r="r" b="b"/>
                <a:pathLst>
                  <a:path w="49413" h="49412" extrusionOk="0">
                    <a:moveTo>
                      <a:pt x="24707" y="49413"/>
                    </a:moveTo>
                    <a:cubicBezTo>
                      <a:pt x="38300" y="49413"/>
                      <a:pt x="49413" y="38334"/>
                      <a:pt x="49413" y="24706"/>
                    </a:cubicBezTo>
                    <a:cubicBezTo>
                      <a:pt x="49413" y="11079"/>
                      <a:pt x="38300" y="0"/>
                      <a:pt x="24707" y="0"/>
                    </a:cubicBezTo>
                    <a:cubicBezTo>
                      <a:pt x="11113" y="0"/>
                      <a:pt x="0" y="11113"/>
                      <a:pt x="0" y="24706"/>
                    </a:cubicBezTo>
                    <a:cubicBezTo>
                      <a:pt x="0" y="38300"/>
                      <a:pt x="11113" y="49413"/>
                      <a:pt x="24707" y="4941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16"/>
              <p:cNvSpPr/>
              <p:nvPr/>
            </p:nvSpPr>
            <p:spPr>
              <a:xfrm>
                <a:off x="5365673" y="2494967"/>
                <a:ext cx="92980" cy="78095"/>
              </a:xfrm>
              <a:custGeom>
                <a:avLst/>
                <a:gdLst/>
                <a:ahLst/>
                <a:cxnLst/>
                <a:rect l="l" t="t" r="r" b="b"/>
                <a:pathLst>
                  <a:path w="92980" h="78095" extrusionOk="0">
                    <a:moveTo>
                      <a:pt x="45165" y="0"/>
                    </a:moveTo>
                    <a:cubicBezTo>
                      <a:pt x="28445" y="0"/>
                      <a:pt x="12914" y="5064"/>
                      <a:pt x="0" y="13764"/>
                    </a:cubicBezTo>
                    <a:lnTo>
                      <a:pt x="45165" y="78095"/>
                    </a:lnTo>
                    <a:lnTo>
                      <a:pt x="92981" y="15599"/>
                    </a:lnTo>
                    <a:cubicBezTo>
                      <a:pt x="79591" y="5777"/>
                      <a:pt x="63075" y="0"/>
                      <a:pt x="4519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16"/>
              <p:cNvSpPr/>
              <p:nvPr/>
            </p:nvSpPr>
            <p:spPr>
              <a:xfrm>
                <a:off x="5261279" y="2544652"/>
                <a:ext cx="305576" cy="73235"/>
              </a:xfrm>
              <a:custGeom>
                <a:avLst/>
                <a:gdLst/>
                <a:ahLst/>
                <a:cxnLst/>
                <a:rect l="l" t="t" r="r" b="b"/>
                <a:pathLst>
                  <a:path w="305576" h="73235" extrusionOk="0">
                    <a:moveTo>
                      <a:pt x="271665" y="0"/>
                    </a:moveTo>
                    <a:lnTo>
                      <a:pt x="33912" y="0"/>
                    </a:lnTo>
                    <a:cubicBezTo>
                      <a:pt x="-11321" y="0"/>
                      <a:pt x="-11287" y="73236"/>
                      <a:pt x="33912" y="73236"/>
                    </a:cubicBezTo>
                    <a:lnTo>
                      <a:pt x="271665" y="73236"/>
                    </a:lnTo>
                    <a:cubicBezTo>
                      <a:pt x="316864" y="73236"/>
                      <a:pt x="316898" y="0"/>
                      <a:pt x="2716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16"/>
              <p:cNvSpPr/>
              <p:nvPr/>
            </p:nvSpPr>
            <p:spPr>
              <a:xfrm rot="1770831">
                <a:off x="5504032" y="2285456"/>
                <a:ext cx="16579" cy="16579"/>
              </a:xfrm>
              <a:custGeom>
                <a:avLst/>
                <a:gdLst/>
                <a:ahLst/>
                <a:cxnLst/>
                <a:rect l="l" t="t" r="r" b="b"/>
                <a:pathLst>
                  <a:path w="16584" h="16584" extrusionOk="0">
                    <a:moveTo>
                      <a:pt x="8292" y="16584"/>
                    </a:moveTo>
                    <a:cubicBezTo>
                      <a:pt x="12846" y="16584"/>
                      <a:pt x="16584" y="12846"/>
                      <a:pt x="16584" y="8292"/>
                    </a:cubicBezTo>
                    <a:cubicBezTo>
                      <a:pt x="16584" y="3738"/>
                      <a:pt x="12846" y="0"/>
                      <a:pt x="8292" y="0"/>
                    </a:cubicBezTo>
                    <a:cubicBezTo>
                      <a:pt x="3738" y="0"/>
                      <a:pt x="0" y="3738"/>
                      <a:pt x="0" y="8292"/>
                    </a:cubicBezTo>
                    <a:cubicBezTo>
                      <a:pt x="0" y="12846"/>
                      <a:pt x="3738" y="16584"/>
                      <a:pt x="8292" y="1658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16"/>
              <p:cNvSpPr/>
              <p:nvPr/>
            </p:nvSpPr>
            <p:spPr>
              <a:xfrm rot="1651514">
                <a:off x="5462903" y="2138782"/>
                <a:ext cx="34486" cy="34486"/>
              </a:xfrm>
              <a:custGeom>
                <a:avLst/>
                <a:gdLst/>
                <a:ahLst/>
                <a:cxnLst/>
                <a:rect l="l" t="t" r="r" b="b"/>
                <a:pathLst>
                  <a:path w="34459" h="34459" extrusionOk="0">
                    <a:moveTo>
                      <a:pt x="17230" y="34460"/>
                    </a:moveTo>
                    <a:cubicBezTo>
                      <a:pt x="26712" y="34460"/>
                      <a:pt x="34460" y="26712"/>
                      <a:pt x="34460" y="17230"/>
                    </a:cubicBezTo>
                    <a:cubicBezTo>
                      <a:pt x="34460" y="7748"/>
                      <a:pt x="26712" y="0"/>
                      <a:pt x="17230" y="0"/>
                    </a:cubicBezTo>
                    <a:cubicBezTo>
                      <a:pt x="7748" y="0"/>
                      <a:pt x="0" y="7748"/>
                      <a:pt x="0" y="17230"/>
                    </a:cubicBezTo>
                    <a:cubicBezTo>
                      <a:pt x="0" y="26712"/>
                      <a:pt x="7748" y="34460"/>
                      <a:pt x="17230" y="3446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16"/>
              <p:cNvSpPr/>
              <p:nvPr/>
            </p:nvSpPr>
            <p:spPr>
              <a:xfrm>
                <a:off x="5401085" y="1976242"/>
                <a:ext cx="34459" cy="34459"/>
              </a:xfrm>
              <a:custGeom>
                <a:avLst/>
                <a:gdLst/>
                <a:ahLst/>
                <a:cxnLst/>
                <a:rect l="l" t="t" r="r" b="b"/>
                <a:pathLst>
                  <a:path w="34459" h="34459" extrusionOk="0">
                    <a:moveTo>
                      <a:pt x="17230" y="34460"/>
                    </a:moveTo>
                    <a:cubicBezTo>
                      <a:pt x="26711" y="34460"/>
                      <a:pt x="34460" y="26711"/>
                      <a:pt x="34460" y="17230"/>
                    </a:cubicBezTo>
                    <a:cubicBezTo>
                      <a:pt x="34460" y="7748"/>
                      <a:pt x="26711" y="0"/>
                      <a:pt x="17230" y="0"/>
                    </a:cubicBezTo>
                    <a:cubicBezTo>
                      <a:pt x="7748" y="0"/>
                      <a:pt x="0" y="7748"/>
                      <a:pt x="0" y="17230"/>
                    </a:cubicBezTo>
                    <a:cubicBezTo>
                      <a:pt x="0" y="26711"/>
                      <a:pt x="7748" y="34460"/>
                      <a:pt x="17230" y="3446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0" name="Google Shape;740;p16"/>
            <p:cNvGrpSpPr/>
            <p:nvPr/>
          </p:nvGrpSpPr>
          <p:grpSpPr>
            <a:xfrm flipH="1">
              <a:off x="8430823" y="1297489"/>
              <a:ext cx="713247" cy="1298137"/>
              <a:chOff x="4380117" y="1824165"/>
              <a:chExt cx="226939" cy="437466"/>
            </a:xfrm>
          </p:grpSpPr>
          <p:sp>
            <p:nvSpPr>
              <p:cNvPr id="741" name="Google Shape;741;p16"/>
              <p:cNvSpPr/>
              <p:nvPr/>
            </p:nvSpPr>
            <p:spPr>
              <a:xfrm>
                <a:off x="4469971" y="2216942"/>
                <a:ext cx="57501" cy="44689"/>
              </a:xfrm>
              <a:custGeom>
                <a:avLst/>
                <a:gdLst/>
                <a:ahLst/>
                <a:cxnLst/>
                <a:rect l="l" t="t" r="r" b="b"/>
                <a:pathLst>
                  <a:path w="57501" h="44689" extrusionOk="0">
                    <a:moveTo>
                      <a:pt x="57501" y="0"/>
                    </a:moveTo>
                    <a:lnTo>
                      <a:pt x="0" y="0"/>
                    </a:lnTo>
                    <a:lnTo>
                      <a:pt x="18487" y="44689"/>
                    </a:lnTo>
                    <a:lnTo>
                      <a:pt x="38776" y="44689"/>
                    </a:lnTo>
                    <a:lnTo>
                      <a:pt x="575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16"/>
              <p:cNvSpPr/>
              <p:nvPr/>
            </p:nvSpPr>
            <p:spPr>
              <a:xfrm>
                <a:off x="4496614" y="2025306"/>
                <a:ext cx="110442" cy="191602"/>
              </a:xfrm>
              <a:custGeom>
                <a:avLst/>
                <a:gdLst/>
                <a:ahLst/>
                <a:cxnLst/>
                <a:rect l="l" t="t" r="r" b="b"/>
                <a:pathLst>
                  <a:path w="110442" h="191602" extrusionOk="0">
                    <a:moveTo>
                      <a:pt x="48054" y="0"/>
                    </a:moveTo>
                    <a:cubicBezTo>
                      <a:pt x="48054" y="0"/>
                      <a:pt x="106234" y="59574"/>
                      <a:pt x="110279" y="62973"/>
                    </a:cubicBezTo>
                    <a:cubicBezTo>
                      <a:pt x="114323" y="66337"/>
                      <a:pt x="41937" y="191603"/>
                      <a:pt x="41937" y="191603"/>
                    </a:cubicBezTo>
                    <a:lnTo>
                      <a:pt x="0" y="191603"/>
                    </a:lnTo>
                    <a:lnTo>
                      <a:pt x="0" y="8564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16"/>
              <p:cNvSpPr/>
              <p:nvPr/>
            </p:nvSpPr>
            <p:spPr>
              <a:xfrm>
                <a:off x="4388719" y="2025306"/>
                <a:ext cx="110410" cy="191602"/>
              </a:xfrm>
              <a:custGeom>
                <a:avLst/>
                <a:gdLst/>
                <a:ahLst/>
                <a:cxnLst/>
                <a:rect l="l" t="t" r="r" b="b"/>
                <a:pathLst>
                  <a:path w="110410" h="191602" extrusionOk="0">
                    <a:moveTo>
                      <a:pt x="62391" y="0"/>
                    </a:moveTo>
                    <a:cubicBezTo>
                      <a:pt x="62391" y="0"/>
                      <a:pt x="4210" y="59574"/>
                      <a:pt x="166" y="62973"/>
                    </a:cubicBezTo>
                    <a:cubicBezTo>
                      <a:pt x="-3912" y="66337"/>
                      <a:pt x="68474" y="191603"/>
                      <a:pt x="68474" y="191603"/>
                    </a:cubicBezTo>
                    <a:lnTo>
                      <a:pt x="110410" y="191603"/>
                    </a:lnTo>
                    <a:lnTo>
                      <a:pt x="110410" y="8564"/>
                    </a:lnTo>
                    <a:lnTo>
                      <a:pt x="6239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16"/>
              <p:cNvSpPr/>
              <p:nvPr/>
            </p:nvSpPr>
            <p:spPr>
              <a:xfrm>
                <a:off x="4381340" y="1840704"/>
                <a:ext cx="156938" cy="181135"/>
              </a:xfrm>
              <a:custGeom>
                <a:avLst/>
                <a:gdLst/>
                <a:ahLst/>
                <a:cxnLst/>
                <a:rect l="l" t="t" r="r" b="b"/>
                <a:pathLst>
                  <a:path w="156938" h="181135" extrusionOk="0">
                    <a:moveTo>
                      <a:pt x="0" y="0"/>
                    </a:moveTo>
                    <a:lnTo>
                      <a:pt x="20152" y="0"/>
                    </a:lnTo>
                    <a:cubicBezTo>
                      <a:pt x="95359" y="0"/>
                      <a:pt x="156939" y="61545"/>
                      <a:pt x="156939" y="136786"/>
                    </a:cubicBezTo>
                    <a:lnTo>
                      <a:pt x="156939" y="181136"/>
                    </a:lnTo>
                    <a:lnTo>
                      <a:pt x="82309" y="181136"/>
                    </a:lnTo>
                    <a:lnTo>
                      <a:pt x="82309" y="162478"/>
                    </a:lnTo>
                    <a:cubicBezTo>
                      <a:pt x="82309" y="94646"/>
                      <a:pt x="48733" y="70143"/>
                      <a:pt x="34" y="71741"/>
                    </a:cubicBez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16"/>
              <p:cNvSpPr/>
              <p:nvPr/>
            </p:nvSpPr>
            <p:spPr>
              <a:xfrm>
                <a:off x="4432079" y="2021024"/>
                <a:ext cx="132436" cy="23721"/>
              </a:xfrm>
              <a:custGeom>
                <a:avLst/>
                <a:gdLst/>
                <a:ahLst/>
                <a:cxnLst/>
                <a:rect l="l" t="t" r="r" b="b"/>
                <a:pathLst>
                  <a:path w="132436" h="23721" extrusionOk="0">
                    <a:moveTo>
                      <a:pt x="0" y="23721"/>
                    </a:moveTo>
                    <a:lnTo>
                      <a:pt x="0" y="11861"/>
                    </a:lnTo>
                    <a:cubicBezTo>
                      <a:pt x="0" y="5336"/>
                      <a:pt x="5336" y="0"/>
                      <a:pt x="11860" y="0"/>
                    </a:cubicBezTo>
                    <a:lnTo>
                      <a:pt x="120576" y="0"/>
                    </a:lnTo>
                    <a:cubicBezTo>
                      <a:pt x="127101" y="0"/>
                      <a:pt x="132436" y="5336"/>
                      <a:pt x="132436" y="11861"/>
                    </a:cubicBezTo>
                    <a:lnTo>
                      <a:pt x="132436" y="23721"/>
                    </a:lnTo>
                    <a:lnTo>
                      <a:pt x="0" y="2372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" name="Google Shape;746;p16"/>
              <p:cNvSpPr/>
              <p:nvPr/>
            </p:nvSpPr>
            <p:spPr>
              <a:xfrm>
                <a:off x="4493284" y="2021024"/>
                <a:ext cx="71230" cy="23721"/>
              </a:xfrm>
              <a:custGeom>
                <a:avLst/>
                <a:gdLst/>
                <a:ahLst/>
                <a:cxnLst/>
                <a:rect l="l" t="t" r="r" b="b"/>
                <a:pathLst>
                  <a:path w="71230" h="23721" extrusionOk="0">
                    <a:moveTo>
                      <a:pt x="0" y="0"/>
                    </a:moveTo>
                    <a:lnTo>
                      <a:pt x="59370" y="0"/>
                    </a:lnTo>
                    <a:cubicBezTo>
                      <a:pt x="65895" y="0"/>
                      <a:pt x="71231" y="5336"/>
                      <a:pt x="71231" y="11861"/>
                    </a:cubicBezTo>
                    <a:lnTo>
                      <a:pt x="71231" y="23721"/>
                    </a:lnTo>
                    <a:lnTo>
                      <a:pt x="0" y="237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" name="Google Shape;747;p16"/>
              <p:cNvSpPr/>
              <p:nvPr/>
            </p:nvSpPr>
            <p:spPr>
              <a:xfrm>
                <a:off x="4453489" y="2009877"/>
                <a:ext cx="99131" cy="11248"/>
              </a:xfrm>
              <a:custGeom>
                <a:avLst/>
                <a:gdLst/>
                <a:ahLst/>
                <a:cxnLst/>
                <a:rect l="l" t="t" r="r" b="b"/>
                <a:pathLst>
                  <a:path w="99131" h="11248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15" y="11249"/>
                      <a:pt x="5607" y="11249"/>
                    </a:cubicBezTo>
                    <a:lnTo>
                      <a:pt x="93524" y="11249"/>
                    </a:lnTo>
                    <a:cubicBezTo>
                      <a:pt x="96617" y="11249"/>
                      <a:pt x="99131" y="8700"/>
                      <a:pt x="99131" y="5607"/>
                    </a:cubicBezTo>
                    <a:lnTo>
                      <a:pt x="99131" y="5607"/>
                    </a:lnTo>
                    <a:cubicBezTo>
                      <a:pt x="99131" y="2515"/>
                      <a:pt x="96583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16"/>
              <p:cNvSpPr/>
              <p:nvPr/>
            </p:nvSpPr>
            <p:spPr>
              <a:xfrm>
                <a:off x="4451585" y="1992137"/>
                <a:ext cx="99199" cy="11248"/>
              </a:xfrm>
              <a:custGeom>
                <a:avLst/>
                <a:gdLst/>
                <a:ahLst/>
                <a:cxnLst/>
                <a:rect l="l" t="t" r="r" b="b"/>
                <a:pathLst>
                  <a:path w="99199" h="11248" extrusionOk="0">
                    <a:moveTo>
                      <a:pt x="93558" y="34"/>
                    </a:moveTo>
                    <a:lnTo>
                      <a:pt x="5641" y="34"/>
                    </a:lnTo>
                    <a:cubicBezTo>
                      <a:pt x="2549" y="34"/>
                      <a:pt x="0" y="2549"/>
                      <a:pt x="0" y="5641"/>
                    </a:cubicBezTo>
                    <a:lnTo>
                      <a:pt x="0" y="5641"/>
                    </a:lnTo>
                    <a:cubicBezTo>
                      <a:pt x="0" y="8734"/>
                      <a:pt x="2549" y="11249"/>
                      <a:pt x="5641" y="11249"/>
                    </a:cubicBezTo>
                    <a:lnTo>
                      <a:pt x="93558" y="11249"/>
                    </a:lnTo>
                    <a:cubicBezTo>
                      <a:pt x="96651" y="11249"/>
                      <a:pt x="99200" y="8700"/>
                      <a:pt x="99200" y="5607"/>
                    </a:cubicBezTo>
                    <a:lnTo>
                      <a:pt x="99200" y="5607"/>
                    </a:lnTo>
                    <a:cubicBezTo>
                      <a:pt x="99200" y="2515"/>
                      <a:pt x="96685" y="0"/>
                      <a:pt x="935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16"/>
              <p:cNvSpPr/>
              <p:nvPr/>
            </p:nvSpPr>
            <p:spPr>
              <a:xfrm>
                <a:off x="4449751" y="1974466"/>
                <a:ext cx="99165" cy="11214"/>
              </a:xfrm>
              <a:custGeom>
                <a:avLst/>
                <a:gdLst/>
                <a:ahLst/>
                <a:cxnLst/>
                <a:rect l="l" t="t" r="r" b="b"/>
                <a:pathLst>
                  <a:path w="99165" h="11214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15" y="11215"/>
                      <a:pt x="5607" y="11215"/>
                    </a:cubicBezTo>
                    <a:lnTo>
                      <a:pt x="93524" y="11215"/>
                    </a:lnTo>
                    <a:cubicBezTo>
                      <a:pt x="96617" y="11215"/>
                      <a:pt x="99165" y="8666"/>
                      <a:pt x="99165" y="5607"/>
                    </a:cubicBezTo>
                    <a:lnTo>
                      <a:pt x="99165" y="5607"/>
                    </a:lnTo>
                    <a:cubicBezTo>
                      <a:pt x="99165" y="2515"/>
                      <a:pt x="96651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16"/>
              <p:cNvSpPr/>
              <p:nvPr/>
            </p:nvSpPr>
            <p:spPr>
              <a:xfrm>
                <a:off x="4447881" y="1956760"/>
                <a:ext cx="99131" cy="11214"/>
              </a:xfrm>
              <a:custGeom>
                <a:avLst/>
                <a:gdLst/>
                <a:ahLst/>
                <a:cxnLst/>
                <a:rect l="l" t="t" r="r" b="b"/>
                <a:pathLst>
                  <a:path w="99131" h="11214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49" y="11215"/>
                      <a:pt x="5607" y="11215"/>
                    </a:cubicBezTo>
                    <a:lnTo>
                      <a:pt x="93524" y="11215"/>
                    </a:lnTo>
                    <a:cubicBezTo>
                      <a:pt x="96617" y="11215"/>
                      <a:pt x="99132" y="8700"/>
                      <a:pt x="99132" y="5607"/>
                    </a:cubicBezTo>
                    <a:lnTo>
                      <a:pt x="99132" y="5607"/>
                    </a:lnTo>
                    <a:cubicBezTo>
                      <a:pt x="99132" y="2515"/>
                      <a:pt x="96617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16"/>
              <p:cNvSpPr/>
              <p:nvPr/>
            </p:nvSpPr>
            <p:spPr>
              <a:xfrm>
                <a:off x="4446074" y="1936907"/>
                <a:ext cx="99074" cy="15507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15507" extrusionOk="0">
                    <a:moveTo>
                      <a:pt x="93156" y="6"/>
                    </a:moveTo>
                    <a:lnTo>
                      <a:pt x="5341" y="4288"/>
                    </a:lnTo>
                    <a:cubicBezTo>
                      <a:pt x="2249" y="4424"/>
                      <a:pt x="-130" y="7074"/>
                      <a:pt x="6" y="10167"/>
                    </a:cubicBezTo>
                    <a:lnTo>
                      <a:pt x="6" y="10167"/>
                    </a:lnTo>
                    <a:cubicBezTo>
                      <a:pt x="142" y="13259"/>
                      <a:pt x="2792" y="15638"/>
                      <a:pt x="5885" y="15502"/>
                    </a:cubicBezTo>
                    <a:lnTo>
                      <a:pt x="93734" y="11220"/>
                    </a:lnTo>
                    <a:cubicBezTo>
                      <a:pt x="96826" y="11084"/>
                      <a:pt x="99205" y="8434"/>
                      <a:pt x="99069" y="5341"/>
                    </a:cubicBezTo>
                    <a:lnTo>
                      <a:pt x="99069" y="5341"/>
                    </a:lnTo>
                    <a:cubicBezTo>
                      <a:pt x="98899" y="2249"/>
                      <a:pt x="96283" y="-130"/>
                      <a:pt x="93190" y="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16"/>
              <p:cNvSpPr/>
              <p:nvPr/>
            </p:nvSpPr>
            <p:spPr>
              <a:xfrm>
                <a:off x="4437315" y="1910952"/>
                <a:ext cx="97595" cy="27725"/>
              </a:xfrm>
              <a:custGeom>
                <a:avLst/>
                <a:gdLst/>
                <a:ahLst/>
                <a:cxnLst/>
                <a:rect l="l" t="t" r="r" b="b"/>
                <a:pathLst>
                  <a:path w="97595" h="27725" extrusionOk="0">
                    <a:moveTo>
                      <a:pt x="90939" y="99"/>
                    </a:moveTo>
                    <a:lnTo>
                      <a:pt x="4551" y="16582"/>
                    </a:lnTo>
                    <a:cubicBezTo>
                      <a:pt x="1526" y="17159"/>
                      <a:pt x="-479" y="20116"/>
                      <a:pt x="99" y="23175"/>
                    </a:cubicBezTo>
                    <a:lnTo>
                      <a:pt x="99" y="23175"/>
                    </a:lnTo>
                    <a:cubicBezTo>
                      <a:pt x="677" y="26199"/>
                      <a:pt x="3633" y="28204"/>
                      <a:pt x="6658" y="27626"/>
                    </a:cubicBezTo>
                    <a:lnTo>
                      <a:pt x="93012" y="11110"/>
                    </a:lnTo>
                    <a:cubicBezTo>
                      <a:pt x="96036" y="10532"/>
                      <a:pt x="98075" y="7576"/>
                      <a:pt x="97498" y="4551"/>
                    </a:cubicBezTo>
                    <a:lnTo>
                      <a:pt x="97498" y="4551"/>
                    </a:lnTo>
                    <a:cubicBezTo>
                      <a:pt x="96920" y="1526"/>
                      <a:pt x="93963" y="-478"/>
                      <a:pt x="90939" y="9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16"/>
              <p:cNvSpPr/>
              <p:nvPr/>
            </p:nvSpPr>
            <p:spPr>
              <a:xfrm>
                <a:off x="4429531" y="1882948"/>
                <a:ext cx="90598" cy="49035"/>
              </a:xfrm>
              <a:custGeom>
                <a:avLst/>
                <a:gdLst/>
                <a:ahLst/>
                <a:cxnLst/>
                <a:rect l="l" t="t" r="r" b="b"/>
                <a:pathLst>
                  <a:path w="90598" h="49035" extrusionOk="0">
                    <a:moveTo>
                      <a:pt x="82580" y="542"/>
                    </a:moveTo>
                    <a:lnTo>
                      <a:pt x="3193" y="38366"/>
                    </a:lnTo>
                    <a:cubicBezTo>
                      <a:pt x="406" y="39692"/>
                      <a:pt x="-783" y="43056"/>
                      <a:pt x="542" y="45843"/>
                    </a:cubicBezTo>
                    <a:lnTo>
                      <a:pt x="542" y="45843"/>
                    </a:lnTo>
                    <a:cubicBezTo>
                      <a:pt x="1867" y="48630"/>
                      <a:pt x="5232" y="49819"/>
                      <a:pt x="8018" y="48494"/>
                    </a:cubicBezTo>
                    <a:lnTo>
                      <a:pt x="87405" y="10669"/>
                    </a:lnTo>
                    <a:cubicBezTo>
                      <a:pt x="90192" y="9344"/>
                      <a:pt x="91382" y="5980"/>
                      <a:pt x="90056" y="3193"/>
                    </a:cubicBezTo>
                    <a:lnTo>
                      <a:pt x="90056" y="3193"/>
                    </a:lnTo>
                    <a:cubicBezTo>
                      <a:pt x="88731" y="406"/>
                      <a:pt x="85332" y="-783"/>
                      <a:pt x="82546" y="5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4" name="Google Shape;754;p16"/>
              <p:cNvSpPr/>
              <p:nvPr/>
            </p:nvSpPr>
            <p:spPr>
              <a:xfrm>
                <a:off x="4422838" y="1855265"/>
                <a:ext cx="71972" cy="74814"/>
              </a:xfrm>
              <a:custGeom>
                <a:avLst/>
                <a:gdLst/>
                <a:ahLst/>
                <a:cxnLst/>
                <a:rect l="l" t="t" r="r" b="b"/>
                <a:pathLst>
                  <a:path w="71972" h="74814" extrusionOk="0">
                    <a:moveTo>
                      <a:pt x="62324" y="1718"/>
                    </a:moveTo>
                    <a:lnTo>
                      <a:pt x="1560" y="65302"/>
                    </a:lnTo>
                    <a:cubicBezTo>
                      <a:pt x="-581" y="67545"/>
                      <a:pt x="-513" y="71113"/>
                      <a:pt x="1730" y="73254"/>
                    </a:cubicBezTo>
                    <a:lnTo>
                      <a:pt x="1730" y="73254"/>
                    </a:lnTo>
                    <a:cubicBezTo>
                      <a:pt x="3973" y="75395"/>
                      <a:pt x="7541" y="75327"/>
                      <a:pt x="9682" y="73085"/>
                    </a:cubicBezTo>
                    <a:lnTo>
                      <a:pt x="70412" y="9500"/>
                    </a:lnTo>
                    <a:cubicBezTo>
                      <a:pt x="72553" y="7257"/>
                      <a:pt x="72485" y="3689"/>
                      <a:pt x="70242" y="1548"/>
                    </a:cubicBezTo>
                    <a:lnTo>
                      <a:pt x="70242" y="1548"/>
                    </a:lnTo>
                    <a:cubicBezTo>
                      <a:pt x="67999" y="-593"/>
                      <a:pt x="64431" y="-491"/>
                      <a:pt x="62324" y="17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" name="Google Shape;755;p16"/>
              <p:cNvSpPr/>
              <p:nvPr/>
            </p:nvSpPr>
            <p:spPr>
              <a:xfrm>
                <a:off x="4416185" y="1835374"/>
                <a:ext cx="45386" cy="92221"/>
              </a:xfrm>
              <a:custGeom>
                <a:avLst/>
                <a:gdLst/>
                <a:ahLst/>
                <a:cxnLst/>
                <a:rect l="l" t="t" r="r" b="b"/>
                <a:pathLst>
                  <a:path w="45386" h="92221" extrusionOk="0">
                    <a:moveTo>
                      <a:pt x="34619" y="3427"/>
                    </a:moveTo>
                    <a:lnTo>
                      <a:pt x="431" y="84445"/>
                    </a:lnTo>
                    <a:cubicBezTo>
                      <a:pt x="-758" y="87299"/>
                      <a:pt x="601" y="90596"/>
                      <a:pt x="3422" y="91785"/>
                    </a:cubicBezTo>
                    <a:lnTo>
                      <a:pt x="3422" y="91785"/>
                    </a:lnTo>
                    <a:cubicBezTo>
                      <a:pt x="6277" y="92975"/>
                      <a:pt x="9573" y="91649"/>
                      <a:pt x="10762" y="88795"/>
                    </a:cubicBezTo>
                    <a:lnTo>
                      <a:pt x="44951" y="7777"/>
                    </a:lnTo>
                    <a:cubicBezTo>
                      <a:pt x="46140" y="4956"/>
                      <a:pt x="44815" y="1625"/>
                      <a:pt x="41960" y="436"/>
                    </a:cubicBezTo>
                    <a:lnTo>
                      <a:pt x="41960" y="436"/>
                    </a:lnTo>
                    <a:cubicBezTo>
                      <a:pt x="39105" y="-753"/>
                      <a:pt x="35809" y="572"/>
                      <a:pt x="34585" y="342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16"/>
              <p:cNvSpPr/>
              <p:nvPr/>
            </p:nvSpPr>
            <p:spPr>
              <a:xfrm>
                <a:off x="4407685" y="1824165"/>
                <a:ext cx="19556" cy="98768"/>
              </a:xfrm>
              <a:custGeom>
                <a:avLst/>
                <a:gdLst/>
                <a:ahLst/>
                <a:cxnLst/>
                <a:rect l="l" t="t" r="r" b="b"/>
                <a:pathLst>
                  <a:path w="19556" h="98768" extrusionOk="0">
                    <a:moveTo>
                      <a:pt x="8354" y="5086"/>
                    </a:moveTo>
                    <a:lnTo>
                      <a:pt x="28" y="92629"/>
                    </a:lnTo>
                    <a:cubicBezTo>
                      <a:pt x="-279" y="95722"/>
                      <a:pt x="1999" y="98440"/>
                      <a:pt x="5091" y="98746"/>
                    </a:cubicBezTo>
                    <a:lnTo>
                      <a:pt x="5091" y="98746"/>
                    </a:lnTo>
                    <a:cubicBezTo>
                      <a:pt x="8149" y="99018"/>
                      <a:pt x="10902" y="96775"/>
                      <a:pt x="11208" y="93683"/>
                    </a:cubicBezTo>
                    <a:lnTo>
                      <a:pt x="19534" y="6140"/>
                    </a:lnTo>
                    <a:cubicBezTo>
                      <a:pt x="19806" y="3047"/>
                      <a:pt x="17563" y="294"/>
                      <a:pt x="14471" y="22"/>
                    </a:cubicBezTo>
                    <a:lnTo>
                      <a:pt x="14471" y="22"/>
                    </a:lnTo>
                    <a:cubicBezTo>
                      <a:pt x="11378" y="-250"/>
                      <a:pt x="8625" y="1993"/>
                      <a:pt x="8320" y="50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16"/>
              <p:cNvSpPr/>
              <p:nvPr/>
            </p:nvSpPr>
            <p:spPr>
              <a:xfrm>
                <a:off x="4380117" y="1825037"/>
                <a:ext cx="11486" cy="99165"/>
              </a:xfrm>
              <a:custGeom>
                <a:avLst/>
                <a:gdLst/>
                <a:ahLst/>
                <a:cxnLst/>
                <a:rect l="l" t="t" r="r" b="b"/>
                <a:pathLst>
                  <a:path w="11486" h="99165" extrusionOk="0">
                    <a:moveTo>
                      <a:pt x="238" y="5607"/>
                    </a:moveTo>
                    <a:lnTo>
                      <a:pt x="0" y="93524"/>
                    </a:lnTo>
                    <a:cubicBezTo>
                      <a:pt x="0" y="96617"/>
                      <a:pt x="2515" y="99166"/>
                      <a:pt x="5607" y="99166"/>
                    </a:cubicBezTo>
                    <a:lnTo>
                      <a:pt x="5607" y="99166"/>
                    </a:lnTo>
                    <a:cubicBezTo>
                      <a:pt x="8700" y="99166"/>
                      <a:pt x="11249" y="96651"/>
                      <a:pt x="11249" y="93558"/>
                    </a:cubicBezTo>
                    <a:lnTo>
                      <a:pt x="11486" y="5641"/>
                    </a:lnTo>
                    <a:cubicBezTo>
                      <a:pt x="11486" y="2549"/>
                      <a:pt x="8971" y="34"/>
                      <a:pt x="5879" y="0"/>
                    </a:cubicBezTo>
                    <a:lnTo>
                      <a:pt x="5879" y="0"/>
                    </a:lnTo>
                    <a:cubicBezTo>
                      <a:pt x="2787" y="0"/>
                      <a:pt x="272" y="2515"/>
                      <a:pt x="238" y="56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2_1"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17"/>
          <p:cNvSpPr txBox="1">
            <a:spLocks noGrp="1"/>
          </p:cNvSpPr>
          <p:nvPr>
            <p:ph type="title"/>
          </p:nvPr>
        </p:nvSpPr>
        <p:spPr>
          <a:xfrm>
            <a:off x="4888988" y="979163"/>
            <a:ext cx="2888700" cy="19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0" name="Google Shape;760;p17"/>
          <p:cNvSpPr txBox="1">
            <a:spLocks noGrp="1"/>
          </p:cNvSpPr>
          <p:nvPr>
            <p:ph type="subTitle" idx="1"/>
          </p:nvPr>
        </p:nvSpPr>
        <p:spPr>
          <a:xfrm>
            <a:off x="4888988" y="2955338"/>
            <a:ext cx="2888700" cy="12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1" name="Google Shape;761;p17"/>
          <p:cNvSpPr>
            <a:spLocks noGrp="1"/>
          </p:cNvSpPr>
          <p:nvPr>
            <p:ph type="pic" idx="2"/>
          </p:nvPr>
        </p:nvSpPr>
        <p:spPr>
          <a:xfrm>
            <a:off x="972000" y="612600"/>
            <a:ext cx="3191100" cy="391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762" name="Google Shape;762;p17"/>
          <p:cNvGrpSpPr/>
          <p:nvPr/>
        </p:nvGrpSpPr>
        <p:grpSpPr>
          <a:xfrm>
            <a:off x="-1487994" y="70252"/>
            <a:ext cx="10632064" cy="4754749"/>
            <a:chOff x="-1487994" y="70252"/>
            <a:chExt cx="10632064" cy="4754749"/>
          </a:xfrm>
        </p:grpSpPr>
        <p:grpSp>
          <p:nvGrpSpPr>
            <p:cNvPr id="763" name="Google Shape;763;p17"/>
            <p:cNvGrpSpPr/>
            <p:nvPr/>
          </p:nvGrpSpPr>
          <p:grpSpPr>
            <a:xfrm>
              <a:off x="-1487994" y="70252"/>
              <a:ext cx="3387583" cy="1099978"/>
              <a:chOff x="-1410544" y="70252"/>
              <a:chExt cx="3387583" cy="1099978"/>
            </a:xfrm>
          </p:grpSpPr>
          <p:grpSp>
            <p:nvGrpSpPr>
              <p:cNvPr id="764" name="Google Shape;764;p17"/>
              <p:cNvGrpSpPr/>
              <p:nvPr/>
            </p:nvGrpSpPr>
            <p:grpSpPr>
              <a:xfrm>
                <a:off x="215402" y="366763"/>
                <a:ext cx="369453" cy="803467"/>
                <a:chOff x="7559767" y="271588"/>
                <a:chExt cx="150982" cy="328321"/>
              </a:xfrm>
            </p:grpSpPr>
            <p:sp>
              <p:nvSpPr>
                <p:cNvPr id="765" name="Google Shape;765;p17"/>
                <p:cNvSpPr/>
                <p:nvPr/>
              </p:nvSpPr>
              <p:spPr>
                <a:xfrm>
                  <a:off x="7585314" y="500132"/>
                  <a:ext cx="99776" cy="997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76" h="99777" extrusionOk="0">
                      <a:moveTo>
                        <a:pt x="49888" y="99777"/>
                      </a:moveTo>
                      <a:cubicBezTo>
                        <a:pt x="77381" y="99777"/>
                        <a:pt x="99777" y="77348"/>
                        <a:pt x="99777" y="49889"/>
                      </a:cubicBezTo>
                      <a:cubicBezTo>
                        <a:pt x="99777" y="22430"/>
                        <a:pt x="77381" y="0"/>
                        <a:pt x="49888" y="0"/>
                      </a:cubicBezTo>
                      <a:cubicBezTo>
                        <a:pt x="22395" y="0"/>
                        <a:pt x="0" y="22430"/>
                        <a:pt x="0" y="49889"/>
                      </a:cubicBezTo>
                      <a:cubicBezTo>
                        <a:pt x="0" y="77348"/>
                        <a:pt x="22395" y="99777"/>
                        <a:pt x="49888" y="997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6" name="Google Shape;766;p17"/>
                <p:cNvSpPr/>
                <p:nvPr/>
              </p:nvSpPr>
              <p:spPr>
                <a:xfrm>
                  <a:off x="7559767" y="271588"/>
                  <a:ext cx="150982" cy="2852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982" h="285262" extrusionOk="0">
                      <a:moveTo>
                        <a:pt x="143370" y="270004"/>
                      </a:moveTo>
                      <a:lnTo>
                        <a:pt x="139768" y="270004"/>
                      </a:lnTo>
                      <a:lnTo>
                        <a:pt x="106429" y="208561"/>
                      </a:lnTo>
                      <a:lnTo>
                        <a:pt x="93550" y="208561"/>
                      </a:lnTo>
                      <a:lnTo>
                        <a:pt x="93550" y="187592"/>
                      </a:lnTo>
                      <a:lnTo>
                        <a:pt x="81179" y="187592"/>
                      </a:lnTo>
                      <a:lnTo>
                        <a:pt x="81179" y="0"/>
                      </a:lnTo>
                      <a:lnTo>
                        <a:pt x="69761" y="0"/>
                      </a:lnTo>
                      <a:lnTo>
                        <a:pt x="69761" y="187592"/>
                      </a:lnTo>
                      <a:lnTo>
                        <a:pt x="57390" y="187592"/>
                      </a:lnTo>
                      <a:lnTo>
                        <a:pt x="57390" y="208561"/>
                      </a:lnTo>
                      <a:lnTo>
                        <a:pt x="48996" y="208561"/>
                      </a:lnTo>
                      <a:lnTo>
                        <a:pt x="11206" y="270004"/>
                      </a:lnTo>
                      <a:lnTo>
                        <a:pt x="7570" y="270004"/>
                      </a:lnTo>
                      <a:cubicBezTo>
                        <a:pt x="-2523" y="270004"/>
                        <a:pt x="-2523" y="285263"/>
                        <a:pt x="7570" y="285263"/>
                      </a:cubicBezTo>
                      <a:lnTo>
                        <a:pt x="143438" y="285263"/>
                      </a:lnTo>
                      <a:cubicBezTo>
                        <a:pt x="153498" y="285263"/>
                        <a:pt x="153498" y="270004"/>
                        <a:pt x="143438" y="27000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7" name="Google Shape;767;p17"/>
                <p:cNvSpPr/>
                <p:nvPr/>
              </p:nvSpPr>
              <p:spPr>
                <a:xfrm>
                  <a:off x="7636290" y="480149"/>
                  <a:ext cx="63482" cy="619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82" h="61919" extrusionOk="0">
                      <a:moveTo>
                        <a:pt x="0" y="0"/>
                      </a:moveTo>
                      <a:lnTo>
                        <a:pt x="29871" y="0"/>
                      </a:lnTo>
                      <a:lnTo>
                        <a:pt x="63482" y="61919"/>
                      </a:lnTo>
                      <a:lnTo>
                        <a:pt x="14035" y="619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68" name="Google Shape;768;p17"/>
              <p:cNvSpPr/>
              <p:nvPr/>
            </p:nvSpPr>
            <p:spPr>
              <a:xfrm>
                <a:off x="-1410544" y="70252"/>
                <a:ext cx="3387583" cy="296530"/>
              </a:xfrm>
              <a:custGeom>
                <a:avLst/>
                <a:gdLst/>
                <a:ahLst/>
                <a:cxnLst/>
                <a:rect l="l" t="t" r="r" b="b"/>
                <a:pathLst>
                  <a:path w="1510628" h="132232" extrusionOk="0">
                    <a:moveTo>
                      <a:pt x="1501148" y="0"/>
                    </a:moveTo>
                    <a:lnTo>
                      <a:pt x="0" y="0"/>
                    </a:lnTo>
                    <a:lnTo>
                      <a:pt x="0" y="132232"/>
                    </a:lnTo>
                    <a:lnTo>
                      <a:pt x="1510629" y="132232"/>
                    </a:lnTo>
                    <a:lnTo>
                      <a:pt x="1510629" y="0"/>
                    </a:lnTo>
                    <a:lnTo>
                      <a:pt x="1501114" y="0"/>
                    </a:lnTo>
                    <a:close/>
                    <a:moveTo>
                      <a:pt x="1491632" y="95427"/>
                    </a:moveTo>
                    <a:lnTo>
                      <a:pt x="1415236" y="19031"/>
                    </a:lnTo>
                    <a:lnTo>
                      <a:pt x="1491632" y="19031"/>
                    </a:lnTo>
                    <a:lnTo>
                      <a:pt x="1491632" y="95427"/>
                    </a:lnTo>
                    <a:close/>
                    <a:moveTo>
                      <a:pt x="132572" y="19031"/>
                    </a:moveTo>
                    <a:lnTo>
                      <a:pt x="314115" y="19031"/>
                    </a:lnTo>
                    <a:lnTo>
                      <a:pt x="222970" y="110177"/>
                    </a:lnTo>
                    <a:lnTo>
                      <a:pt x="225995" y="113201"/>
                    </a:lnTo>
                    <a:lnTo>
                      <a:pt x="219164" y="113201"/>
                    </a:lnTo>
                    <a:lnTo>
                      <a:pt x="222970" y="109395"/>
                    </a:lnTo>
                    <a:lnTo>
                      <a:pt x="132606" y="19031"/>
                    </a:lnTo>
                    <a:close/>
                    <a:moveTo>
                      <a:pt x="199997" y="113201"/>
                    </a:moveTo>
                    <a:lnTo>
                      <a:pt x="32863" y="113201"/>
                    </a:lnTo>
                    <a:lnTo>
                      <a:pt x="116430" y="29634"/>
                    </a:lnTo>
                    <a:lnTo>
                      <a:pt x="199997" y="113201"/>
                    </a:lnTo>
                    <a:close/>
                    <a:moveTo>
                      <a:pt x="330224" y="29634"/>
                    </a:moveTo>
                    <a:lnTo>
                      <a:pt x="413791" y="113201"/>
                    </a:lnTo>
                    <a:lnTo>
                      <a:pt x="246657" y="113201"/>
                    </a:lnTo>
                    <a:lnTo>
                      <a:pt x="330224" y="29634"/>
                    </a:lnTo>
                    <a:close/>
                    <a:moveTo>
                      <a:pt x="346332" y="19031"/>
                    </a:moveTo>
                    <a:lnTo>
                      <a:pt x="527876" y="19031"/>
                    </a:lnTo>
                    <a:lnTo>
                      <a:pt x="436730" y="110177"/>
                    </a:lnTo>
                    <a:lnTo>
                      <a:pt x="439755" y="113201"/>
                    </a:lnTo>
                    <a:lnTo>
                      <a:pt x="432924" y="113201"/>
                    </a:lnTo>
                    <a:lnTo>
                      <a:pt x="436730" y="109395"/>
                    </a:lnTo>
                    <a:lnTo>
                      <a:pt x="346366" y="19031"/>
                    </a:lnTo>
                    <a:close/>
                    <a:moveTo>
                      <a:pt x="543984" y="29634"/>
                    </a:moveTo>
                    <a:lnTo>
                      <a:pt x="627551" y="113201"/>
                    </a:lnTo>
                    <a:lnTo>
                      <a:pt x="460417" y="113201"/>
                    </a:lnTo>
                    <a:lnTo>
                      <a:pt x="543984" y="29634"/>
                    </a:lnTo>
                    <a:close/>
                    <a:moveTo>
                      <a:pt x="560127" y="19031"/>
                    </a:moveTo>
                    <a:lnTo>
                      <a:pt x="741636" y="19031"/>
                    </a:lnTo>
                    <a:lnTo>
                      <a:pt x="650490" y="110177"/>
                    </a:lnTo>
                    <a:lnTo>
                      <a:pt x="653515" y="113201"/>
                    </a:lnTo>
                    <a:lnTo>
                      <a:pt x="646684" y="113201"/>
                    </a:lnTo>
                    <a:lnTo>
                      <a:pt x="650490" y="109395"/>
                    </a:lnTo>
                    <a:lnTo>
                      <a:pt x="560127" y="19031"/>
                    </a:lnTo>
                    <a:close/>
                    <a:moveTo>
                      <a:pt x="757778" y="29634"/>
                    </a:moveTo>
                    <a:lnTo>
                      <a:pt x="841345" y="113201"/>
                    </a:lnTo>
                    <a:lnTo>
                      <a:pt x="674211" y="113201"/>
                    </a:lnTo>
                    <a:lnTo>
                      <a:pt x="757778" y="29634"/>
                    </a:lnTo>
                    <a:close/>
                    <a:moveTo>
                      <a:pt x="773921" y="19031"/>
                    </a:moveTo>
                    <a:lnTo>
                      <a:pt x="955430" y="19031"/>
                    </a:lnTo>
                    <a:lnTo>
                      <a:pt x="864285" y="110177"/>
                    </a:lnTo>
                    <a:lnTo>
                      <a:pt x="867309" y="113201"/>
                    </a:lnTo>
                    <a:lnTo>
                      <a:pt x="860479" y="113201"/>
                    </a:lnTo>
                    <a:lnTo>
                      <a:pt x="864285" y="109395"/>
                    </a:lnTo>
                    <a:lnTo>
                      <a:pt x="773921" y="19031"/>
                    </a:lnTo>
                    <a:close/>
                    <a:moveTo>
                      <a:pt x="971573" y="29668"/>
                    </a:moveTo>
                    <a:lnTo>
                      <a:pt x="1055140" y="113235"/>
                    </a:lnTo>
                    <a:lnTo>
                      <a:pt x="888040" y="113235"/>
                    </a:lnTo>
                    <a:lnTo>
                      <a:pt x="971573" y="29668"/>
                    </a:lnTo>
                    <a:close/>
                    <a:moveTo>
                      <a:pt x="987715" y="19031"/>
                    </a:moveTo>
                    <a:lnTo>
                      <a:pt x="1169224" y="19031"/>
                    </a:lnTo>
                    <a:lnTo>
                      <a:pt x="1078079" y="110177"/>
                    </a:lnTo>
                    <a:lnTo>
                      <a:pt x="1081104" y="113201"/>
                    </a:lnTo>
                    <a:lnTo>
                      <a:pt x="1074273" y="113201"/>
                    </a:lnTo>
                    <a:lnTo>
                      <a:pt x="1078079" y="109395"/>
                    </a:lnTo>
                    <a:lnTo>
                      <a:pt x="987715" y="19031"/>
                    </a:lnTo>
                    <a:close/>
                    <a:moveTo>
                      <a:pt x="1185367" y="29634"/>
                    </a:moveTo>
                    <a:lnTo>
                      <a:pt x="1268934" y="113201"/>
                    </a:lnTo>
                    <a:lnTo>
                      <a:pt x="1101834" y="113201"/>
                    </a:lnTo>
                    <a:lnTo>
                      <a:pt x="1185401" y="29634"/>
                    </a:lnTo>
                    <a:close/>
                    <a:moveTo>
                      <a:pt x="1201509" y="19031"/>
                    </a:moveTo>
                    <a:lnTo>
                      <a:pt x="1383019" y="19031"/>
                    </a:lnTo>
                    <a:lnTo>
                      <a:pt x="1291873" y="110177"/>
                    </a:lnTo>
                    <a:lnTo>
                      <a:pt x="1294898" y="113201"/>
                    </a:lnTo>
                    <a:lnTo>
                      <a:pt x="1288067" y="113201"/>
                    </a:lnTo>
                    <a:lnTo>
                      <a:pt x="1291873" y="109395"/>
                    </a:lnTo>
                    <a:lnTo>
                      <a:pt x="1201509" y="19031"/>
                    </a:lnTo>
                    <a:close/>
                    <a:moveTo>
                      <a:pt x="1399161" y="29668"/>
                    </a:moveTo>
                    <a:lnTo>
                      <a:pt x="1482694" y="113235"/>
                    </a:lnTo>
                    <a:lnTo>
                      <a:pt x="1315594" y="113235"/>
                    </a:lnTo>
                    <a:lnTo>
                      <a:pt x="1399161" y="29668"/>
                    </a:lnTo>
                    <a:close/>
                    <a:moveTo>
                      <a:pt x="100389" y="19031"/>
                    </a:moveTo>
                    <a:lnTo>
                      <a:pt x="19099" y="100321"/>
                    </a:lnTo>
                    <a:lnTo>
                      <a:pt x="19099" y="19031"/>
                    </a:lnTo>
                    <a:lnTo>
                      <a:pt x="100389" y="1903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9" name="Google Shape;769;p17"/>
            <p:cNvGrpSpPr/>
            <p:nvPr/>
          </p:nvGrpSpPr>
          <p:grpSpPr>
            <a:xfrm rot="10800000">
              <a:off x="8430823" y="3526864"/>
              <a:ext cx="713247" cy="1298137"/>
              <a:chOff x="4380117" y="1824165"/>
              <a:chExt cx="226939" cy="437466"/>
            </a:xfrm>
          </p:grpSpPr>
          <p:sp>
            <p:nvSpPr>
              <p:cNvPr id="770" name="Google Shape;770;p17"/>
              <p:cNvSpPr/>
              <p:nvPr/>
            </p:nvSpPr>
            <p:spPr>
              <a:xfrm>
                <a:off x="4469971" y="2216942"/>
                <a:ext cx="57501" cy="44689"/>
              </a:xfrm>
              <a:custGeom>
                <a:avLst/>
                <a:gdLst/>
                <a:ahLst/>
                <a:cxnLst/>
                <a:rect l="l" t="t" r="r" b="b"/>
                <a:pathLst>
                  <a:path w="57501" h="44689" extrusionOk="0">
                    <a:moveTo>
                      <a:pt x="57501" y="0"/>
                    </a:moveTo>
                    <a:lnTo>
                      <a:pt x="0" y="0"/>
                    </a:lnTo>
                    <a:lnTo>
                      <a:pt x="18487" y="44689"/>
                    </a:lnTo>
                    <a:lnTo>
                      <a:pt x="38776" y="44689"/>
                    </a:lnTo>
                    <a:lnTo>
                      <a:pt x="575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17"/>
              <p:cNvSpPr/>
              <p:nvPr/>
            </p:nvSpPr>
            <p:spPr>
              <a:xfrm>
                <a:off x="4496614" y="2025306"/>
                <a:ext cx="110442" cy="191602"/>
              </a:xfrm>
              <a:custGeom>
                <a:avLst/>
                <a:gdLst/>
                <a:ahLst/>
                <a:cxnLst/>
                <a:rect l="l" t="t" r="r" b="b"/>
                <a:pathLst>
                  <a:path w="110442" h="191602" extrusionOk="0">
                    <a:moveTo>
                      <a:pt x="48054" y="0"/>
                    </a:moveTo>
                    <a:cubicBezTo>
                      <a:pt x="48054" y="0"/>
                      <a:pt x="106234" y="59574"/>
                      <a:pt x="110279" y="62973"/>
                    </a:cubicBezTo>
                    <a:cubicBezTo>
                      <a:pt x="114323" y="66337"/>
                      <a:pt x="41937" y="191603"/>
                      <a:pt x="41937" y="191603"/>
                    </a:cubicBezTo>
                    <a:lnTo>
                      <a:pt x="0" y="191603"/>
                    </a:lnTo>
                    <a:lnTo>
                      <a:pt x="0" y="8564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17"/>
              <p:cNvSpPr/>
              <p:nvPr/>
            </p:nvSpPr>
            <p:spPr>
              <a:xfrm>
                <a:off x="4388719" y="2025306"/>
                <a:ext cx="110410" cy="191602"/>
              </a:xfrm>
              <a:custGeom>
                <a:avLst/>
                <a:gdLst/>
                <a:ahLst/>
                <a:cxnLst/>
                <a:rect l="l" t="t" r="r" b="b"/>
                <a:pathLst>
                  <a:path w="110410" h="191602" extrusionOk="0">
                    <a:moveTo>
                      <a:pt x="62391" y="0"/>
                    </a:moveTo>
                    <a:cubicBezTo>
                      <a:pt x="62391" y="0"/>
                      <a:pt x="4210" y="59574"/>
                      <a:pt x="166" y="62973"/>
                    </a:cubicBezTo>
                    <a:cubicBezTo>
                      <a:pt x="-3912" y="66337"/>
                      <a:pt x="68474" y="191603"/>
                      <a:pt x="68474" y="191603"/>
                    </a:cubicBezTo>
                    <a:lnTo>
                      <a:pt x="110410" y="191603"/>
                    </a:lnTo>
                    <a:lnTo>
                      <a:pt x="110410" y="8564"/>
                    </a:lnTo>
                    <a:lnTo>
                      <a:pt x="6239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17"/>
              <p:cNvSpPr/>
              <p:nvPr/>
            </p:nvSpPr>
            <p:spPr>
              <a:xfrm>
                <a:off x="4381340" y="1840704"/>
                <a:ext cx="156938" cy="181135"/>
              </a:xfrm>
              <a:custGeom>
                <a:avLst/>
                <a:gdLst/>
                <a:ahLst/>
                <a:cxnLst/>
                <a:rect l="l" t="t" r="r" b="b"/>
                <a:pathLst>
                  <a:path w="156938" h="181135" extrusionOk="0">
                    <a:moveTo>
                      <a:pt x="0" y="0"/>
                    </a:moveTo>
                    <a:lnTo>
                      <a:pt x="20152" y="0"/>
                    </a:lnTo>
                    <a:cubicBezTo>
                      <a:pt x="95359" y="0"/>
                      <a:pt x="156939" y="61545"/>
                      <a:pt x="156939" y="136786"/>
                    </a:cubicBezTo>
                    <a:lnTo>
                      <a:pt x="156939" y="181136"/>
                    </a:lnTo>
                    <a:lnTo>
                      <a:pt x="82309" y="181136"/>
                    </a:lnTo>
                    <a:lnTo>
                      <a:pt x="82309" y="162478"/>
                    </a:lnTo>
                    <a:cubicBezTo>
                      <a:pt x="82309" y="94646"/>
                      <a:pt x="48733" y="70143"/>
                      <a:pt x="34" y="71741"/>
                    </a:cubicBez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17"/>
              <p:cNvSpPr/>
              <p:nvPr/>
            </p:nvSpPr>
            <p:spPr>
              <a:xfrm>
                <a:off x="4432079" y="2021024"/>
                <a:ext cx="132436" cy="23721"/>
              </a:xfrm>
              <a:custGeom>
                <a:avLst/>
                <a:gdLst/>
                <a:ahLst/>
                <a:cxnLst/>
                <a:rect l="l" t="t" r="r" b="b"/>
                <a:pathLst>
                  <a:path w="132436" h="23721" extrusionOk="0">
                    <a:moveTo>
                      <a:pt x="0" y="23721"/>
                    </a:moveTo>
                    <a:lnTo>
                      <a:pt x="0" y="11861"/>
                    </a:lnTo>
                    <a:cubicBezTo>
                      <a:pt x="0" y="5336"/>
                      <a:pt x="5336" y="0"/>
                      <a:pt x="11860" y="0"/>
                    </a:cubicBezTo>
                    <a:lnTo>
                      <a:pt x="120576" y="0"/>
                    </a:lnTo>
                    <a:cubicBezTo>
                      <a:pt x="127101" y="0"/>
                      <a:pt x="132436" y="5336"/>
                      <a:pt x="132436" y="11861"/>
                    </a:cubicBezTo>
                    <a:lnTo>
                      <a:pt x="132436" y="23721"/>
                    </a:lnTo>
                    <a:lnTo>
                      <a:pt x="0" y="2372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17"/>
              <p:cNvSpPr/>
              <p:nvPr/>
            </p:nvSpPr>
            <p:spPr>
              <a:xfrm>
                <a:off x="4493284" y="2021024"/>
                <a:ext cx="71230" cy="23721"/>
              </a:xfrm>
              <a:custGeom>
                <a:avLst/>
                <a:gdLst/>
                <a:ahLst/>
                <a:cxnLst/>
                <a:rect l="l" t="t" r="r" b="b"/>
                <a:pathLst>
                  <a:path w="71230" h="23721" extrusionOk="0">
                    <a:moveTo>
                      <a:pt x="0" y="0"/>
                    </a:moveTo>
                    <a:lnTo>
                      <a:pt x="59370" y="0"/>
                    </a:lnTo>
                    <a:cubicBezTo>
                      <a:pt x="65895" y="0"/>
                      <a:pt x="71231" y="5336"/>
                      <a:pt x="71231" y="11861"/>
                    </a:cubicBezTo>
                    <a:lnTo>
                      <a:pt x="71231" y="23721"/>
                    </a:lnTo>
                    <a:lnTo>
                      <a:pt x="0" y="237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17"/>
              <p:cNvSpPr/>
              <p:nvPr/>
            </p:nvSpPr>
            <p:spPr>
              <a:xfrm>
                <a:off x="4453489" y="2009877"/>
                <a:ext cx="99131" cy="11248"/>
              </a:xfrm>
              <a:custGeom>
                <a:avLst/>
                <a:gdLst/>
                <a:ahLst/>
                <a:cxnLst/>
                <a:rect l="l" t="t" r="r" b="b"/>
                <a:pathLst>
                  <a:path w="99131" h="11248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15" y="11249"/>
                      <a:pt x="5607" y="11249"/>
                    </a:cubicBezTo>
                    <a:lnTo>
                      <a:pt x="93524" y="11249"/>
                    </a:lnTo>
                    <a:cubicBezTo>
                      <a:pt x="96617" y="11249"/>
                      <a:pt x="99131" y="8700"/>
                      <a:pt x="99131" y="5607"/>
                    </a:cubicBezTo>
                    <a:lnTo>
                      <a:pt x="99131" y="5607"/>
                    </a:lnTo>
                    <a:cubicBezTo>
                      <a:pt x="99131" y="2515"/>
                      <a:pt x="96583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17"/>
              <p:cNvSpPr/>
              <p:nvPr/>
            </p:nvSpPr>
            <p:spPr>
              <a:xfrm>
                <a:off x="4451585" y="1992137"/>
                <a:ext cx="99199" cy="11248"/>
              </a:xfrm>
              <a:custGeom>
                <a:avLst/>
                <a:gdLst/>
                <a:ahLst/>
                <a:cxnLst/>
                <a:rect l="l" t="t" r="r" b="b"/>
                <a:pathLst>
                  <a:path w="99199" h="11248" extrusionOk="0">
                    <a:moveTo>
                      <a:pt x="93558" y="34"/>
                    </a:moveTo>
                    <a:lnTo>
                      <a:pt x="5641" y="34"/>
                    </a:lnTo>
                    <a:cubicBezTo>
                      <a:pt x="2549" y="34"/>
                      <a:pt x="0" y="2549"/>
                      <a:pt x="0" y="5641"/>
                    </a:cubicBezTo>
                    <a:lnTo>
                      <a:pt x="0" y="5641"/>
                    </a:lnTo>
                    <a:cubicBezTo>
                      <a:pt x="0" y="8734"/>
                      <a:pt x="2549" y="11249"/>
                      <a:pt x="5641" y="11249"/>
                    </a:cubicBezTo>
                    <a:lnTo>
                      <a:pt x="93558" y="11249"/>
                    </a:lnTo>
                    <a:cubicBezTo>
                      <a:pt x="96651" y="11249"/>
                      <a:pt x="99200" y="8700"/>
                      <a:pt x="99200" y="5607"/>
                    </a:cubicBezTo>
                    <a:lnTo>
                      <a:pt x="99200" y="5607"/>
                    </a:lnTo>
                    <a:cubicBezTo>
                      <a:pt x="99200" y="2515"/>
                      <a:pt x="96685" y="0"/>
                      <a:pt x="935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17"/>
              <p:cNvSpPr/>
              <p:nvPr/>
            </p:nvSpPr>
            <p:spPr>
              <a:xfrm>
                <a:off x="4449751" y="1974466"/>
                <a:ext cx="99165" cy="11214"/>
              </a:xfrm>
              <a:custGeom>
                <a:avLst/>
                <a:gdLst/>
                <a:ahLst/>
                <a:cxnLst/>
                <a:rect l="l" t="t" r="r" b="b"/>
                <a:pathLst>
                  <a:path w="99165" h="11214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15" y="11215"/>
                      <a:pt x="5607" y="11215"/>
                    </a:cubicBezTo>
                    <a:lnTo>
                      <a:pt x="93524" y="11215"/>
                    </a:lnTo>
                    <a:cubicBezTo>
                      <a:pt x="96617" y="11215"/>
                      <a:pt x="99165" y="8666"/>
                      <a:pt x="99165" y="5607"/>
                    </a:cubicBezTo>
                    <a:lnTo>
                      <a:pt x="99165" y="5607"/>
                    </a:lnTo>
                    <a:cubicBezTo>
                      <a:pt x="99165" y="2515"/>
                      <a:pt x="96651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17"/>
              <p:cNvSpPr/>
              <p:nvPr/>
            </p:nvSpPr>
            <p:spPr>
              <a:xfrm>
                <a:off x="4447881" y="1956760"/>
                <a:ext cx="99131" cy="11214"/>
              </a:xfrm>
              <a:custGeom>
                <a:avLst/>
                <a:gdLst/>
                <a:ahLst/>
                <a:cxnLst/>
                <a:rect l="l" t="t" r="r" b="b"/>
                <a:pathLst>
                  <a:path w="99131" h="11214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49" y="11215"/>
                      <a:pt x="5607" y="11215"/>
                    </a:cubicBezTo>
                    <a:lnTo>
                      <a:pt x="93524" y="11215"/>
                    </a:lnTo>
                    <a:cubicBezTo>
                      <a:pt x="96617" y="11215"/>
                      <a:pt x="99132" y="8700"/>
                      <a:pt x="99132" y="5607"/>
                    </a:cubicBezTo>
                    <a:lnTo>
                      <a:pt x="99132" y="5607"/>
                    </a:lnTo>
                    <a:cubicBezTo>
                      <a:pt x="99132" y="2515"/>
                      <a:pt x="96617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17"/>
              <p:cNvSpPr/>
              <p:nvPr/>
            </p:nvSpPr>
            <p:spPr>
              <a:xfrm>
                <a:off x="4446074" y="1936907"/>
                <a:ext cx="99074" cy="15507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15507" extrusionOk="0">
                    <a:moveTo>
                      <a:pt x="93156" y="6"/>
                    </a:moveTo>
                    <a:lnTo>
                      <a:pt x="5341" y="4288"/>
                    </a:lnTo>
                    <a:cubicBezTo>
                      <a:pt x="2249" y="4424"/>
                      <a:pt x="-130" y="7074"/>
                      <a:pt x="6" y="10167"/>
                    </a:cubicBezTo>
                    <a:lnTo>
                      <a:pt x="6" y="10167"/>
                    </a:lnTo>
                    <a:cubicBezTo>
                      <a:pt x="142" y="13259"/>
                      <a:pt x="2792" y="15638"/>
                      <a:pt x="5885" y="15502"/>
                    </a:cubicBezTo>
                    <a:lnTo>
                      <a:pt x="93734" y="11220"/>
                    </a:lnTo>
                    <a:cubicBezTo>
                      <a:pt x="96826" y="11084"/>
                      <a:pt x="99205" y="8434"/>
                      <a:pt x="99069" y="5341"/>
                    </a:cubicBezTo>
                    <a:lnTo>
                      <a:pt x="99069" y="5341"/>
                    </a:lnTo>
                    <a:cubicBezTo>
                      <a:pt x="98899" y="2249"/>
                      <a:pt x="96283" y="-130"/>
                      <a:pt x="93190" y="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17"/>
              <p:cNvSpPr/>
              <p:nvPr/>
            </p:nvSpPr>
            <p:spPr>
              <a:xfrm>
                <a:off x="4437315" y="1910952"/>
                <a:ext cx="97595" cy="27725"/>
              </a:xfrm>
              <a:custGeom>
                <a:avLst/>
                <a:gdLst/>
                <a:ahLst/>
                <a:cxnLst/>
                <a:rect l="l" t="t" r="r" b="b"/>
                <a:pathLst>
                  <a:path w="97595" h="27725" extrusionOk="0">
                    <a:moveTo>
                      <a:pt x="90939" y="99"/>
                    </a:moveTo>
                    <a:lnTo>
                      <a:pt x="4551" y="16582"/>
                    </a:lnTo>
                    <a:cubicBezTo>
                      <a:pt x="1526" y="17159"/>
                      <a:pt x="-479" y="20116"/>
                      <a:pt x="99" y="23175"/>
                    </a:cubicBezTo>
                    <a:lnTo>
                      <a:pt x="99" y="23175"/>
                    </a:lnTo>
                    <a:cubicBezTo>
                      <a:pt x="677" y="26199"/>
                      <a:pt x="3633" y="28204"/>
                      <a:pt x="6658" y="27626"/>
                    </a:cubicBezTo>
                    <a:lnTo>
                      <a:pt x="93012" y="11110"/>
                    </a:lnTo>
                    <a:cubicBezTo>
                      <a:pt x="96036" y="10532"/>
                      <a:pt x="98075" y="7576"/>
                      <a:pt x="97498" y="4551"/>
                    </a:cubicBezTo>
                    <a:lnTo>
                      <a:pt x="97498" y="4551"/>
                    </a:lnTo>
                    <a:cubicBezTo>
                      <a:pt x="96920" y="1526"/>
                      <a:pt x="93963" y="-478"/>
                      <a:pt x="90939" y="9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17"/>
              <p:cNvSpPr/>
              <p:nvPr/>
            </p:nvSpPr>
            <p:spPr>
              <a:xfrm>
                <a:off x="4429531" y="1882948"/>
                <a:ext cx="90598" cy="49035"/>
              </a:xfrm>
              <a:custGeom>
                <a:avLst/>
                <a:gdLst/>
                <a:ahLst/>
                <a:cxnLst/>
                <a:rect l="l" t="t" r="r" b="b"/>
                <a:pathLst>
                  <a:path w="90598" h="49035" extrusionOk="0">
                    <a:moveTo>
                      <a:pt x="82580" y="542"/>
                    </a:moveTo>
                    <a:lnTo>
                      <a:pt x="3193" y="38366"/>
                    </a:lnTo>
                    <a:cubicBezTo>
                      <a:pt x="406" y="39692"/>
                      <a:pt x="-783" y="43056"/>
                      <a:pt x="542" y="45843"/>
                    </a:cubicBezTo>
                    <a:lnTo>
                      <a:pt x="542" y="45843"/>
                    </a:lnTo>
                    <a:cubicBezTo>
                      <a:pt x="1867" y="48630"/>
                      <a:pt x="5232" y="49819"/>
                      <a:pt x="8018" y="48494"/>
                    </a:cubicBezTo>
                    <a:lnTo>
                      <a:pt x="87405" y="10669"/>
                    </a:lnTo>
                    <a:cubicBezTo>
                      <a:pt x="90192" y="9344"/>
                      <a:pt x="91382" y="5980"/>
                      <a:pt x="90056" y="3193"/>
                    </a:cubicBezTo>
                    <a:lnTo>
                      <a:pt x="90056" y="3193"/>
                    </a:lnTo>
                    <a:cubicBezTo>
                      <a:pt x="88731" y="406"/>
                      <a:pt x="85332" y="-783"/>
                      <a:pt x="82546" y="5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17"/>
              <p:cNvSpPr/>
              <p:nvPr/>
            </p:nvSpPr>
            <p:spPr>
              <a:xfrm>
                <a:off x="4422838" y="1855265"/>
                <a:ext cx="71972" cy="74814"/>
              </a:xfrm>
              <a:custGeom>
                <a:avLst/>
                <a:gdLst/>
                <a:ahLst/>
                <a:cxnLst/>
                <a:rect l="l" t="t" r="r" b="b"/>
                <a:pathLst>
                  <a:path w="71972" h="74814" extrusionOk="0">
                    <a:moveTo>
                      <a:pt x="62324" y="1718"/>
                    </a:moveTo>
                    <a:lnTo>
                      <a:pt x="1560" y="65302"/>
                    </a:lnTo>
                    <a:cubicBezTo>
                      <a:pt x="-581" y="67545"/>
                      <a:pt x="-513" y="71113"/>
                      <a:pt x="1730" y="73254"/>
                    </a:cubicBezTo>
                    <a:lnTo>
                      <a:pt x="1730" y="73254"/>
                    </a:lnTo>
                    <a:cubicBezTo>
                      <a:pt x="3973" y="75395"/>
                      <a:pt x="7541" y="75327"/>
                      <a:pt x="9682" y="73085"/>
                    </a:cubicBezTo>
                    <a:lnTo>
                      <a:pt x="70412" y="9500"/>
                    </a:lnTo>
                    <a:cubicBezTo>
                      <a:pt x="72553" y="7257"/>
                      <a:pt x="72485" y="3689"/>
                      <a:pt x="70242" y="1548"/>
                    </a:cubicBezTo>
                    <a:lnTo>
                      <a:pt x="70242" y="1548"/>
                    </a:lnTo>
                    <a:cubicBezTo>
                      <a:pt x="67999" y="-593"/>
                      <a:pt x="64431" y="-491"/>
                      <a:pt x="62324" y="17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17"/>
              <p:cNvSpPr/>
              <p:nvPr/>
            </p:nvSpPr>
            <p:spPr>
              <a:xfrm>
                <a:off x="4416185" y="1835374"/>
                <a:ext cx="45386" cy="92221"/>
              </a:xfrm>
              <a:custGeom>
                <a:avLst/>
                <a:gdLst/>
                <a:ahLst/>
                <a:cxnLst/>
                <a:rect l="l" t="t" r="r" b="b"/>
                <a:pathLst>
                  <a:path w="45386" h="92221" extrusionOk="0">
                    <a:moveTo>
                      <a:pt x="34619" y="3427"/>
                    </a:moveTo>
                    <a:lnTo>
                      <a:pt x="431" y="84445"/>
                    </a:lnTo>
                    <a:cubicBezTo>
                      <a:pt x="-758" y="87299"/>
                      <a:pt x="601" y="90596"/>
                      <a:pt x="3422" y="91785"/>
                    </a:cubicBezTo>
                    <a:lnTo>
                      <a:pt x="3422" y="91785"/>
                    </a:lnTo>
                    <a:cubicBezTo>
                      <a:pt x="6277" y="92975"/>
                      <a:pt x="9573" y="91649"/>
                      <a:pt x="10762" y="88795"/>
                    </a:cubicBezTo>
                    <a:lnTo>
                      <a:pt x="44951" y="7777"/>
                    </a:lnTo>
                    <a:cubicBezTo>
                      <a:pt x="46140" y="4956"/>
                      <a:pt x="44815" y="1625"/>
                      <a:pt x="41960" y="436"/>
                    </a:cubicBezTo>
                    <a:lnTo>
                      <a:pt x="41960" y="436"/>
                    </a:lnTo>
                    <a:cubicBezTo>
                      <a:pt x="39105" y="-753"/>
                      <a:pt x="35809" y="572"/>
                      <a:pt x="34585" y="342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17"/>
              <p:cNvSpPr/>
              <p:nvPr/>
            </p:nvSpPr>
            <p:spPr>
              <a:xfrm>
                <a:off x="4407685" y="1824165"/>
                <a:ext cx="19556" cy="98768"/>
              </a:xfrm>
              <a:custGeom>
                <a:avLst/>
                <a:gdLst/>
                <a:ahLst/>
                <a:cxnLst/>
                <a:rect l="l" t="t" r="r" b="b"/>
                <a:pathLst>
                  <a:path w="19556" h="98768" extrusionOk="0">
                    <a:moveTo>
                      <a:pt x="8354" y="5086"/>
                    </a:moveTo>
                    <a:lnTo>
                      <a:pt x="28" y="92629"/>
                    </a:lnTo>
                    <a:cubicBezTo>
                      <a:pt x="-279" y="95722"/>
                      <a:pt x="1999" y="98440"/>
                      <a:pt x="5091" y="98746"/>
                    </a:cubicBezTo>
                    <a:lnTo>
                      <a:pt x="5091" y="98746"/>
                    </a:lnTo>
                    <a:cubicBezTo>
                      <a:pt x="8149" y="99018"/>
                      <a:pt x="10902" y="96775"/>
                      <a:pt x="11208" y="93683"/>
                    </a:cubicBezTo>
                    <a:lnTo>
                      <a:pt x="19534" y="6140"/>
                    </a:lnTo>
                    <a:cubicBezTo>
                      <a:pt x="19806" y="3047"/>
                      <a:pt x="17563" y="294"/>
                      <a:pt x="14471" y="22"/>
                    </a:cubicBezTo>
                    <a:lnTo>
                      <a:pt x="14471" y="22"/>
                    </a:lnTo>
                    <a:cubicBezTo>
                      <a:pt x="11378" y="-250"/>
                      <a:pt x="8625" y="1993"/>
                      <a:pt x="8320" y="50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17"/>
              <p:cNvSpPr/>
              <p:nvPr/>
            </p:nvSpPr>
            <p:spPr>
              <a:xfrm>
                <a:off x="4380117" y="1825037"/>
                <a:ext cx="11486" cy="99165"/>
              </a:xfrm>
              <a:custGeom>
                <a:avLst/>
                <a:gdLst/>
                <a:ahLst/>
                <a:cxnLst/>
                <a:rect l="l" t="t" r="r" b="b"/>
                <a:pathLst>
                  <a:path w="11486" h="99165" extrusionOk="0">
                    <a:moveTo>
                      <a:pt x="238" y="5607"/>
                    </a:moveTo>
                    <a:lnTo>
                      <a:pt x="0" y="93524"/>
                    </a:lnTo>
                    <a:cubicBezTo>
                      <a:pt x="0" y="96617"/>
                      <a:pt x="2515" y="99166"/>
                      <a:pt x="5607" y="99166"/>
                    </a:cubicBezTo>
                    <a:lnTo>
                      <a:pt x="5607" y="99166"/>
                    </a:lnTo>
                    <a:cubicBezTo>
                      <a:pt x="8700" y="99166"/>
                      <a:pt x="11249" y="96651"/>
                      <a:pt x="11249" y="93558"/>
                    </a:cubicBezTo>
                    <a:lnTo>
                      <a:pt x="11486" y="5641"/>
                    </a:lnTo>
                    <a:cubicBezTo>
                      <a:pt x="11486" y="2549"/>
                      <a:pt x="8971" y="34"/>
                      <a:pt x="5879" y="0"/>
                    </a:cubicBezTo>
                    <a:lnTo>
                      <a:pt x="5879" y="0"/>
                    </a:lnTo>
                    <a:cubicBezTo>
                      <a:pt x="2787" y="0"/>
                      <a:pt x="272" y="2515"/>
                      <a:pt x="238" y="56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9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831" name="Google Shape;831;p19"/>
          <p:cNvGrpSpPr/>
          <p:nvPr/>
        </p:nvGrpSpPr>
        <p:grpSpPr>
          <a:xfrm>
            <a:off x="137545" y="-6637"/>
            <a:ext cx="9015424" cy="5150143"/>
            <a:chOff x="137545" y="-6637"/>
            <a:chExt cx="9015424" cy="5150143"/>
          </a:xfrm>
        </p:grpSpPr>
        <p:grpSp>
          <p:nvGrpSpPr>
            <p:cNvPr id="832" name="Google Shape;832;p19"/>
            <p:cNvGrpSpPr/>
            <p:nvPr/>
          </p:nvGrpSpPr>
          <p:grpSpPr>
            <a:xfrm rot="5400000">
              <a:off x="-471089" y="4112989"/>
              <a:ext cx="1639151" cy="421882"/>
              <a:chOff x="2195175" y="2564277"/>
              <a:chExt cx="575181" cy="148034"/>
            </a:xfrm>
          </p:grpSpPr>
          <p:sp>
            <p:nvSpPr>
              <p:cNvPr id="833" name="Google Shape;833;p19"/>
              <p:cNvSpPr/>
              <p:nvPr/>
            </p:nvSpPr>
            <p:spPr>
              <a:xfrm>
                <a:off x="2692873" y="2596358"/>
                <a:ext cx="63822" cy="79828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79828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79829"/>
                    </a:lnTo>
                    <a:lnTo>
                      <a:pt x="0" y="7982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19"/>
              <p:cNvSpPr/>
              <p:nvPr/>
            </p:nvSpPr>
            <p:spPr>
              <a:xfrm>
                <a:off x="2692873" y="2606622"/>
                <a:ext cx="63822" cy="11384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11384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11385"/>
                    </a:lnTo>
                    <a:lnTo>
                      <a:pt x="0" y="11385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19"/>
              <p:cNvSpPr/>
              <p:nvPr/>
            </p:nvSpPr>
            <p:spPr>
              <a:xfrm>
                <a:off x="2744731" y="2566146"/>
                <a:ext cx="25624" cy="143107"/>
              </a:xfrm>
              <a:custGeom>
                <a:avLst/>
                <a:gdLst/>
                <a:ahLst/>
                <a:cxnLst/>
                <a:rect l="l" t="t" r="r" b="b"/>
                <a:pathLst>
                  <a:path w="25624" h="143107" extrusionOk="0">
                    <a:moveTo>
                      <a:pt x="25624" y="0"/>
                    </a:moveTo>
                    <a:lnTo>
                      <a:pt x="12812" y="0"/>
                    </a:lnTo>
                    <a:cubicBezTo>
                      <a:pt x="5777" y="0"/>
                      <a:pt x="0" y="5777"/>
                      <a:pt x="0" y="12812"/>
                    </a:cubicBezTo>
                    <a:lnTo>
                      <a:pt x="0" y="130295"/>
                    </a:lnTo>
                    <a:cubicBezTo>
                      <a:pt x="0" y="137330"/>
                      <a:pt x="5777" y="143107"/>
                      <a:pt x="12812" y="143107"/>
                    </a:cubicBezTo>
                    <a:lnTo>
                      <a:pt x="25624" y="143107"/>
                    </a:lnTo>
                    <a:lnTo>
                      <a:pt x="2562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19"/>
              <p:cNvSpPr/>
              <p:nvPr/>
            </p:nvSpPr>
            <p:spPr>
              <a:xfrm>
                <a:off x="2744731" y="2632280"/>
                <a:ext cx="25624" cy="76974"/>
              </a:xfrm>
              <a:custGeom>
                <a:avLst/>
                <a:gdLst/>
                <a:ahLst/>
                <a:cxnLst/>
                <a:rect l="l" t="t" r="r" b="b"/>
                <a:pathLst>
                  <a:path w="25624" h="76974" extrusionOk="0">
                    <a:moveTo>
                      <a:pt x="0" y="0"/>
                    </a:moveTo>
                    <a:lnTo>
                      <a:pt x="0" y="64162"/>
                    </a:lnTo>
                    <a:cubicBezTo>
                      <a:pt x="0" y="71197"/>
                      <a:pt x="5777" y="76974"/>
                      <a:pt x="12812" y="76974"/>
                    </a:cubicBezTo>
                    <a:lnTo>
                      <a:pt x="25624" y="76974"/>
                    </a:lnTo>
                    <a:lnTo>
                      <a:pt x="25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19"/>
              <p:cNvSpPr/>
              <p:nvPr/>
            </p:nvSpPr>
            <p:spPr>
              <a:xfrm>
                <a:off x="2272625" y="2564277"/>
                <a:ext cx="423680" cy="148034"/>
              </a:xfrm>
              <a:custGeom>
                <a:avLst/>
                <a:gdLst/>
                <a:ahLst/>
                <a:cxnLst/>
                <a:rect l="l" t="t" r="r" b="b"/>
                <a:pathLst>
                  <a:path w="423680" h="148034" extrusionOk="0">
                    <a:moveTo>
                      <a:pt x="14341" y="0"/>
                    </a:moveTo>
                    <a:lnTo>
                      <a:pt x="409339" y="0"/>
                    </a:lnTo>
                    <a:cubicBezTo>
                      <a:pt x="417257" y="0"/>
                      <a:pt x="423680" y="6661"/>
                      <a:pt x="423680" y="14783"/>
                    </a:cubicBezTo>
                    <a:lnTo>
                      <a:pt x="423680" y="133252"/>
                    </a:lnTo>
                    <a:cubicBezTo>
                      <a:pt x="423680" y="141408"/>
                      <a:pt x="417257" y="148035"/>
                      <a:pt x="409339" y="148035"/>
                    </a:cubicBezTo>
                    <a:lnTo>
                      <a:pt x="14341" y="148035"/>
                    </a:lnTo>
                    <a:cubicBezTo>
                      <a:pt x="6457" y="148035"/>
                      <a:pt x="0" y="141374"/>
                      <a:pt x="0" y="133252"/>
                    </a:cubicBezTo>
                    <a:lnTo>
                      <a:pt x="0" y="14783"/>
                    </a:lnTo>
                    <a:cubicBezTo>
                      <a:pt x="0" y="6661"/>
                      <a:pt x="6457" y="0"/>
                      <a:pt x="143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19"/>
              <p:cNvSpPr/>
              <p:nvPr/>
            </p:nvSpPr>
            <p:spPr>
              <a:xfrm>
                <a:off x="2285267" y="2573283"/>
                <a:ext cx="397954" cy="130295"/>
              </a:xfrm>
              <a:custGeom>
                <a:avLst/>
                <a:gdLst/>
                <a:ahLst/>
                <a:cxnLst/>
                <a:rect l="l" t="t" r="r" b="b"/>
                <a:pathLst>
                  <a:path w="397954" h="130295" extrusionOk="0">
                    <a:moveTo>
                      <a:pt x="12608" y="0"/>
                    </a:moveTo>
                    <a:lnTo>
                      <a:pt x="385312" y="0"/>
                    </a:lnTo>
                    <a:cubicBezTo>
                      <a:pt x="392245" y="0"/>
                      <a:pt x="397954" y="5845"/>
                      <a:pt x="397954" y="13016"/>
                    </a:cubicBezTo>
                    <a:lnTo>
                      <a:pt x="397954" y="117279"/>
                    </a:lnTo>
                    <a:cubicBezTo>
                      <a:pt x="397954" y="124416"/>
                      <a:pt x="392245" y="130295"/>
                      <a:pt x="385312" y="130295"/>
                    </a:cubicBezTo>
                    <a:lnTo>
                      <a:pt x="12608" y="130295"/>
                    </a:lnTo>
                    <a:cubicBezTo>
                      <a:pt x="5675" y="130295"/>
                      <a:pt x="0" y="124416"/>
                      <a:pt x="0" y="117279"/>
                    </a:cubicBezTo>
                    <a:lnTo>
                      <a:pt x="0" y="13016"/>
                    </a:lnTo>
                    <a:cubicBezTo>
                      <a:pt x="0" y="5845"/>
                      <a:pt x="5675" y="0"/>
                      <a:pt x="12608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39" name="Google Shape;839;p19"/>
              <p:cNvGrpSpPr/>
              <p:nvPr/>
            </p:nvGrpSpPr>
            <p:grpSpPr>
              <a:xfrm>
                <a:off x="2445264" y="2583716"/>
                <a:ext cx="207540" cy="106166"/>
                <a:chOff x="2445264" y="2583716"/>
                <a:chExt cx="207540" cy="106166"/>
              </a:xfrm>
            </p:grpSpPr>
            <p:sp>
              <p:nvSpPr>
                <p:cNvPr id="840" name="Google Shape;840;p19"/>
                <p:cNvSpPr/>
                <p:nvPr/>
              </p:nvSpPr>
              <p:spPr>
                <a:xfrm>
                  <a:off x="2445264" y="2628813"/>
                  <a:ext cx="53694" cy="2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694" h="20900" extrusionOk="0">
                      <a:moveTo>
                        <a:pt x="0" y="0"/>
                      </a:moveTo>
                      <a:lnTo>
                        <a:pt x="53695" y="0"/>
                      </a:lnTo>
                      <a:lnTo>
                        <a:pt x="53695" y="20900"/>
                      </a:lnTo>
                      <a:lnTo>
                        <a:pt x="0" y="2090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1" name="Google Shape;841;p19"/>
                <p:cNvSpPr/>
                <p:nvPr/>
              </p:nvSpPr>
              <p:spPr>
                <a:xfrm>
                  <a:off x="2599110" y="2627216"/>
                  <a:ext cx="53694" cy="2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694" h="20900" extrusionOk="0">
                      <a:moveTo>
                        <a:pt x="0" y="0"/>
                      </a:moveTo>
                      <a:lnTo>
                        <a:pt x="53695" y="0"/>
                      </a:lnTo>
                      <a:lnTo>
                        <a:pt x="53695" y="20900"/>
                      </a:lnTo>
                      <a:lnTo>
                        <a:pt x="0" y="2090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2" name="Google Shape;842;p19"/>
                <p:cNvSpPr/>
                <p:nvPr/>
              </p:nvSpPr>
              <p:spPr>
                <a:xfrm>
                  <a:off x="2494643" y="2583716"/>
                  <a:ext cx="106166" cy="106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166" h="106166" extrusionOk="0">
                      <a:moveTo>
                        <a:pt x="53083" y="106166"/>
                      </a:moveTo>
                      <a:cubicBezTo>
                        <a:pt x="82309" y="106166"/>
                        <a:pt x="106166" y="82309"/>
                        <a:pt x="106166" y="53083"/>
                      </a:cubicBezTo>
                      <a:cubicBezTo>
                        <a:pt x="106166" y="23857"/>
                        <a:pt x="82309" y="0"/>
                        <a:pt x="53083" y="0"/>
                      </a:cubicBezTo>
                      <a:cubicBezTo>
                        <a:pt x="23857" y="0"/>
                        <a:pt x="0" y="23857"/>
                        <a:pt x="0" y="53083"/>
                      </a:cubicBezTo>
                      <a:cubicBezTo>
                        <a:pt x="0" y="82309"/>
                        <a:pt x="23823" y="106166"/>
                        <a:pt x="53083" y="10616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3" name="Google Shape;843;p19"/>
                <p:cNvSpPr/>
                <p:nvPr/>
              </p:nvSpPr>
              <p:spPr>
                <a:xfrm>
                  <a:off x="2503037" y="2592110"/>
                  <a:ext cx="89378" cy="89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78" h="89378" extrusionOk="0">
                      <a:moveTo>
                        <a:pt x="44689" y="89378"/>
                      </a:moveTo>
                      <a:cubicBezTo>
                        <a:pt x="69328" y="89378"/>
                        <a:pt x="89378" y="69294"/>
                        <a:pt x="89378" y="44689"/>
                      </a:cubicBezTo>
                      <a:cubicBezTo>
                        <a:pt x="89378" y="20085"/>
                        <a:pt x="69294" y="0"/>
                        <a:pt x="44689" y="0"/>
                      </a:cubicBezTo>
                      <a:cubicBezTo>
                        <a:pt x="20085" y="0"/>
                        <a:pt x="0" y="20085"/>
                        <a:pt x="0" y="44689"/>
                      </a:cubicBezTo>
                      <a:cubicBezTo>
                        <a:pt x="0" y="69294"/>
                        <a:pt x="20085" y="89378"/>
                        <a:pt x="44689" y="8937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4" name="Google Shape;844;p19"/>
                <p:cNvSpPr/>
                <p:nvPr/>
              </p:nvSpPr>
              <p:spPr>
                <a:xfrm>
                  <a:off x="2503037" y="2592110"/>
                  <a:ext cx="89378" cy="46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78" h="46388" extrusionOk="0">
                      <a:moveTo>
                        <a:pt x="44689" y="0"/>
                      </a:moveTo>
                      <a:cubicBezTo>
                        <a:pt x="69362" y="0"/>
                        <a:pt x="89378" y="20017"/>
                        <a:pt x="89378" y="44689"/>
                      </a:cubicBezTo>
                      <a:cubicBezTo>
                        <a:pt x="89378" y="45267"/>
                        <a:pt x="89378" y="45811"/>
                        <a:pt x="89310" y="46388"/>
                      </a:cubicBezTo>
                      <a:lnTo>
                        <a:pt x="34" y="46388"/>
                      </a:lnTo>
                      <a:cubicBezTo>
                        <a:pt x="34" y="45811"/>
                        <a:pt x="0" y="45267"/>
                        <a:pt x="0" y="44689"/>
                      </a:cubicBezTo>
                      <a:cubicBezTo>
                        <a:pt x="0" y="20017"/>
                        <a:pt x="20017" y="0"/>
                        <a:pt x="44689" y="0"/>
                      </a:cubicBezTo>
                      <a:close/>
                    </a:path>
                  </a:pathLst>
                </a:custGeom>
                <a:solidFill>
                  <a:srgbClr val="74D9E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5" name="Google Shape;845;p19"/>
                <p:cNvSpPr/>
                <p:nvPr/>
              </p:nvSpPr>
              <p:spPr>
                <a:xfrm>
                  <a:off x="2546877" y="2599961"/>
                  <a:ext cx="46223" cy="3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223" h="37994" extrusionOk="0">
                      <a:moveTo>
                        <a:pt x="42004" y="18318"/>
                      </a:moveTo>
                      <a:cubicBezTo>
                        <a:pt x="44961" y="24673"/>
                        <a:pt x="46320" y="31401"/>
                        <a:pt x="46218" y="37994"/>
                      </a:cubicBezTo>
                      <a:lnTo>
                        <a:pt x="0" y="37994"/>
                      </a:lnTo>
                      <a:lnTo>
                        <a:pt x="26168" y="0"/>
                      </a:lnTo>
                      <a:cubicBezTo>
                        <a:pt x="32829" y="4384"/>
                        <a:pt x="38368" y="10603"/>
                        <a:pt x="42004" y="183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6" name="Google Shape;846;p19"/>
                <p:cNvSpPr/>
                <p:nvPr/>
              </p:nvSpPr>
              <p:spPr>
                <a:xfrm>
                  <a:off x="2527812" y="2592375"/>
                  <a:ext cx="42887" cy="463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87" h="46361" extrusionOk="0">
                      <a:moveTo>
                        <a:pt x="23687" y="143"/>
                      </a:moveTo>
                      <a:cubicBezTo>
                        <a:pt x="30722" y="687"/>
                        <a:pt x="37212" y="2828"/>
                        <a:pt x="42888" y="6193"/>
                      </a:cubicBezTo>
                      <a:lnTo>
                        <a:pt x="20085" y="46362"/>
                      </a:lnTo>
                      <a:lnTo>
                        <a:pt x="0" y="4833"/>
                      </a:lnTo>
                      <a:cubicBezTo>
                        <a:pt x="7069" y="1231"/>
                        <a:pt x="15225" y="-536"/>
                        <a:pt x="23721" y="14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7" name="Google Shape;847;p19"/>
                <p:cNvSpPr/>
                <p:nvPr/>
              </p:nvSpPr>
              <p:spPr>
                <a:xfrm>
                  <a:off x="2503770" y="2600402"/>
                  <a:ext cx="46199" cy="38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99" h="38572" extrusionOk="0">
                      <a:moveTo>
                        <a:pt x="5554" y="15021"/>
                      </a:moveTo>
                      <a:cubicBezTo>
                        <a:pt x="8953" y="8836"/>
                        <a:pt x="13540" y="3806"/>
                        <a:pt x="18944" y="0"/>
                      </a:cubicBezTo>
                      <a:lnTo>
                        <a:pt x="46199" y="37349"/>
                      </a:lnTo>
                      <a:lnTo>
                        <a:pt x="49" y="38572"/>
                      </a:lnTo>
                      <a:cubicBezTo>
                        <a:pt x="-325" y="30620"/>
                        <a:pt x="1442" y="22497"/>
                        <a:pt x="5520" y="1502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48" name="Google Shape;848;p19"/>
                <p:cNvGrpSpPr/>
                <p:nvPr/>
              </p:nvGrpSpPr>
              <p:grpSpPr>
                <a:xfrm>
                  <a:off x="2527089" y="2609748"/>
                  <a:ext cx="30439" cy="37610"/>
                  <a:chOff x="4840276" y="2840598"/>
                  <a:chExt cx="30439" cy="37610"/>
                </a:xfrm>
              </p:grpSpPr>
              <p:sp>
                <p:nvSpPr>
                  <p:cNvPr id="849" name="Google Shape;849;p19"/>
                  <p:cNvSpPr/>
                  <p:nvPr/>
                </p:nvSpPr>
                <p:spPr>
                  <a:xfrm>
                    <a:off x="4850500" y="2857984"/>
                    <a:ext cx="20215" cy="202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15" h="20224" extrusionOk="0">
                        <a:moveTo>
                          <a:pt x="8171" y="184"/>
                        </a:moveTo>
                        <a:cubicBezTo>
                          <a:pt x="13642" y="-869"/>
                          <a:pt x="18978" y="2699"/>
                          <a:pt x="20031" y="8171"/>
                        </a:cubicBezTo>
                        <a:cubicBezTo>
                          <a:pt x="21085" y="13642"/>
                          <a:pt x="17516" y="18944"/>
                          <a:pt x="12045" y="20031"/>
                        </a:cubicBezTo>
                        <a:cubicBezTo>
                          <a:pt x="6573" y="21119"/>
                          <a:pt x="1238" y="17516"/>
                          <a:pt x="184" y="12045"/>
                        </a:cubicBezTo>
                        <a:cubicBezTo>
                          <a:pt x="-869" y="6573"/>
                          <a:pt x="2699" y="1238"/>
                          <a:pt x="8171" y="18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0" name="Google Shape;850;p19"/>
                  <p:cNvSpPr/>
                  <p:nvPr/>
                </p:nvSpPr>
                <p:spPr>
                  <a:xfrm>
                    <a:off x="4840276" y="2840598"/>
                    <a:ext cx="20501" cy="256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1" h="25692" extrusionOk="0">
                        <a:moveTo>
                          <a:pt x="14351" y="25692"/>
                        </a:moveTo>
                        <a:lnTo>
                          <a:pt x="20502" y="21410"/>
                        </a:lnTo>
                        <a:lnTo>
                          <a:pt x="6806" y="1597"/>
                        </a:lnTo>
                        <a:cubicBezTo>
                          <a:pt x="5651" y="-68"/>
                          <a:pt x="3306" y="-510"/>
                          <a:pt x="1606" y="646"/>
                        </a:cubicBezTo>
                        <a:lnTo>
                          <a:pt x="1606" y="646"/>
                        </a:lnTo>
                        <a:cubicBezTo>
                          <a:pt x="-93" y="1835"/>
                          <a:pt x="-501" y="4180"/>
                          <a:pt x="655" y="5845"/>
                        </a:cubicBezTo>
                        <a:lnTo>
                          <a:pt x="14317" y="25658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851" name="Google Shape;851;p19"/>
              <p:cNvSpPr/>
              <p:nvPr/>
            </p:nvSpPr>
            <p:spPr>
              <a:xfrm>
                <a:off x="2310041" y="2586265"/>
                <a:ext cx="102360" cy="102360"/>
              </a:xfrm>
              <a:custGeom>
                <a:avLst/>
                <a:gdLst/>
                <a:ahLst/>
                <a:cxnLst/>
                <a:rect l="l" t="t" r="r" b="b"/>
                <a:pathLst>
                  <a:path w="102360" h="102360" extrusionOk="0">
                    <a:moveTo>
                      <a:pt x="51180" y="0"/>
                    </a:moveTo>
                    <a:cubicBezTo>
                      <a:pt x="79421" y="0"/>
                      <a:pt x="102360" y="22939"/>
                      <a:pt x="102360" y="51180"/>
                    </a:cubicBezTo>
                    <a:cubicBezTo>
                      <a:pt x="102360" y="79421"/>
                      <a:pt x="79421" y="102360"/>
                      <a:pt x="51180" y="102360"/>
                    </a:cubicBezTo>
                    <a:cubicBezTo>
                      <a:pt x="22939" y="102360"/>
                      <a:pt x="0" y="79421"/>
                      <a:pt x="0" y="51180"/>
                    </a:cubicBezTo>
                    <a:cubicBezTo>
                      <a:pt x="0" y="22939"/>
                      <a:pt x="22939" y="0"/>
                      <a:pt x="51180" y="0"/>
                    </a:cubicBezTo>
                    <a:lnTo>
                      <a:pt x="51180" y="0"/>
                    </a:lnTo>
                    <a:close/>
                    <a:moveTo>
                      <a:pt x="51180" y="41936"/>
                    </a:moveTo>
                    <a:cubicBezTo>
                      <a:pt x="46048" y="41936"/>
                      <a:pt x="41903" y="46082"/>
                      <a:pt x="41903" y="51180"/>
                    </a:cubicBezTo>
                    <a:cubicBezTo>
                      <a:pt x="41903" y="56278"/>
                      <a:pt x="46048" y="60458"/>
                      <a:pt x="51180" y="60458"/>
                    </a:cubicBezTo>
                    <a:cubicBezTo>
                      <a:pt x="56312" y="60458"/>
                      <a:pt x="60458" y="56312"/>
                      <a:pt x="60458" y="51180"/>
                    </a:cubicBezTo>
                    <a:cubicBezTo>
                      <a:pt x="60458" y="46048"/>
                      <a:pt x="56312" y="41936"/>
                      <a:pt x="51180" y="41936"/>
                    </a:cubicBezTo>
                    <a:lnTo>
                      <a:pt x="51180" y="41936"/>
                    </a:lnTo>
                    <a:close/>
                    <a:moveTo>
                      <a:pt x="57263" y="30110"/>
                    </a:moveTo>
                    <a:cubicBezTo>
                      <a:pt x="64502" y="32183"/>
                      <a:pt x="70177" y="37892"/>
                      <a:pt x="72284" y="45097"/>
                    </a:cubicBezTo>
                    <a:lnTo>
                      <a:pt x="89073" y="45097"/>
                    </a:lnTo>
                    <a:cubicBezTo>
                      <a:pt x="86490" y="28784"/>
                      <a:pt x="73576" y="15905"/>
                      <a:pt x="57297" y="13322"/>
                    </a:cubicBezTo>
                    <a:lnTo>
                      <a:pt x="57297" y="30110"/>
                    </a:lnTo>
                    <a:lnTo>
                      <a:pt x="57297" y="30110"/>
                    </a:lnTo>
                    <a:close/>
                    <a:moveTo>
                      <a:pt x="72284" y="57263"/>
                    </a:moveTo>
                    <a:cubicBezTo>
                      <a:pt x="70177" y="64502"/>
                      <a:pt x="64502" y="70177"/>
                      <a:pt x="57263" y="72284"/>
                    </a:cubicBezTo>
                    <a:lnTo>
                      <a:pt x="57263" y="89072"/>
                    </a:lnTo>
                    <a:cubicBezTo>
                      <a:pt x="73576" y="86456"/>
                      <a:pt x="86456" y="73576"/>
                      <a:pt x="89038" y="57263"/>
                    </a:cubicBezTo>
                    <a:lnTo>
                      <a:pt x="72250" y="57263"/>
                    </a:lnTo>
                    <a:close/>
                    <a:moveTo>
                      <a:pt x="45131" y="72284"/>
                    </a:moveTo>
                    <a:cubicBezTo>
                      <a:pt x="37926" y="70177"/>
                      <a:pt x="32217" y="64502"/>
                      <a:pt x="30144" y="57263"/>
                    </a:cubicBezTo>
                    <a:lnTo>
                      <a:pt x="13356" y="57263"/>
                    </a:lnTo>
                    <a:cubicBezTo>
                      <a:pt x="15939" y="73576"/>
                      <a:pt x="28853" y="86456"/>
                      <a:pt x="45131" y="89072"/>
                    </a:cubicBezTo>
                    <a:lnTo>
                      <a:pt x="45131" y="72284"/>
                    </a:lnTo>
                    <a:lnTo>
                      <a:pt x="45131" y="72284"/>
                    </a:lnTo>
                    <a:close/>
                    <a:moveTo>
                      <a:pt x="30144" y="45131"/>
                    </a:moveTo>
                    <a:cubicBezTo>
                      <a:pt x="32217" y="37892"/>
                      <a:pt x="37926" y="32217"/>
                      <a:pt x="45131" y="30144"/>
                    </a:cubicBezTo>
                    <a:lnTo>
                      <a:pt x="45131" y="13356"/>
                    </a:lnTo>
                    <a:cubicBezTo>
                      <a:pt x="28853" y="15939"/>
                      <a:pt x="15939" y="28853"/>
                      <a:pt x="13356" y="45131"/>
                    </a:cubicBezTo>
                    <a:lnTo>
                      <a:pt x="30144" y="4513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19"/>
              <p:cNvSpPr/>
              <p:nvPr/>
            </p:nvSpPr>
            <p:spPr>
              <a:xfrm>
                <a:off x="2208836" y="2598499"/>
                <a:ext cx="63822" cy="79828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79828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79829"/>
                    </a:lnTo>
                    <a:lnTo>
                      <a:pt x="0" y="7982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3" name="Google Shape;853;p19"/>
              <p:cNvSpPr/>
              <p:nvPr/>
            </p:nvSpPr>
            <p:spPr>
              <a:xfrm>
                <a:off x="2208836" y="2608729"/>
                <a:ext cx="63822" cy="11418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11418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11419"/>
                    </a:lnTo>
                    <a:lnTo>
                      <a:pt x="0" y="11419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" name="Google Shape;854;p19"/>
              <p:cNvSpPr/>
              <p:nvPr/>
            </p:nvSpPr>
            <p:spPr>
              <a:xfrm>
                <a:off x="2195175" y="2568219"/>
                <a:ext cx="25623" cy="143107"/>
              </a:xfrm>
              <a:custGeom>
                <a:avLst/>
                <a:gdLst/>
                <a:ahLst/>
                <a:cxnLst/>
                <a:rect l="l" t="t" r="r" b="b"/>
                <a:pathLst>
                  <a:path w="25623" h="143107" extrusionOk="0">
                    <a:moveTo>
                      <a:pt x="0" y="34"/>
                    </a:moveTo>
                    <a:lnTo>
                      <a:pt x="12812" y="34"/>
                    </a:lnTo>
                    <a:cubicBezTo>
                      <a:pt x="19847" y="34"/>
                      <a:pt x="25624" y="5811"/>
                      <a:pt x="25624" y="12846"/>
                    </a:cubicBezTo>
                    <a:lnTo>
                      <a:pt x="25624" y="130295"/>
                    </a:lnTo>
                    <a:cubicBezTo>
                      <a:pt x="25624" y="137330"/>
                      <a:pt x="19847" y="143107"/>
                      <a:pt x="12812" y="143107"/>
                    </a:cubicBezTo>
                    <a:lnTo>
                      <a:pt x="0" y="1431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5" name="Google Shape;855;p19"/>
              <p:cNvSpPr/>
              <p:nvPr/>
            </p:nvSpPr>
            <p:spPr>
              <a:xfrm>
                <a:off x="2195175" y="2634387"/>
                <a:ext cx="25623" cy="76974"/>
              </a:xfrm>
              <a:custGeom>
                <a:avLst/>
                <a:gdLst/>
                <a:ahLst/>
                <a:cxnLst/>
                <a:rect l="l" t="t" r="r" b="b"/>
                <a:pathLst>
                  <a:path w="25623" h="76974" extrusionOk="0">
                    <a:moveTo>
                      <a:pt x="25624" y="0"/>
                    </a:moveTo>
                    <a:lnTo>
                      <a:pt x="25624" y="64162"/>
                    </a:lnTo>
                    <a:cubicBezTo>
                      <a:pt x="25624" y="71197"/>
                      <a:pt x="19847" y="76974"/>
                      <a:pt x="12812" y="76974"/>
                    </a:cubicBezTo>
                    <a:lnTo>
                      <a:pt x="0" y="76974"/>
                    </a:lnTo>
                    <a:lnTo>
                      <a:pt x="0" y="0"/>
                    </a:lnTo>
                    <a:lnTo>
                      <a:pt x="25624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6" name="Google Shape;856;p19"/>
              <p:cNvSpPr/>
              <p:nvPr/>
            </p:nvSpPr>
            <p:spPr>
              <a:xfrm>
                <a:off x="2350924" y="2627556"/>
                <a:ext cx="19982" cy="19948"/>
              </a:xfrm>
              <a:custGeom>
                <a:avLst/>
                <a:gdLst/>
                <a:ahLst/>
                <a:cxnLst/>
                <a:rect l="l" t="t" r="r" b="b"/>
                <a:pathLst>
                  <a:path w="19982" h="19948" extrusionOk="0">
                    <a:moveTo>
                      <a:pt x="9991" y="19949"/>
                    </a:moveTo>
                    <a:cubicBezTo>
                      <a:pt x="15463" y="19949"/>
                      <a:pt x="19983" y="15463"/>
                      <a:pt x="19983" y="9958"/>
                    </a:cubicBezTo>
                    <a:cubicBezTo>
                      <a:pt x="19983" y="4452"/>
                      <a:pt x="15497" y="0"/>
                      <a:pt x="9991" y="0"/>
                    </a:cubicBezTo>
                    <a:cubicBezTo>
                      <a:pt x="4486" y="0"/>
                      <a:pt x="0" y="4486"/>
                      <a:pt x="0" y="9958"/>
                    </a:cubicBezTo>
                    <a:cubicBezTo>
                      <a:pt x="0" y="15429"/>
                      <a:pt x="4486" y="19949"/>
                      <a:pt x="9991" y="199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57" name="Google Shape;857;p19"/>
            <p:cNvGrpSpPr/>
            <p:nvPr/>
          </p:nvGrpSpPr>
          <p:grpSpPr>
            <a:xfrm rot="10800000">
              <a:off x="8355930" y="-6637"/>
              <a:ext cx="797040" cy="894936"/>
              <a:chOff x="2566931" y="3410935"/>
              <a:chExt cx="372431" cy="418175"/>
            </a:xfrm>
          </p:grpSpPr>
          <p:sp>
            <p:nvSpPr>
              <p:cNvPr id="858" name="Google Shape;858;p19"/>
              <p:cNvSpPr/>
              <p:nvPr/>
            </p:nvSpPr>
            <p:spPr>
              <a:xfrm>
                <a:off x="2609275" y="3461469"/>
                <a:ext cx="282748" cy="326349"/>
              </a:xfrm>
              <a:custGeom>
                <a:avLst/>
                <a:gdLst/>
                <a:ahLst/>
                <a:cxnLst/>
                <a:rect l="l" t="t" r="r" b="b"/>
                <a:pathLst>
                  <a:path w="282748" h="326349" extrusionOk="0">
                    <a:moveTo>
                      <a:pt x="34" y="34"/>
                    </a:moveTo>
                    <a:lnTo>
                      <a:pt x="36329" y="34"/>
                    </a:lnTo>
                    <a:cubicBezTo>
                      <a:pt x="171858" y="34"/>
                      <a:pt x="282748" y="110924"/>
                      <a:pt x="282748" y="246453"/>
                    </a:cubicBezTo>
                    <a:lnTo>
                      <a:pt x="282748" y="326350"/>
                    </a:lnTo>
                    <a:lnTo>
                      <a:pt x="148273" y="326350"/>
                    </a:lnTo>
                    <a:lnTo>
                      <a:pt x="148273" y="292739"/>
                    </a:lnTo>
                    <a:cubicBezTo>
                      <a:pt x="148273" y="173625"/>
                      <a:pt x="87815" y="126387"/>
                      <a:pt x="0" y="12924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" name="Google Shape;859;p19"/>
              <p:cNvSpPr/>
              <p:nvPr/>
            </p:nvSpPr>
            <p:spPr>
              <a:xfrm>
                <a:off x="2609275" y="3508536"/>
                <a:ext cx="223411" cy="279317"/>
              </a:xfrm>
              <a:custGeom>
                <a:avLst/>
                <a:gdLst/>
                <a:ahLst/>
                <a:cxnLst/>
                <a:rect l="l" t="t" r="r" b="b"/>
                <a:pathLst>
                  <a:path w="223411" h="279317" extrusionOk="0">
                    <a:moveTo>
                      <a:pt x="223412" y="279317"/>
                    </a:moveTo>
                    <a:lnTo>
                      <a:pt x="148273" y="279317"/>
                    </a:lnTo>
                    <a:lnTo>
                      <a:pt x="148273" y="245707"/>
                    </a:lnTo>
                    <a:cubicBezTo>
                      <a:pt x="148273" y="126592"/>
                      <a:pt x="87815" y="79355"/>
                      <a:pt x="0" y="82209"/>
                    </a:cubicBezTo>
                    <a:lnTo>
                      <a:pt x="0" y="36"/>
                    </a:lnTo>
                    <a:cubicBezTo>
                      <a:pt x="191976" y="-2343"/>
                      <a:pt x="223378" y="115174"/>
                      <a:pt x="223378" y="245367"/>
                    </a:cubicBezTo>
                    <a:lnTo>
                      <a:pt x="223378" y="27931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19"/>
              <p:cNvSpPr/>
              <p:nvPr/>
            </p:nvSpPr>
            <p:spPr>
              <a:xfrm>
                <a:off x="2566965" y="3410935"/>
                <a:ext cx="42752" cy="238602"/>
              </a:xfrm>
              <a:custGeom>
                <a:avLst/>
                <a:gdLst/>
                <a:ahLst/>
                <a:cxnLst/>
                <a:rect l="l" t="t" r="r" b="b"/>
                <a:pathLst>
                  <a:path w="42752" h="238602" extrusionOk="0">
                    <a:moveTo>
                      <a:pt x="0" y="0"/>
                    </a:moveTo>
                    <a:lnTo>
                      <a:pt x="21376" y="0"/>
                    </a:lnTo>
                    <a:cubicBezTo>
                      <a:pt x="33135" y="0"/>
                      <a:pt x="42752" y="9617"/>
                      <a:pt x="42752" y="21376"/>
                    </a:cubicBezTo>
                    <a:lnTo>
                      <a:pt x="42752" y="217227"/>
                    </a:lnTo>
                    <a:cubicBezTo>
                      <a:pt x="42752" y="228985"/>
                      <a:pt x="33135" y="238603"/>
                      <a:pt x="21376" y="238603"/>
                    </a:cubicBezTo>
                    <a:lnTo>
                      <a:pt x="0" y="238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19"/>
              <p:cNvSpPr/>
              <p:nvPr/>
            </p:nvSpPr>
            <p:spPr>
              <a:xfrm>
                <a:off x="2566931" y="3521213"/>
                <a:ext cx="42752" cy="128324"/>
              </a:xfrm>
              <a:custGeom>
                <a:avLst/>
                <a:gdLst/>
                <a:ahLst/>
                <a:cxnLst/>
                <a:rect l="l" t="t" r="r" b="b"/>
                <a:pathLst>
                  <a:path w="42752" h="128324" extrusionOk="0">
                    <a:moveTo>
                      <a:pt x="42752" y="0"/>
                    </a:moveTo>
                    <a:lnTo>
                      <a:pt x="42752" y="106948"/>
                    </a:lnTo>
                    <a:cubicBezTo>
                      <a:pt x="42752" y="118707"/>
                      <a:pt x="33135" y="128324"/>
                      <a:pt x="21376" y="128324"/>
                    </a:cubicBezTo>
                    <a:lnTo>
                      <a:pt x="0" y="128324"/>
                    </a:lnTo>
                    <a:lnTo>
                      <a:pt x="0" y="0"/>
                    </a:lnTo>
                    <a:lnTo>
                      <a:pt x="42718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2" name="Google Shape;862;p19"/>
              <p:cNvSpPr/>
              <p:nvPr/>
            </p:nvSpPr>
            <p:spPr>
              <a:xfrm>
                <a:off x="2700760" y="3786392"/>
                <a:ext cx="238602" cy="42718"/>
              </a:xfrm>
              <a:custGeom>
                <a:avLst/>
                <a:gdLst/>
                <a:ahLst/>
                <a:cxnLst/>
                <a:rect l="l" t="t" r="r" b="b"/>
                <a:pathLst>
                  <a:path w="238602" h="42718" extrusionOk="0">
                    <a:moveTo>
                      <a:pt x="0" y="42718"/>
                    </a:moveTo>
                    <a:lnTo>
                      <a:pt x="0" y="21342"/>
                    </a:lnTo>
                    <a:cubicBezTo>
                      <a:pt x="0" y="9618"/>
                      <a:pt x="9618" y="0"/>
                      <a:pt x="21376" y="0"/>
                    </a:cubicBezTo>
                    <a:lnTo>
                      <a:pt x="217227" y="0"/>
                    </a:lnTo>
                    <a:cubicBezTo>
                      <a:pt x="228985" y="0"/>
                      <a:pt x="238603" y="9618"/>
                      <a:pt x="238603" y="21342"/>
                    </a:cubicBezTo>
                    <a:lnTo>
                      <a:pt x="238603" y="42718"/>
                    </a:lnTo>
                    <a:lnTo>
                      <a:pt x="0" y="4271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19"/>
              <p:cNvSpPr/>
              <p:nvPr/>
            </p:nvSpPr>
            <p:spPr>
              <a:xfrm>
                <a:off x="2811005" y="3786392"/>
                <a:ext cx="128324" cy="42718"/>
              </a:xfrm>
              <a:custGeom>
                <a:avLst/>
                <a:gdLst/>
                <a:ahLst/>
                <a:cxnLst/>
                <a:rect l="l" t="t" r="r" b="b"/>
                <a:pathLst>
                  <a:path w="128324" h="42718" extrusionOk="0">
                    <a:moveTo>
                      <a:pt x="0" y="0"/>
                    </a:moveTo>
                    <a:lnTo>
                      <a:pt x="106948" y="0"/>
                    </a:lnTo>
                    <a:cubicBezTo>
                      <a:pt x="118707" y="0"/>
                      <a:pt x="128324" y="9618"/>
                      <a:pt x="128324" y="21342"/>
                    </a:cubicBezTo>
                    <a:lnTo>
                      <a:pt x="128324" y="42718"/>
                    </a:lnTo>
                    <a:lnTo>
                      <a:pt x="0" y="427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_1"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0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866" name="Google Shape;866;p20"/>
          <p:cNvGrpSpPr/>
          <p:nvPr/>
        </p:nvGrpSpPr>
        <p:grpSpPr>
          <a:xfrm>
            <a:off x="8304146" y="493389"/>
            <a:ext cx="978840" cy="4870897"/>
            <a:chOff x="8304146" y="493389"/>
            <a:chExt cx="978840" cy="4870897"/>
          </a:xfrm>
        </p:grpSpPr>
        <p:grpSp>
          <p:nvGrpSpPr>
            <p:cNvPr id="867" name="Google Shape;867;p20"/>
            <p:cNvGrpSpPr/>
            <p:nvPr/>
          </p:nvGrpSpPr>
          <p:grpSpPr>
            <a:xfrm flipH="1">
              <a:off x="8304146" y="3445348"/>
              <a:ext cx="978840" cy="1918938"/>
              <a:chOff x="5261279" y="1944386"/>
              <a:chExt cx="343549" cy="673501"/>
            </a:xfrm>
          </p:grpSpPr>
          <p:sp>
            <p:nvSpPr>
              <p:cNvPr id="868" name="Google Shape;868;p20"/>
              <p:cNvSpPr/>
              <p:nvPr/>
            </p:nvSpPr>
            <p:spPr>
              <a:xfrm rot="1397564">
                <a:off x="5484957" y="2325472"/>
                <a:ext cx="77637" cy="116565"/>
              </a:xfrm>
              <a:custGeom>
                <a:avLst/>
                <a:gdLst/>
                <a:ahLst/>
                <a:cxnLst/>
                <a:rect l="l" t="t" r="r" b="b"/>
                <a:pathLst>
                  <a:path w="77721" h="116692" extrusionOk="0">
                    <a:moveTo>
                      <a:pt x="1750" y="594"/>
                    </a:moveTo>
                    <a:lnTo>
                      <a:pt x="1750" y="594"/>
                    </a:lnTo>
                    <a:cubicBezTo>
                      <a:pt x="-17" y="1716"/>
                      <a:pt x="-527" y="4095"/>
                      <a:pt x="594" y="5862"/>
                    </a:cubicBezTo>
                    <a:lnTo>
                      <a:pt x="70704" y="114951"/>
                    </a:lnTo>
                    <a:cubicBezTo>
                      <a:pt x="71825" y="116718"/>
                      <a:pt x="74204" y="117228"/>
                      <a:pt x="75971" y="116073"/>
                    </a:cubicBezTo>
                    <a:lnTo>
                      <a:pt x="75971" y="116073"/>
                    </a:lnTo>
                    <a:cubicBezTo>
                      <a:pt x="77738" y="114951"/>
                      <a:pt x="78248" y="112572"/>
                      <a:pt x="77127" y="110805"/>
                    </a:cubicBezTo>
                    <a:lnTo>
                      <a:pt x="7017" y="1750"/>
                    </a:lnTo>
                    <a:cubicBezTo>
                      <a:pt x="5896" y="-17"/>
                      <a:pt x="3517" y="-527"/>
                      <a:pt x="1750" y="59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" name="Google Shape;869;p20"/>
              <p:cNvSpPr/>
              <p:nvPr/>
            </p:nvSpPr>
            <p:spPr>
              <a:xfrm rot="1397564">
                <a:off x="5507184" y="2468622"/>
                <a:ext cx="77762" cy="116588"/>
              </a:xfrm>
              <a:custGeom>
                <a:avLst/>
                <a:gdLst/>
                <a:ahLst/>
                <a:cxnLst/>
                <a:rect l="l" t="t" r="r" b="b"/>
                <a:pathLst>
                  <a:path w="77846" h="116715" extrusionOk="0">
                    <a:moveTo>
                      <a:pt x="655" y="5879"/>
                    </a:moveTo>
                    <a:lnTo>
                      <a:pt x="70764" y="114934"/>
                    </a:lnTo>
                    <a:cubicBezTo>
                      <a:pt x="73517" y="119182"/>
                      <a:pt x="79906" y="115036"/>
                      <a:pt x="77187" y="110822"/>
                    </a:cubicBezTo>
                    <a:lnTo>
                      <a:pt x="7078" y="1767"/>
                    </a:lnTo>
                    <a:cubicBezTo>
                      <a:pt x="4393" y="-2447"/>
                      <a:pt x="-2064" y="1665"/>
                      <a:pt x="655" y="587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20"/>
              <p:cNvSpPr/>
              <p:nvPr/>
            </p:nvSpPr>
            <p:spPr>
              <a:xfrm>
                <a:off x="5354429" y="1998445"/>
                <a:ext cx="119182" cy="517957"/>
              </a:xfrm>
              <a:custGeom>
                <a:avLst/>
                <a:gdLst/>
                <a:ahLst/>
                <a:cxnLst/>
                <a:rect l="l" t="t" r="r" b="b"/>
                <a:pathLst>
                  <a:path w="119182" h="334166" extrusionOk="0">
                    <a:moveTo>
                      <a:pt x="0" y="332399"/>
                    </a:moveTo>
                    <a:lnTo>
                      <a:pt x="119182" y="334166"/>
                    </a:lnTo>
                    <a:lnTo>
                      <a:pt x="92913" y="884"/>
                    </a:lnTo>
                    <a:lnTo>
                      <a:pt x="34868" y="0"/>
                    </a:lnTo>
                    <a:lnTo>
                      <a:pt x="0" y="33239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20"/>
              <p:cNvSpPr/>
              <p:nvPr/>
            </p:nvSpPr>
            <p:spPr>
              <a:xfrm>
                <a:off x="5302407" y="2467426"/>
                <a:ext cx="216899" cy="110666"/>
              </a:xfrm>
              <a:custGeom>
                <a:avLst/>
                <a:gdLst/>
                <a:ahLst/>
                <a:cxnLst/>
                <a:rect l="l" t="t" r="r" b="b"/>
                <a:pathLst>
                  <a:path w="216899" h="110666" extrusionOk="0">
                    <a:moveTo>
                      <a:pt x="132118" y="2665"/>
                    </a:moveTo>
                    <a:cubicBezTo>
                      <a:pt x="183367" y="14117"/>
                      <a:pt x="217962" y="60132"/>
                      <a:pt x="216875" y="110666"/>
                    </a:cubicBezTo>
                    <a:lnTo>
                      <a:pt x="22" y="110666"/>
                    </a:lnTo>
                    <a:cubicBezTo>
                      <a:pt x="-148" y="102136"/>
                      <a:pt x="668" y="93470"/>
                      <a:pt x="2639" y="84804"/>
                    </a:cubicBezTo>
                    <a:cubicBezTo>
                      <a:pt x="15688" y="26352"/>
                      <a:pt x="73700" y="-10419"/>
                      <a:pt x="132118" y="26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2" name="Google Shape;872;p20"/>
              <p:cNvSpPr/>
              <p:nvPr/>
            </p:nvSpPr>
            <p:spPr>
              <a:xfrm rot="3786509">
                <a:off x="5361080" y="2010522"/>
                <a:ext cx="185458" cy="93721"/>
              </a:xfrm>
              <a:custGeom>
                <a:avLst/>
                <a:gdLst/>
                <a:ahLst/>
                <a:cxnLst/>
                <a:rect l="l" t="t" r="r" b="b"/>
                <a:pathLst>
                  <a:path w="236291" h="100389" extrusionOk="0">
                    <a:moveTo>
                      <a:pt x="11589" y="0"/>
                    </a:moveTo>
                    <a:lnTo>
                      <a:pt x="0" y="97738"/>
                    </a:lnTo>
                    <a:lnTo>
                      <a:pt x="230650" y="100389"/>
                    </a:lnTo>
                    <a:lnTo>
                      <a:pt x="236292" y="52777"/>
                    </a:lnTo>
                    <a:lnTo>
                      <a:pt x="1158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20"/>
              <p:cNvSpPr/>
              <p:nvPr/>
            </p:nvSpPr>
            <p:spPr>
              <a:xfrm>
                <a:off x="5370079" y="1944386"/>
                <a:ext cx="98572" cy="98571"/>
              </a:xfrm>
              <a:custGeom>
                <a:avLst/>
                <a:gdLst/>
                <a:ahLst/>
                <a:cxnLst/>
                <a:rect l="l" t="t" r="r" b="b"/>
                <a:pathLst>
                  <a:path w="98572" h="98571" extrusionOk="0">
                    <a:moveTo>
                      <a:pt x="98227" y="55067"/>
                    </a:moveTo>
                    <a:cubicBezTo>
                      <a:pt x="95032" y="82084"/>
                      <a:pt x="70495" y="101421"/>
                      <a:pt x="43478" y="98227"/>
                    </a:cubicBezTo>
                    <a:cubicBezTo>
                      <a:pt x="16461" y="95032"/>
                      <a:pt x="-2876" y="70529"/>
                      <a:pt x="352" y="43478"/>
                    </a:cubicBezTo>
                    <a:cubicBezTo>
                      <a:pt x="3547" y="16461"/>
                      <a:pt x="28083" y="-2876"/>
                      <a:pt x="55100" y="352"/>
                    </a:cubicBezTo>
                    <a:cubicBezTo>
                      <a:pt x="82118" y="3547"/>
                      <a:pt x="101421" y="28049"/>
                      <a:pt x="98227" y="5510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20"/>
              <p:cNvSpPr/>
              <p:nvPr/>
            </p:nvSpPr>
            <p:spPr>
              <a:xfrm rot="1651514">
                <a:off x="5433706" y="2149644"/>
                <a:ext cx="117064" cy="132403"/>
              </a:xfrm>
              <a:custGeom>
                <a:avLst/>
                <a:gdLst/>
                <a:ahLst/>
                <a:cxnLst/>
                <a:rect l="l" t="t" r="r" b="b"/>
                <a:pathLst>
                  <a:path w="116973" h="132300" extrusionOk="0">
                    <a:moveTo>
                      <a:pt x="47544" y="0"/>
                    </a:moveTo>
                    <a:lnTo>
                      <a:pt x="0" y="38198"/>
                    </a:lnTo>
                    <a:lnTo>
                      <a:pt x="111196" y="132300"/>
                    </a:lnTo>
                    <a:lnTo>
                      <a:pt x="116974" y="127645"/>
                    </a:lnTo>
                    <a:lnTo>
                      <a:pt x="4754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20"/>
              <p:cNvSpPr/>
              <p:nvPr/>
            </p:nvSpPr>
            <p:spPr>
              <a:xfrm rot="1651514">
                <a:off x="5435834" y="2112422"/>
                <a:ext cx="85828" cy="85822"/>
              </a:xfrm>
              <a:custGeom>
                <a:avLst/>
                <a:gdLst/>
                <a:ahLst/>
                <a:cxnLst/>
                <a:rect l="l" t="t" r="r" b="b"/>
                <a:pathLst>
                  <a:path w="85761" h="85755" extrusionOk="0">
                    <a:moveTo>
                      <a:pt x="85466" y="47907"/>
                    </a:moveTo>
                    <a:cubicBezTo>
                      <a:pt x="82680" y="71424"/>
                      <a:pt x="61338" y="88212"/>
                      <a:pt x="37821" y="85460"/>
                    </a:cubicBezTo>
                    <a:cubicBezTo>
                      <a:pt x="14304" y="82673"/>
                      <a:pt x="-2485" y="61331"/>
                      <a:pt x="302" y="37848"/>
                    </a:cubicBezTo>
                    <a:cubicBezTo>
                      <a:pt x="3089" y="14331"/>
                      <a:pt x="24431" y="-2457"/>
                      <a:pt x="47914" y="295"/>
                    </a:cubicBezTo>
                    <a:cubicBezTo>
                      <a:pt x="71431" y="3082"/>
                      <a:pt x="88219" y="24424"/>
                      <a:pt x="85466" y="479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20"/>
              <p:cNvSpPr/>
              <p:nvPr/>
            </p:nvSpPr>
            <p:spPr>
              <a:xfrm rot="1770831">
                <a:off x="5484845" y="2270187"/>
                <a:ext cx="49400" cy="49399"/>
              </a:xfrm>
              <a:custGeom>
                <a:avLst/>
                <a:gdLst/>
                <a:ahLst/>
                <a:cxnLst/>
                <a:rect l="l" t="t" r="r" b="b"/>
                <a:pathLst>
                  <a:path w="49413" h="49412" extrusionOk="0">
                    <a:moveTo>
                      <a:pt x="24707" y="49413"/>
                    </a:moveTo>
                    <a:cubicBezTo>
                      <a:pt x="38300" y="49413"/>
                      <a:pt x="49413" y="38334"/>
                      <a:pt x="49413" y="24706"/>
                    </a:cubicBezTo>
                    <a:cubicBezTo>
                      <a:pt x="49413" y="11079"/>
                      <a:pt x="38300" y="0"/>
                      <a:pt x="24707" y="0"/>
                    </a:cubicBezTo>
                    <a:cubicBezTo>
                      <a:pt x="11113" y="0"/>
                      <a:pt x="0" y="11113"/>
                      <a:pt x="0" y="24706"/>
                    </a:cubicBezTo>
                    <a:cubicBezTo>
                      <a:pt x="0" y="38300"/>
                      <a:pt x="11113" y="49413"/>
                      <a:pt x="24707" y="4941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20"/>
              <p:cNvSpPr/>
              <p:nvPr/>
            </p:nvSpPr>
            <p:spPr>
              <a:xfrm>
                <a:off x="5365673" y="2494967"/>
                <a:ext cx="92980" cy="78095"/>
              </a:xfrm>
              <a:custGeom>
                <a:avLst/>
                <a:gdLst/>
                <a:ahLst/>
                <a:cxnLst/>
                <a:rect l="l" t="t" r="r" b="b"/>
                <a:pathLst>
                  <a:path w="92980" h="78095" extrusionOk="0">
                    <a:moveTo>
                      <a:pt x="45165" y="0"/>
                    </a:moveTo>
                    <a:cubicBezTo>
                      <a:pt x="28445" y="0"/>
                      <a:pt x="12914" y="5064"/>
                      <a:pt x="0" y="13764"/>
                    </a:cubicBezTo>
                    <a:lnTo>
                      <a:pt x="45165" y="78095"/>
                    </a:lnTo>
                    <a:lnTo>
                      <a:pt x="92981" y="15599"/>
                    </a:lnTo>
                    <a:cubicBezTo>
                      <a:pt x="79591" y="5777"/>
                      <a:pt x="63075" y="0"/>
                      <a:pt x="4519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20"/>
              <p:cNvSpPr/>
              <p:nvPr/>
            </p:nvSpPr>
            <p:spPr>
              <a:xfrm>
                <a:off x="5261279" y="2544652"/>
                <a:ext cx="305576" cy="73235"/>
              </a:xfrm>
              <a:custGeom>
                <a:avLst/>
                <a:gdLst/>
                <a:ahLst/>
                <a:cxnLst/>
                <a:rect l="l" t="t" r="r" b="b"/>
                <a:pathLst>
                  <a:path w="305576" h="73235" extrusionOk="0">
                    <a:moveTo>
                      <a:pt x="271665" y="0"/>
                    </a:moveTo>
                    <a:lnTo>
                      <a:pt x="33912" y="0"/>
                    </a:lnTo>
                    <a:cubicBezTo>
                      <a:pt x="-11321" y="0"/>
                      <a:pt x="-11287" y="73236"/>
                      <a:pt x="33912" y="73236"/>
                    </a:cubicBezTo>
                    <a:lnTo>
                      <a:pt x="271665" y="73236"/>
                    </a:lnTo>
                    <a:cubicBezTo>
                      <a:pt x="316864" y="73236"/>
                      <a:pt x="316898" y="0"/>
                      <a:pt x="2716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20"/>
              <p:cNvSpPr/>
              <p:nvPr/>
            </p:nvSpPr>
            <p:spPr>
              <a:xfrm rot="1770831">
                <a:off x="5504032" y="2285456"/>
                <a:ext cx="16579" cy="16579"/>
              </a:xfrm>
              <a:custGeom>
                <a:avLst/>
                <a:gdLst/>
                <a:ahLst/>
                <a:cxnLst/>
                <a:rect l="l" t="t" r="r" b="b"/>
                <a:pathLst>
                  <a:path w="16584" h="16584" extrusionOk="0">
                    <a:moveTo>
                      <a:pt x="8292" y="16584"/>
                    </a:moveTo>
                    <a:cubicBezTo>
                      <a:pt x="12846" y="16584"/>
                      <a:pt x="16584" y="12846"/>
                      <a:pt x="16584" y="8292"/>
                    </a:cubicBezTo>
                    <a:cubicBezTo>
                      <a:pt x="16584" y="3738"/>
                      <a:pt x="12846" y="0"/>
                      <a:pt x="8292" y="0"/>
                    </a:cubicBezTo>
                    <a:cubicBezTo>
                      <a:pt x="3738" y="0"/>
                      <a:pt x="0" y="3738"/>
                      <a:pt x="0" y="8292"/>
                    </a:cubicBezTo>
                    <a:cubicBezTo>
                      <a:pt x="0" y="12846"/>
                      <a:pt x="3738" y="16584"/>
                      <a:pt x="8292" y="1658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0" name="Google Shape;880;p20"/>
              <p:cNvSpPr/>
              <p:nvPr/>
            </p:nvSpPr>
            <p:spPr>
              <a:xfrm rot="1651514">
                <a:off x="5462903" y="2138782"/>
                <a:ext cx="34486" cy="34486"/>
              </a:xfrm>
              <a:custGeom>
                <a:avLst/>
                <a:gdLst/>
                <a:ahLst/>
                <a:cxnLst/>
                <a:rect l="l" t="t" r="r" b="b"/>
                <a:pathLst>
                  <a:path w="34459" h="34459" extrusionOk="0">
                    <a:moveTo>
                      <a:pt x="17230" y="34460"/>
                    </a:moveTo>
                    <a:cubicBezTo>
                      <a:pt x="26712" y="34460"/>
                      <a:pt x="34460" y="26712"/>
                      <a:pt x="34460" y="17230"/>
                    </a:cubicBezTo>
                    <a:cubicBezTo>
                      <a:pt x="34460" y="7748"/>
                      <a:pt x="26712" y="0"/>
                      <a:pt x="17230" y="0"/>
                    </a:cubicBezTo>
                    <a:cubicBezTo>
                      <a:pt x="7748" y="0"/>
                      <a:pt x="0" y="7748"/>
                      <a:pt x="0" y="17230"/>
                    </a:cubicBezTo>
                    <a:cubicBezTo>
                      <a:pt x="0" y="26712"/>
                      <a:pt x="7748" y="34460"/>
                      <a:pt x="17230" y="3446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1" name="Google Shape;881;p20"/>
              <p:cNvSpPr/>
              <p:nvPr/>
            </p:nvSpPr>
            <p:spPr>
              <a:xfrm>
                <a:off x="5401085" y="1976242"/>
                <a:ext cx="34459" cy="34459"/>
              </a:xfrm>
              <a:custGeom>
                <a:avLst/>
                <a:gdLst/>
                <a:ahLst/>
                <a:cxnLst/>
                <a:rect l="l" t="t" r="r" b="b"/>
                <a:pathLst>
                  <a:path w="34459" h="34459" extrusionOk="0">
                    <a:moveTo>
                      <a:pt x="17230" y="34460"/>
                    </a:moveTo>
                    <a:cubicBezTo>
                      <a:pt x="26711" y="34460"/>
                      <a:pt x="34460" y="26711"/>
                      <a:pt x="34460" y="17230"/>
                    </a:cubicBezTo>
                    <a:cubicBezTo>
                      <a:pt x="34460" y="7748"/>
                      <a:pt x="26711" y="0"/>
                      <a:pt x="17230" y="0"/>
                    </a:cubicBezTo>
                    <a:cubicBezTo>
                      <a:pt x="7748" y="0"/>
                      <a:pt x="0" y="7748"/>
                      <a:pt x="0" y="17230"/>
                    </a:cubicBezTo>
                    <a:cubicBezTo>
                      <a:pt x="0" y="26711"/>
                      <a:pt x="7748" y="34460"/>
                      <a:pt x="17230" y="3446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2" name="Google Shape;882;p20"/>
            <p:cNvGrpSpPr/>
            <p:nvPr/>
          </p:nvGrpSpPr>
          <p:grpSpPr>
            <a:xfrm flipH="1">
              <a:off x="8430748" y="493389"/>
              <a:ext cx="713247" cy="1298137"/>
              <a:chOff x="4380117" y="1824165"/>
              <a:chExt cx="226939" cy="437466"/>
            </a:xfrm>
          </p:grpSpPr>
          <p:sp>
            <p:nvSpPr>
              <p:cNvPr id="883" name="Google Shape;883;p20"/>
              <p:cNvSpPr/>
              <p:nvPr/>
            </p:nvSpPr>
            <p:spPr>
              <a:xfrm>
                <a:off x="4469971" y="2216942"/>
                <a:ext cx="57501" cy="44689"/>
              </a:xfrm>
              <a:custGeom>
                <a:avLst/>
                <a:gdLst/>
                <a:ahLst/>
                <a:cxnLst/>
                <a:rect l="l" t="t" r="r" b="b"/>
                <a:pathLst>
                  <a:path w="57501" h="44689" extrusionOk="0">
                    <a:moveTo>
                      <a:pt x="57501" y="0"/>
                    </a:moveTo>
                    <a:lnTo>
                      <a:pt x="0" y="0"/>
                    </a:lnTo>
                    <a:lnTo>
                      <a:pt x="18487" y="44689"/>
                    </a:lnTo>
                    <a:lnTo>
                      <a:pt x="38776" y="44689"/>
                    </a:lnTo>
                    <a:lnTo>
                      <a:pt x="575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" name="Google Shape;884;p20"/>
              <p:cNvSpPr/>
              <p:nvPr/>
            </p:nvSpPr>
            <p:spPr>
              <a:xfrm>
                <a:off x="4496614" y="2025306"/>
                <a:ext cx="110442" cy="191602"/>
              </a:xfrm>
              <a:custGeom>
                <a:avLst/>
                <a:gdLst/>
                <a:ahLst/>
                <a:cxnLst/>
                <a:rect l="l" t="t" r="r" b="b"/>
                <a:pathLst>
                  <a:path w="110442" h="191602" extrusionOk="0">
                    <a:moveTo>
                      <a:pt x="48054" y="0"/>
                    </a:moveTo>
                    <a:cubicBezTo>
                      <a:pt x="48054" y="0"/>
                      <a:pt x="106234" y="59574"/>
                      <a:pt x="110279" y="62973"/>
                    </a:cubicBezTo>
                    <a:cubicBezTo>
                      <a:pt x="114323" y="66337"/>
                      <a:pt x="41937" y="191603"/>
                      <a:pt x="41937" y="191603"/>
                    </a:cubicBezTo>
                    <a:lnTo>
                      <a:pt x="0" y="191603"/>
                    </a:lnTo>
                    <a:lnTo>
                      <a:pt x="0" y="8564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5" name="Google Shape;885;p20"/>
              <p:cNvSpPr/>
              <p:nvPr/>
            </p:nvSpPr>
            <p:spPr>
              <a:xfrm>
                <a:off x="4388719" y="2025306"/>
                <a:ext cx="110410" cy="191602"/>
              </a:xfrm>
              <a:custGeom>
                <a:avLst/>
                <a:gdLst/>
                <a:ahLst/>
                <a:cxnLst/>
                <a:rect l="l" t="t" r="r" b="b"/>
                <a:pathLst>
                  <a:path w="110410" h="191602" extrusionOk="0">
                    <a:moveTo>
                      <a:pt x="62391" y="0"/>
                    </a:moveTo>
                    <a:cubicBezTo>
                      <a:pt x="62391" y="0"/>
                      <a:pt x="4210" y="59574"/>
                      <a:pt x="166" y="62973"/>
                    </a:cubicBezTo>
                    <a:cubicBezTo>
                      <a:pt x="-3912" y="66337"/>
                      <a:pt x="68474" y="191603"/>
                      <a:pt x="68474" y="191603"/>
                    </a:cubicBezTo>
                    <a:lnTo>
                      <a:pt x="110410" y="191603"/>
                    </a:lnTo>
                    <a:lnTo>
                      <a:pt x="110410" y="8564"/>
                    </a:lnTo>
                    <a:lnTo>
                      <a:pt x="6239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6" name="Google Shape;886;p20"/>
              <p:cNvSpPr/>
              <p:nvPr/>
            </p:nvSpPr>
            <p:spPr>
              <a:xfrm>
                <a:off x="4381340" y="1840704"/>
                <a:ext cx="156938" cy="181135"/>
              </a:xfrm>
              <a:custGeom>
                <a:avLst/>
                <a:gdLst/>
                <a:ahLst/>
                <a:cxnLst/>
                <a:rect l="l" t="t" r="r" b="b"/>
                <a:pathLst>
                  <a:path w="156938" h="181135" extrusionOk="0">
                    <a:moveTo>
                      <a:pt x="0" y="0"/>
                    </a:moveTo>
                    <a:lnTo>
                      <a:pt x="20152" y="0"/>
                    </a:lnTo>
                    <a:cubicBezTo>
                      <a:pt x="95359" y="0"/>
                      <a:pt x="156939" y="61545"/>
                      <a:pt x="156939" y="136786"/>
                    </a:cubicBezTo>
                    <a:lnTo>
                      <a:pt x="156939" y="181136"/>
                    </a:lnTo>
                    <a:lnTo>
                      <a:pt x="82309" y="181136"/>
                    </a:lnTo>
                    <a:lnTo>
                      <a:pt x="82309" y="162478"/>
                    </a:lnTo>
                    <a:cubicBezTo>
                      <a:pt x="82309" y="94646"/>
                      <a:pt x="48733" y="70143"/>
                      <a:pt x="34" y="71741"/>
                    </a:cubicBez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" name="Google Shape;887;p20"/>
              <p:cNvSpPr/>
              <p:nvPr/>
            </p:nvSpPr>
            <p:spPr>
              <a:xfrm>
                <a:off x="4432079" y="2021024"/>
                <a:ext cx="132436" cy="23721"/>
              </a:xfrm>
              <a:custGeom>
                <a:avLst/>
                <a:gdLst/>
                <a:ahLst/>
                <a:cxnLst/>
                <a:rect l="l" t="t" r="r" b="b"/>
                <a:pathLst>
                  <a:path w="132436" h="23721" extrusionOk="0">
                    <a:moveTo>
                      <a:pt x="0" y="23721"/>
                    </a:moveTo>
                    <a:lnTo>
                      <a:pt x="0" y="11861"/>
                    </a:lnTo>
                    <a:cubicBezTo>
                      <a:pt x="0" y="5336"/>
                      <a:pt x="5336" y="0"/>
                      <a:pt x="11860" y="0"/>
                    </a:cubicBezTo>
                    <a:lnTo>
                      <a:pt x="120576" y="0"/>
                    </a:lnTo>
                    <a:cubicBezTo>
                      <a:pt x="127101" y="0"/>
                      <a:pt x="132436" y="5336"/>
                      <a:pt x="132436" y="11861"/>
                    </a:cubicBezTo>
                    <a:lnTo>
                      <a:pt x="132436" y="23721"/>
                    </a:lnTo>
                    <a:lnTo>
                      <a:pt x="0" y="2372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8" name="Google Shape;888;p20"/>
              <p:cNvSpPr/>
              <p:nvPr/>
            </p:nvSpPr>
            <p:spPr>
              <a:xfrm>
                <a:off x="4493284" y="2021024"/>
                <a:ext cx="71230" cy="23721"/>
              </a:xfrm>
              <a:custGeom>
                <a:avLst/>
                <a:gdLst/>
                <a:ahLst/>
                <a:cxnLst/>
                <a:rect l="l" t="t" r="r" b="b"/>
                <a:pathLst>
                  <a:path w="71230" h="23721" extrusionOk="0">
                    <a:moveTo>
                      <a:pt x="0" y="0"/>
                    </a:moveTo>
                    <a:lnTo>
                      <a:pt x="59370" y="0"/>
                    </a:lnTo>
                    <a:cubicBezTo>
                      <a:pt x="65895" y="0"/>
                      <a:pt x="71231" y="5336"/>
                      <a:pt x="71231" y="11861"/>
                    </a:cubicBezTo>
                    <a:lnTo>
                      <a:pt x="71231" y="23721"/>
                    </a:lnTo>
                    <a:lnTo>
                      <a:pt x="0" y="237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" name="Google Shape;889;p20"/>
              <p:cNvSpPr/>
              <p:nvPr/>
            </p:nvSpPr>
            <p:spPr>
              <a:xfrm>
                <a:off x="4453489" y="2009877"/>
                <a:ext cx="99131" cy="11248"/>
              </a:xfrm>
              <a:custGeom>
                <a:avLst/>
                <a:gdLst/>
                <a:ahLst/>
                <a:cxnLst/>
                <a:rect l="l" t="t" r="r" b="b"/>
                <a:pathLst>
                  <a:path w="99131" h="11248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15" y="11249"/>
                      <a:pt x="5607" y="11249"/>
                    </a:cubicBezTo>
                    <a:lnTo>
                      <a:pt x="93524" y="11249"/>
                    </a:lnTo>
                    <a:cubicBezTo>
                      <a:pt x="96617" y="11249"/>
                      <a:pt x="99131" y="8700"/>
                      <a:pt x="99131" y="5607"/>
                    </a:cubicBezTo>
                    <a:lnTo>
                      <a:pt x="99131" y="5607"/>
                    </a:lnTo>
                    <a:cubicBezTo>
                      <a:pt x="99131" y="2515"/>
                      <a:pt x="96583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" name="Google Shape;890;p20"/>
              <p:cNvSpPr/>
              <p:nvPr/>
            </p:nvSpPr>
            <p:spPr>
              <a:xfrm>
                <a:off x="4451585" y="1992137"/>
                <a:ext cx="99199" cy="11248"/>
              </a:xfrm>
              <a:custGeom>
                <a:avLst/>
                <a:gdLst/>
                <a:ahLst/>
                <a:cxnLst/>
                <a:rect l="l" t="t" r="r" b="b"/>
                <a:pathLst>
                  <a:path w="99199" h="11248" extrusionOk="0">
                    <a:moveTo>
                      <a:pt x="93558" y="34"/>
                    </a:moveTo>
                    <a:lnTo>
                      <a:pt x="5641" y="34"/>
                    </a:lnTo>
                    <a:cubicBezTo>
                      <a:pt x="2549" y="34"/>
                      <a:pt x="0" y="2549"/>
                      <a:pt x="0" y="5641"/>
                    </a:cubicBezTo>
                    <a:lnTo>
                      <a:pt x="0" y="5641"/>
                    </a:lnTo>
                    <a:cubicBezTo>
                      <a:pt x="0" y="8734"/>
                      <a:pt x="2549" y="11249"/>
                      <a:pt x="5641" y="11249"/>
                    </a:cubicBezTo>
                    <a:lnTo>
                      <a:pt x="93558" y="11249"/>
                    </a:lnTo>
                    <a:cubicBezTo>
                      <a:pt x="96651" y="11249"/>
                      <a:pt x="99200" y="8700"/>
                      <a:pt x="99200" y="5607"/>
                    </a:cubicBezTo>
                    <a:lnTo>
                      <a:pt x="99200" y="5607"/>
                    </a:lnTo>
                    <a:cubicBezTo>
                      <a:pt x="99200" y="2515"/>
                      <a:pt x="96685" y="0"/>
                      <a:pt x="935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" name="Google Shape;891;p20"/>
              <p:cNvSpPr/>
              <p:nvPr/>
            </p:nvSpPr>
            <p:spPr>
              <a:xfrm>
                <a:off x="4449751" y="1974466"/>
                <a:ext cx="99165" cy="11214"/>
              </a:xfrm>
              <a:custGeom>
                <a:avLst/>
                <a:gdLst/>
                <a:ahLst/>
                <a:cxnLst/>
                <a:rect l="l" t="t" r="r" b="b"/>
                <a:pathLst>
                  <a:path w="99165" h="11214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15" y="11215"/>
                      <a:pt x="5607" y="11215"/>
                    </a:cubicBezTo>
                    <a:lnTo>
                      <a:pt x="93524" y="11215"/>
                    </a:lnTo>
                    <a:cubicBezTo>
                      <a:pt x="96617" y="11215"/>
                      <a:pt x="99165" y="8666"/>
                      <a:pt x="99165" y="5607"/>
                    </a:cubicBezTo>
                    <a:lnTo>
                      <a:pt x="99165" y="5607"/>
                    </a:lnTo>
                    <a:cubicBezTo>
                      <a:pt x="99165" y="2515"/>
                      <a:pt x="96651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2" name="Google Shape;892;p20"/>
              <p:cNvSpPr/>
              <p:nvPr/>
            </p:nvSpPr>
            <p:spPr>
              <a:xfrm>
                <a:off x="4447881" y="1956760"/>
                <a:ext cx="99131" cy="11214"/>
              </a:xfrm>
              <a:custGeom>
                <a:avLst/>
                <a:gdLst/>
                <a:ahLst/>
                <a:cxnLst/>
                <a:rect l="l" t="t" r="r" b="b"/>
                <a:pathLst>
                  <a:path w="99131" h="11214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49" y="11215"/>
                      <a:pt x="5607" y="11215"/>
                    </a:cubicBezTo>
                    <a:lnTo>
                      <a:pt x="93524" y="11215"/>
                    </a:lnTo>
                    <a:cubicBezTo>
                      <a:pt x="96617" y="11215"/>
                      <a:pt x="99132" y="8700"/>
                      <a:pt x="99132" y="5607"/>
                    </a:cubicBezTo>
                    <a:lnTo>
                      <a:pt x="99132" y="5607"/>
                    </a:lnTo>
                    <a:cubicBezTo>
                      <a:pt x="99132" y="2515"/>
                      <a:pt x="96617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" name="Google Shape;893;p20"/>
              <p:cNvSpPr/>
              <p:nvPr/>
            </p:nvSpPr>
            <p:spPr>
              <a:xfrm>
                <a:off x="4446074" y="1936907"/>
                <a:ext cx="99074" cy="15507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15507" extrusionOk="0">
                    <a:moveTo>
                      <a:pt x="93156" y="6"/>
                    </a:moveTo>
                    <a:lnTo>
                      <a:pt x="5341" y="4288"/>
                    </a:lnTo>
                    <a:cubicBezTo>
                      <a:pt x="2249" y="4424"/>
                      <a:pt x="-130" y="7074"/>
                      <a:pt x="6" y="10167"/>
                    </a:cubicBezTo>
                    <a:lnTo>
                      <a:pt x="6" y="10167"/>
                    </a:lnTo>
                    <a:cubicBezTo>
                      <a:pt x="142" y="13259"/>
                      <a:pt x="2792" y="15638"/>
                      <a:pt x="5885" y="15502"/>
                    </a:cubicBezTo>
                    <a:lnTo>
                      <a:pt x="93734" y="11220"/>
                    </a:lnTo>
                    <a:cubicBezTo>
                      <a:pt x="96826" y="11084"/>
                      <a:pt x="99205" y="8434"/>
                      <a:pt x="99069" y="5341"/>
                    </a:cubicBezTo>
                    <a:lnTo>
                      <a:pt x="99069" y="5341"/>
                    </a:lnTo>
                    <a:cubicBezTo>
                      <a:pt x="98899" y="2249"/>
                      <a:pt x="96283" y="-130"/>
                      <a:pt x="93190" y="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20"/>
              <p:cNvSpPr/>
              <p:nvPr/>
            </p:nvSpPr>
            <p:spPr>
              <a:xfrm>
                <a:off x="4437315" y="1910952"/>
                <a:ext cx="97595" cy="27725"/>
              </a:xfrm>
              <a:custGeom>
                <a:avLst/>
                <a:gdLst/>
                <a:ahLst/>
                <a:cxnLst/>
                <a:rect l="l" t="t" r="r" b="b"/>
                <a:pathLst>
                  <a:path w="97595" h="27725" extrusionOk="0">
                    <a:moveTo>
                      <a:pt x="90939" y="99"/>
                    </a:moveTo>
                    <a:lnTo>
                      <a:pt x="4551" y="16582"/>
                    </a:lnTo>
                    <a:cubicBezTo>
                      <a:pt x="1526" y="17159"/>
                      <a:pt x="-479" y="20116"/>
                      <a:pt x="99" y="23175"/>
                    </a:cubicBezTo>
                    <a:lnTo>
                      <a:pt x="99" y="23175"/>
                    </a:lnTo>
                    <a:cubicBezTo>
                      <a:pt x="677" y="26199"/>
                      <a:pt x="3633" y="28204"/>
                      <a:pt x="6658" y="27626"/>
                    </a:cubicBezTo>
                    <a:lnTo>
                      <a:pt x="93012" y="11110"/>
                    </a:lnTo>
                    <a:cubicBezTo>
                      <a:pt x="96036" y="10532"/>
                      <a:pt x="98075" y="7576"/>
                      <a:pt x="97498" y="4551"/>
                    </a:cubicBezTo>
                    <a:lnTo>
                      <a:pt x="97498" y="4551"/>
                    </a:lnTo>
                    <a:cubicBezTo>
                      <a:pt x="96920" y="1526"/>
                      <a:pt x="93963" y="-478"/>
                      <a:pt x="90939" y="9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" name="Google Shape;895;p20"/>
              <p:cNvSpPr/>
              <p:nvPr/>
            </p:nvSpPr>
            <p:spPr>
              <a:xfrm>
                <a:off x="4429531" y="1882948"/>
                <a:ext cx="90598" cy="49035"/>
              </a:xfrm>
              <a:custGeom>
                <a:avLst/>
                <a:gdLst/>
                <a:ahLst/>
                <a:cxnLst/>
                <a:rect l="l" t="t" r="r" b="b"/>
                <a:pathLst>
                  <a:path w="90598" h="49035" extrusionOk="0">
                    <a:moveTo>
                      <a:pt x="82580" y="542"/>
                    </a:moveTo>
                    <a:lnTo>
                      <a:pt x="3193" y="38366"/>
                    </a:lnTo>
                    <a:cubicBezTo>
                      <a:pt x="406" y="39692"/>
                      <a:pt x="-783" y="43056"/>
                      <a:pt x="542" y="45843"/>
                    </a:cubicBezTo>
                    <a:lnTo>
                      <a:pt x="542" y="45843"/>
                    </a:lnTo>
                    <a:cubicBezTo>
                      <a:pt x="1867" y="48630"/>
                      <a:pt x="5232" y="49819"/>
                      <a:pt x="8018" y="48494"/>
                    </a:cubicBezTo>
                    <a:lnTo>
                      <a:pt x="87405" y="10669"/>
                    </a:lnTo>
                    <a:cubicBezTo>
                      <a:pt x="90192" y="9344"/>
                      <a:pt x="91382" y="5980"/>
                      <a:pt x="90056" y="3193"/>
                    </a:cubicBezTo>
                    <a:lnTo>
                      <a:pt x="90056" y="3193"/>
                    </a:lnTo>
                    <a:cubicBezTo>
                      <a:pt x="88731" y="406"/>
                      <a:pt x="85332" y="-783"/>
                      <a:pt x="82546" y="5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6" name="Google Shape;896;p20"/>
              <p:cNvSpPr/>
              <p:nvPr/>
            </p:nvSpPr>
            <p:spPr>
              <a:xfrm>
                <a:off x="4422838" y="1855265"/>
                <a:ext cx="71972" cy="74814"/>
              </a:xfrm>
              <a:custGeom>
                <a:avLst/>
                <a:gdLst/>
                <a:ahLst/>
                <a:cxnLst/>
                <a:rect l="l" t="t" r="r" b="b"/>
                <a:pathLst>
                  <a:path w="71972" h="74814" extrusionOk="0">
                    <a:moveTo>
                      <a:pt x="62324" y="1718"/>
                    </a:moveTo>
                    <a:lnTo>
                      <a:pt x="1560" y="65302"/>
                    </a:lnTo>
                    <a:cubicBezTo>
                      <a:pt x="-581" y="67545"/>
                      <a:pt x="-513" y="71113"/>
                      <a:pt x="1730" y="73254"/>
                    </a:cubicBezTo>
                    <a:lnTo>
                      <a:pt x="1730" y="73254"/>
                    </a:lnTo>
                    <a:cubicBezTo>
                      <a:pt x="3973" y="75395"/>
                      <a:pt x="7541" y="75327"/>
                      <a:pt x="9682" y="73085"/>
                    </a:cubicBezTo>
                    <a:lnTo>
                      <a:pt x="70412" y="9500"/>
                    </a:lnTo>
                    <a:cubicBezTo>
                      <a:pt x="72553" y="7257"/>
                      <a:pt x="72485" y="3689"/>
                      <a:pt x="70242" y="1548"/>
                    </a:cubicBezTo>
                    <a:lnTo>
                      <a:pt x="70242" y="1548"/>
                    </a:lnTo>
                    <a:cubicBezTo>
                      <a:pt x="67999" y="-593"/>
                      <a:pt x="64431" y="-491"/>
                      <a:pt x="62324" y="17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" name="Google Shape;897;p20"/>
              <p:cNvSpPr/>
              <p:nvPr/>
            </p:nvSpPr>
            <p:spPr>
              <a:xfrm>
                <a:off x="4416185" y="1835374"/>
                <a:ext cx="45386" cy="92221"/>
              </a:xfrm>
              <a:custGeom>
                <a:avLst/>
                <a:gdLst/>
                <a:ahLst/>
                <a:cxnLst/>
                <a:rect l="l" t="t" r="r" b="b"/>
                <a:pathLst>
                  <a:path w="45386" h="92221" extrusionOk="0">
                    <a:moveTo>
                      <a:pt x="34619" y="3427"/>
                    </a:moveTo>
                    <a:lnTo>
                      <a:pt x="431" y="84445"/>
                    </a:lnTo>
                    <a:cubicBezTo>
                      <a:pt x="-758" y="87299"/>
                      <a:pt x="601" y="90596"/>
                      <a:pt x="3422" y="91785"/>
                    </a:cubicBezTo>
                    <a:lnTo>
                      <a:pt x="3422" y="91785"/>
                    </a:lnTo>
                    <a:cubicBezTo>
                      <a:pt x="6277" y="92975"/>
                      <a:pt x="9573" y="91649"/>
                      <a:pt x="10762" y="88795"/>
                    </a:cubicBezTo>
                    <a:lnTo>
                      <a:pt x="44951" y="7777"/>
                    </a:lnTo>
                    <a:cubicBezTo>
                      <a:pt x="46140" y="4956"/>
                      <a:pt x="44815" y="1625"/>
                      <a:pt x="41960" y="436"/>
                    </a:cubicBezTo>
                    <a:lnTo>
                      <a:pt x="41960" y="436"/>
                    </a:lnTo>
                    <a:cubicBezTo>
                      <a:pt x="39105" y="-753"/>
                      <a:pt x="35809" y="572"/>
                      <a:pt x="34585" y="342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20"/>
              <p:cNvSpPr/>
              <p:nvPr/>
            </p:nvSpPr>
            <p:spPr>
              <a:xfrm>
                <a:off x="4407685" y="1824165"/>
                <a:ext cx="19556" cy="98768"/>
              </a:xfrm>
              <a:custGeom>
                <a:avLst/>
                <a:gdLst/>
                <a:ahLst/>
                <a:cxnLst/>
                <a:rect l="l" t="t" r="r" b="b"/>
                <a:pathLst>
                  <a:path w="19556" h="98768" extrusionOk="0">
                    <a:moveTo>
                      <a:pt x="8354" y="5086"/>
                    </a:moveTo>
                    <a:lnTo>
                      <a:pt x="28" y="92629"/>
                    </a:lnTo>
                    <a:cubicBezTo>
                      <a:pt x="-279" y="95722"/>
                      <a:pt x="1999" y="98440"/>
                      <a:pt x="5091" y="98746"/>
                    </a:cubicBezTo>
                    <a:lnTo>
                      <a:pt x="5091" y="98746"/>
                    </a:lnTo>
                    <a:cubicBezTo>
                      <a:pt x="8149" y="99018"/>
                      <a:pt x="10902" y="96775"/>
                      <a:pt x="11208" y="93683"/>
                    </a:cubicBezTo>
                    <a:lnTo>
                      <a:pt x="19534" y="6140"/>
                    </a:lnTo>
                    <a:cubicBezTo>
                      <a:pt x="19806" y="3047"/>
                      <a:pt x="17563" y="294"/>
                      <a:pt x="14471" y="22"/>
                    </a:cubicBezTo>
                    <a:lnTo>
                      <a:pt x="14471" y="22"/>
                    </a:lnTo>
                    <a:cubicBezTo>
                      <a:pt x="11378" y="-250"/>
                      <a:pt x="8625" y="1993"/>
                      <a:pt x="8320" y="50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9" name="Google Shape;899;p20"/>
              <p:cNvSpPr/>
              <p:nvPr/>
            </p:nvSpPr>
            <p:spPr>
              <a:xfrm>
                <a:off x="4380117" y="1825037"/>
                <a:ext cx="11486" cy="99165"/>
              </a:xfrm>
              <a:custGeom>
                <a:avLst/>
                <a:gdLst/>
                <a:ahLst/>
                <a:cxnLst/>
                <a:rect l="l" t="t" r="r" b="b"/>
                <a:pathLst>
                  <a:path w="11486" h="99165" extrusionOk="0">
                    <a:moveTo>
                      <a:pt x="238" y="5607"/>
                    </a:moveTo>
                    <a:lnTo>
                      <a:pt x="0" y="93524"/>
                    </a:lnTo>
                    <a:cubicBezTo>
                      <a:pt x="0" y="96617"/>
                      <a:pt x="2515" y="99166"/>
                      <a:pt x="5607" y="99166"/>
                    </a:cubicBezTo>
                    <a:lnTo>
                      <a:pt x="5607" y="99166"/>
                    </a:lnTo>
                    <a:cubicBezTo>
                      <a:pt x="8700" y="99166"/>
                      <a:pt x="11249" y="96651"/>
                      <a:pt x="11249" y="93558"/>
                    </a:cubicBezTo>
                    <a:lnTo>
                      <a:pt x="11486" y="5641"/>
                    </a:lnTo>
                    <a:cubicBezTo>
                      <a:pt x="11486" y="2549"/>
                      <a:pt x="8971" y="34"/>
                      <a:pt x="5879" y="0"/>
                    </a:cubicBezTo>
                    <a:lnTo>
                      <a:pt x="5879" y="0"/>
                    </a:lnTo>
                    <a:cubicBezTo>
                      <a:pt x="2787" y="0"/>
                      <a:pt x="272" y="2515"/>
                      <a:pt x="238" y="56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21"/>
          <p:cNvSpPr txBox="1">
            <a:spLocks noGrp="1"/>
          </p:cNvSpPr>
          <p:nvPr>
            <p:ph type="title"/>
          </p:nvPr>
        </p:nvSpPr>
        <p:spPr>
          <a:xfrm>
            <a:off x="713250" y="608000"/>
            <a:ext cx="32238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2" name="Google Shape;902;p21"/>
          <p:cNvSpPr txBox="1">
            <a:spLocks noGrp="1"/>
          </p:cNvSpPr>
          <p:nvPr>
            <p:ph type="subTitle" idx="1"/>
          </p:nvPr>
        </p:nvSpPr>
        <p:spPr>
          <a:xfrm>
            <a:off x="713275" y="1517050"/>
            <a:ext cx="3223800" cy="109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21"/>
          <p:cNvSpPr txBox="1"/>
          <p:nvPr/>
        </p:nvSpPr>
        <p:spPr>
          <a:xfrm>
            <a:off x="713275" y="3447416"/>
            <a:ext cx="32238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includes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0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04" name="Google Shape;904;p21"/>
          <p:cNvGrpSpPr/>
          <p:nvPr/>
        </p:nvGrpSpPr>
        <p:grpSpPr>
          <a:xfrm>
            <a:off x="-12364" y="-7"/>
            <a:ext cx="9156360" cy="5155882"/>
            <a:chOff x="-12364" y="-7"/>
            <a:chExt cx="9156360" cy="5155882"/>
          </a:xfrm>
        </p:grpSpPr>
        <p:grpSp>
          <p:nvGrpSpPr>
            <p:cNvPr id="905" name="Google Shape;905;p21"/>
            <p:cNvGrpSpPr/>
            <p:nvPr/>
          </p:nvGrpSpPr>
          <p:grpSpPr>
            <a:xfrm rot="5400000" flipH="1">
              <a:off x="36585" y="4309888"/>
              <a:ext cx="797040" cy="894936"/>
              <a:chOff x="2566931" y="3410935"/>
              <a:chExt cx="372431" cy="418175"/>
            </a:xfrm>
          </p:grpSpPr>
          <p:sp>
            <p:nvSpPr>
              <p:cNvPr id="906" name="Google Shape;906;p21"/>
              <p:cNvSpPr/>
              <p:nvPr/>
            </p:nvSpPr>
            <p:spPr>
              <a:xfrm>
                <a:off x="2609275" y="3461469"/>
                <a:ext cx="282748" cy="326349"/>
              </a:xfrm>
              <a:custGeom>
                <a:avLst/>
                <a:gdLst/>
                <a:ahLst/>
                <a:cxnLst/>
                <a:rect l="l" t="t" r="r" b="b"/>
                <a:pathLst>
                  <a:path w="282748" h="326349" extrusionOk="0">
                    <a:moveTo>
                      <a:pt x="34" y="34"/>
                    </a:moveTo>
                    <a:lnTo>
                      <a:pt x="36329" y="34"/>
                    </a:lnTo>
                    <a:cubicBezTo>
                      <a:pt x="171858" y="34"/>
                      <a:pt x="282748" y="110924"/>
                      <a:pt x="282748" y="246453"/>
                    </a:cubicBezTo>
                    <a:lnTo>
                      <a:pt x="282748" y="326350"/>
                    </a:lnTo>
                    <a:lnTo>
                      <a:pt x="148273" y="326350"/>
                    </a:lnTo>
                    <a:lnTo>
                      <a:pt x="148273" y="292739"/>
                    </a:lnTo>
                    <a:cubicBezTo>
                      <a:pt x="148273" y="173625"/>
                      <a:pt x="87815" y="126387"/>
                      <a:pt x="0" y="12924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" name="Google Shape;907;p21"/>
              <p:cNvSpPr/>
              <p:nvPr/>
            </p:nvSpPr>
            <p:spPr>
              <a:xfrm>
                <a:off x="2609275" y="3508536"/>
                <a:ext cx="223411" cy="279317"/>
              </a:xfrm>
              <a:custGeom>
                <a:avLst/>
                <a:gdLst/>
                <a:ahLst/>
                <a:cxnLst/>
                <a:rect l="l" t="t" r="r" b="b"/>
                <a:pathLst>
                  <a:path w="223411" h="279317" extrusionOk="0">
                    <a:moveTo>
                      <a:pt x="223412" y="279317"/>
                    </a:moveTo>
                    <a:lnTo>
                      <a:pt x="148273" y="279317"/>
                    </a:lnTo>
                    <a:lnTo>
                      <a:pt x="148273" y="245707"/>
                    </a:lnTo>
                    <a:cubicBezTo>
                      <a:pt x="148273" y="126592"/>
                      <a:pt x="87815" y="79355"/>
                      <a:pt x="0" y="82209"/>
                    </a:cubicBezTo>
                    <a:lnTo>
                      <a:pt x="0" y="36"/>
                    </a:lnTo>
                    <a:cubicBezTo>
                      <a:pt x="191976" y="-2343"/>
                      <a:pt x="223378" y="115174"/>
                      <a:pt x="223378" y="245367"/>
                    </a:cubicBezTo>
                    <a:lnTo>
                      <a:pt x="223378" y="27931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" name="Google Shape;908;p21"/>
              <p:cNvSpPr/>
              <p:nvPr/>
            </p:nvSpPr>
            <p:spPr>
              <a:xfrm>
                <a:off x="2566965" y="3410935"/>
                <a:ext cx="42752" cy="238602"/>
              </a:xfrm>
              <a:custGeom>
                <a:avLst/>
                <a:gdLst/>
                <a:ahLst/>
                <a:cxnLst/>
                <a:rect l="l" t="t" r="r" b="b"/>
                <a:pathLst>
                  <a:path w="42752" h="238602" extrusionOk="0">
                    <a:moveTo>
                      <a:pt x="0" y="0"/>
                    </a:moveTo>
                    <a:lnTo>
                      <a:pt x="21376" y="0"/>
                    </a:lnTo>
                    <a:cubicBezTo>
                      <a:pt x="33135" y="0"/>
                      <a:pt x="42752" y="9617"/>
                      <a:pt x="42752" y="21376"/>
                    </a:cubicBezTo>
                    <a:lnTo>
                      <a:pt x="42752" y="217227"/>
                    </a:lnTo>
                    <a:cubicBezTo>
                      <a:pt x="42752" y="228985"/>
                      <a:pt x="33135" y="238603"/>
                      <a:pt x="21376" y="238603"/>
                    </a:cubicBezTo>
                    <a:lnTo>
                      <a:pt x="0" y="238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" name="Google Shape;909;p21"/>
              <p:cNvSpPr/>
              <p:nvPr/>
            </p:nvSpPr>
            <p:spPr>
              <a:xfrm>
                <a:off x="2566931" y="3521213"/>
                <a:ext cx="42752" cy="128324"/>
              </a:xfrm>
              <a:custGeom>
                <a:avLst/>
                <a:gdLst/>
                <a:ahLst/>
                <a:cxnLst/>
                <a:rect l="l" t="t" r="r" b="b"/>
                <a:pathLst>
                  <a:path w="42752" h="128324" extrusionOk="0">
                    <a:moveTo>
                      <a:pt x="42752" y="0"/>
                    </a:moveTo>
                    <a:lnTo>
                      <a:pt x="42752" y="106948"/>
                    </a:lnTo>
                    <a:cubicBezTo>
                      <a:pt x="42752" y="118707"/>
                      <a:pt x="33135" y="128324"/>
                      <a:pt x="21376" y="128324"/>
                    </a:cubicBezTo>
                    <a:lnTo>
                      <a:pt x="0" y="128324"/>
                    </a:lnTo>
                    <a:lnTo>
                      <a:pt x="0" y="0"/>
                    </a:lnTo>
                    <a:lnTo>
                      <a:pt x="42718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" name="Google Shape;910;p21"/>
              <p:cNvSpPr/>
              <p:nvPr/>
            </p:nvSpPr>
            <p:spPr>
              <a:xfrm>
                <a:off x="2700760" y="3786392"/>
                <a:ext cx="238602" cy="42718"/>
              </a:xfrm>
              <a:custGeom>
                <a:avLst/>
                <a:gdLst/>
                <a:ahLst/>
                <a:cxnLst/>
                <a:rect l="l" t="t" r="r" b="b"/>
                <a:pathLst>
                  <a:path w="238602" h="42718" extrusionOk="0">
                    <a:moveTo>
                      <a:pt x="0" y="42718"/>
                    </a:moveTo>
                    <a:lnTo>
                      <a:pt x="0" y="21342"/>
                    </a:lnTo>
                    <a:cubicBezTo>
                      <a:pt x="0" y="9618"/>
                      <a:pt x="9618" y="0"/>
                      <a:pt x="21376" y="0"/>
                    </a:cubicBezTo>
                    <a:lnTo>
                      <a:pt x="217227" y="0"/>
                    </a:lnTo>
                    <a:cubicBezTo>
                      <a:pt x="228985" y="0"/>
                      <a:pt x="238603" y="9618"/>
                      <a:pt x="238603" y="21342"/>
                    </a:cubicBezTo>
                    <a:lnTo>
                      <a:pt x="238603" y="42718"/>
                    </a:lnTo>
                    <a:lnTo>
                      <a:pt x="0" y="4271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21"/>
              <p:cNvSpPr/>
              <p:nvPr/>
            </p:nvSpPr>
            <p:spPr>
              <a:xfrm>
                <a:off x="2811005" y="3786392"/>
                <a:ext cx="128324" cy="42718"/>
              </a:xfrm>
              <a:custGeom>
                <a:avLst/>
                <a:gdLst/>
                <a:ahLst/>
                <a:cxnLst/>
                <a:rect l="l" t="t" r="r" b="b"/>
                <a:pathLst>
                  <a:path w="128324" h="42718" extrusionOk="0">
                    <a:moveTo>
                      <a:pt x="0" y="0"/>
                    </a:moveTo>
                    <a:lnTo>
                      <a:pt x="106948" y="0"/>
                    </a:lnTo>
                    <a:cubicBezTo>
                      <a:pt x="118707" y="0"/>
                      <a:pt x="128324" y="9618"/>
                      <a:pt x="128324" y="21342"/>
                    </a:cubicBezTo>
                    <a:lnTo>
                      <a:pt x="128324" y="42718"/>
                    </a:lnTo>
                    <a:lnTo>
                      <a:pt x="0" y="4271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2" name="Google Shape;912;p21"/>
            <p:cNvGrpSpPr/>
            <p:nvPr/>
          </p:nvGrpSpPr>
          <p:grpSpPr>
            <a:xfrm>
              <a:off x="7581771" y="-7"/>
              <a:ext cx="1562225" cy="4344577"/>
              <a:chOff x="7581771" y="-7"/>
              <a:chExt cx="1562225" cy="4344577"/>
            </a:xfrm>
          </p:grpSpPr>
          <p:grpSp>
            <p:nvGrpSpPr>
              <p:cNvPr id="913" name="Google Shape;913;p21"/>
              <p:cNvGrpSpPr/>
              <p:nvPr/>
            </p:nvGrpSpPr>
            <p:grpSpPr>
              <a:xfrm>
                <a:off x="8638343" y="3914854"/>
                <a:ext cx="333309" cy="429717"/>
                <a:chOff x="5612846" y="2845934"/>
                <a:chExt cx="147423" cy="192655"/>
              </a:xfrm>
            </p:grpSpPr>
            <p:sp>
              <p:nvSpPr>
                <p:cNvPr id="914" name="Google Shape;914;p21"/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5" name="Google Shape;915;p21"/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6" name="Google Shape;916;p21"/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7" name="Google Shape;917;p21"/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8" name="Google Shape;918;p21"/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9" name="Google Shape;919;p21"/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20" name="Google Shape;920;p21"/>
              <p:cNvGrpSpPr/>
              <p:nvPr/>
            </p:nvGrpSpPr>
            <p:grpSpPr>
              <a:xfrm>
                <a:off x="7581771" y="-7"/>
                <a:ext cx="1562225" cy="1434091"/>
                <a:chOff x="7581771" y="-7"/>
                <a:chExt cx="1562225" cy="1434091"/>
              </a:xfrm>
            </p:grpSpPr>
            <p:grpSp>
              <p:nvGrpSpPr>
                <p:cNvPr id="921" name="Google Shape;921;p21"/>
                <p:cNvGrpSpPr/>
                <p:nvPr/>
              </p:nvGrpSpPr>
              <p:grpSpPr>
                <a:xfrm>
                  <a:off x="8433316" y="-7"/>
                  <a:ext cx="710680" cy="1434091"/>
                  <a:chOff x="3013563" y="531703"/>
                  <a:chExt cx="296018" cy="597339"/>
                </a:xfrm>
              </p:grpSpPr>
              <p:sp>
                <p:nvSpPr>
                  <p:cNvPr id="922" name="Google Shape;922;p21"/>
                  <p:cNvSpPr/>
                  <p:nvPr/>
                </p:nvSpPr>
                <p:spPr>
                  <a:xfrm>
                    <a:off x="3129245" y="1092067"/>
                    <a:ext cx="68715" cy="113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715" h="11316" extrusionOk="0">
                        <a:moveTo>
                          <a:pt x="4112" y="11317"/>
                        </a:moveTo>
                        <a:lnTo>
                          <a:pt x="64638" y="11317"/>
                        </a:lnTo>
                        <a:cubicBezTo>
                          <a:pt x="66881" y="11317"/>
                          <a:pt x="68716" y="9278"/>
                          <a:pt x="68716" y="6797"/>
                        </a:cubicBezTo>
                        <a:lnTo>
                          <a:pt x="68716" y="0"/>
                        </a:lnTo>
                        <a:lnTo>
                          <a:pt x="0" y="0"/>
                        </a:lnTo>
                        <a:lnTo>
                          <a:pt x="0" y="6797"/>
                        </a:lnTo>
                        <a:cubicBezTo>
                          <a:pt x="0" y="9278"/>
                          <a:pt x="1835" y="11317"/>
                          <a:pt x="4078" y="11317"/>
                        </a:cubicBezTo>
                        <a:close/>
                      </a:path>
                    </a:pathLst>
                  </a:custGeom>
                  <a:solidFill>
                    <a:srgbClr val="98BDC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3" name="Google Shape;923;p21"/>
                  <p:cNvSpPr/>
                  <p:nvPr/>
                </p:nvSpPr>
                <p:spPr>
                  <a:xfrm>
                    <a:off x="3129279" y="934551"/>
                    <a:ext cx="68681" cy="1605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681" h="160507" extrusionOk="0">
                        <a:moveTo>
                          <a:pt x="0" y="0"/>
                        </a:moveTo>
                        <a:lnTo>
                          <a:pt x="68682" y="0"/>
                        </a:lnTo>
                        <a:lnTo>
                          <a:pt x="68682" y="160507"/>
                        </a:lnTo>
                        <a:lnTo>
                          <a:pt x="0" y="160507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4" name="Google Shape;924;p21"/>
                  <p:cNvSpPr/>
                  <p:nvPr/>
                </p:nvSpPr>
                <p:spPr>
                  <a:xfrm>
                    <a:off x="3129279" y="1054855"/>
                    <a:ext cx="68681" cy="402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681" h="40203" extrusionOk="0">
                        <a:moveTo>
                          <a:pt x="0" y="40203"/>
                        </a:moveTo>
                        <a:lnTo>
                          <a:pt x="68682" y="40203"/>
                        </a:lnTo>
                        <a:lnTo>
                          <a:pt x="68682" y="0"/>
                        </a:lnTo>
                        <a:lnTo>
                          <a:pt x="0" y="38674"/>
                        </a:lnTo>
                        <a:lnTo>
                          <a:pt x="0" y="40203"/>
                        </a:lnTo>
                        <a:close/>
                      </a:path>
                    </a:pathLst>
                  </a:custGeom>
                  <a:solidFill>
                    <a:srgbClr val="161D1E">
                      <a:alpha val="3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5" name="Google Shape;925;p21"/>
                  <p:cNvSpPr/>
                  <p:nvPr/>
                </p:nvSpPr>
                <p:spPr>
                  <a:xfrm>
                    <a:off x="3172881" y="934551"/>
                    <a:ext cx="13491" cy="1605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91" h="160507" extrusionOk="0">
                        <a:moveTo>
                          <a:pt x="0" y="0"/>
                        </a:moveTo>
                        <a:lnTo>
                          <a:pt x="13492" y="0"/>
                        </a:lnTo>
                        <a:lnTo>
                          <a:pt x="13492" y="160507"/>
                        </a:lnTo>
                        <a:lnTo>
                          <a:pt x="0" y="160507"/>
                        </a:lnTo>
                        <a:close/>
                      </a:path>
                    </a:pathLst>
                  </a:custGeom>
                  <a:solidFill>
                    <a:srgbClr val="161D1E">
                      <a:alpha val="3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6" name="Google Shape;926;p21"/>
                  <p:cNvSpPr/>
                  <p:nvPr/>
                </p:nvSpPr>
                <p:spPr>
                  <a:xfrm>
                    <a:off x="3137333" y="950557"/>
                    <a:ext cx="18147" cy="1250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47" h="125095" extrusionOk="0">
                        <a:moveTo>
                          <a:pt x="18147" y="116634"/>
                        </a:moveTo>
                        <a:lnTo>
                          <a:pt x="18147" y="8462"/>
                        </a:lnTo>
                        <a:cubicBezTo>
                          <a:pt x="18147" y="-2821"/>
                          <a:pt x="0" y="-2821"/>
                          <a:pt x="0" y="8462"/>
                        </a:cubicBezTo>
                        <a:lnTo>
                          <a:pt x="0" y="116634"/>
                        </a:lnTo>
                        <a:cubicBezTo>
                          <a:pt x="0" y="127916"/>
                          <a:pt x="18147" y="127916"/>
                          <a:pt x="18147" y="11663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7" name="Google Shape;927;p21"/>
                  <p:cNvSpPr/>
                  <p:nvPr/>
                </p:nvSpPr>
                <p:spPr>
                  <a:xfrm>
                    <a:off x="3115821" y="924627"/>
                    <a:ext cx="93830" cy="154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830" h="15428" extrusionOk="0">
                        <a:moveTo>
                          <a:pt x="5573" y="15429"/>
                        </a:moveTo>
                        <a:lnTo>
                          <a:pt x="88257" y="15429"/>
                        </a:lnTo>
                        <a:cubicBezTo>
                          <a:pt x="91315" y="15429"/>
                          <a:pt x="93830" y="12642"/>
                          <a:pt x="93830" y="9244"/>
                        </a:cubicBezTo>
                        <a:lnTo>
                          <a:pt x="93830" y="0"/>
                        </a:lnTo>
                        <a:lnTo>
                          <a:pt x="0" y="0"/>
                        </a:lnTo>
                        <a:lnTo>
                          <a:pt x="0" y="9244"/>
                        </a:lnTo>
                        <a:cubicBezTo>
                          <a:pt x="0" y="12642"/>
                          <a:pt x="2515" y="15429"/>
                          <a:pt x="5573" y="15429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8" name="Google Shape;928;p21"/>
                  <p:cNvSpPr/>
                  <p:nvPr/>
                </p:nvSpPr>
                <p:spPr>
                  <a:xfrm>
                    <a:off x="3115821" y="714639"/>
                    <a:ext cx="93796" cy="219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796" h="219265" extrusionOk="0">
                        <a:moveTo>
                          <a:pt x="0" y="0"/>
                        </a:moveTo>
                        <a:lnTo>
                          <a:pt x="93796" y="0"/>
                        </a:lnTo>
                        <a:lnTo>
                          <a:pt x="93796" y="219266"/>
                        </a:lnTo>
                        <a:lnTo>
                          <a:pt x="0" y="219266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9" name="Google Shape;929;p21"/>
                  <p:cNvSpPr/>
                  <p:nvPr/>
                </p:nvSpPr>
                <p:spPr>
                  <a:xfrm>
                    <a:off x="3170332" y="714639"/>
                    <a:ext cx="25997" cy="219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997" h="219265" extrusionOk="0">
                        <a:moveTo>
                          <a:pt x="0" y="0"/>
                        </a:moveTo>
                        <a:lnTo>
                          <a:pt x="25998" y="0"/>
                        </a:lnTo>
                        <a:lnTo>
                          <a:pt x="25998" y="219266"/>
                        </a:lnTo>
                        <a:lnTo>
                          <a:pt x="0" y="219266"/>
                        </a:lnTo>
                        <a:close/>
                      </a:path>
                    </a:pathLst>
                  </a:custGeom>
                  <a:solidFill>
                    <a:srgbClr val="161D1E">
                      <a:alpha val="3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0" name="Google Shape;930;p21"/>
                  <p:cNvSpPr/>
                  <p:nvPr/>
                </p:nvSpPr>
                <p:spPr>
                  <a:xfrm>
                    <a:off x="3123944" y="742184"/>
                    <a:ext cx="21307" cy="174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07" h="174950" extrusionOk="0">
                        <a:moveTo>
                          <a:pt x="21308" y="164398"/>
                        </a:moveTo>
                        <a:lnTo>
                          <a:pt x="21308" y="10552"/>
                        </a:lnTo>
                        <a:cubicBezTo>
                          <a:pt x="21308" y="-3517"/>
                          <a:pt x="0" y="-3517"/>
                          <a:pt x="0" y="10552"/>
                        </a:cubicBezTo>
                        <a:lnTo>
                          <a:pt x="0" y="164398"/>
                        </a:lnTo>
                        <a:cubicBezTo>
                          <a:pt x="0" y="178468"/>
                          <a:pt x="21308" y="178468"/>
                          <a:pt x="21308" y="164398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1" name="Google Shape;931;p21"/>
                  <p:cNvSpPr/>
                  <p:nvPr/>
                </p:nvSpPr>
                <p:spPr>
                  <a:xfrm>
                    <a:off x="3096450" y="709950"/>
                    <a:ext cx="134101" cy="220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101" h="22055" extrusionOk="0">
                        <a:moveTo>
                          <a:pt x="7986" y="22056"/>
                        </a:moveTo>
                        <a:lnTo>
                          <a:pt x="126149" y="22056"/>
                        </a:lnTo>
                        <a:cubicBezTo>
                          <a:pt x="130533" y="22056"/>
                          <a:pt x="134102" y="18080"/>
                          <a:pt x="134102" y="13220"/>
                        </a:cubicBezTo>
                        <a:lnTo>
                          <a:pt x="134102" y="0"/>
                        </a:lnTo>
                        <a:lnTo>
                          <a:pt x="0" y="0"/>
                        </a:lnTo>
                        <a:lnTo>
                          <a:pt x="0" y="13220"/>
                        </a:lnTo>
                        <a:cubicBezTo>
                          <a:pt x="0" y="18080"/>
                          <a:pt x="3602" y="22056"/>
                          <a:pt x="7986" y="22056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2" name="Google Shape;932;p21"/>
                  <p:cNvSpPr/>
                  <p:nvPr/>
                </p:nvSpPr>
                <p:spPr>
                  <a:xfrm>
                    <a:off x="3096518" y="537786"/>
                    <a:ext cx="133999" cy="185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999" h="185383" extrusionOk="0">
                        <a:moveTo>
                          <a:pt x="0" y="0"/>
                        </a:moveTo>
                        <a:lnTo>
                          <a:pt x="133999" y="0"/>
                        </a:lnTo>
                        <a:lnTo>
                          <a:pt x="133999" y="185383"/>
                        </a:lnTo>
                        <a:lnTo>
                          <a:pt x="0" y="185383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3" name="Google Shape;933;p21"/>
                  <p:cNvSpPr/>
                  <p:nvPr/>
                </p:nvSpPr>
                <p:spPr>
                  <a:xfrm>
                    <a:off x="3184741" y="537786"/>
                    <a:ext cx="32590" cy="185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90" h="185383" extrusionOk="0">
                        <a:moveTo>
                          <a:pt x="0" y="0"/>
                        </a:moveTo>
                        <a:lnTo>
                          <a:pt x="32591" y="0"/>
                        </a:lnTo>
                        <a:lnTo>
                          <a:pt x="32591" y="185383"/>
                        </a:lnTo>
                        <a:lnTo>
                          <a:pt x="0" y="185383"/>
                        </a:lnTo>
                        <a:close/>
                      </a:path>
                    </a:pathLst>
                  </a:custGeom>
                  <a:solidFill>
                    <a:srgbClr val="161D1E">
                      <a:alpha val="3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4" name="Google Shape;934;p21"/>
                  <p:cNvSpPr/>
                  <p:nvPr/>
                </p:nvSpPr>
                <p:spPr>
                  <a:xfrm>
                    <a:off x="3017420" y="531703"/>
                    <a:ext cx="292161" cy="24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161" h="24400" extrusionOk="0">
                        <a:moveTo>
                          <a:pt x="12081" y="24401"/>
                        </a:moveTo>
                        <a:lnTo>
                          <a:pt x="280080" y="24401"/>
                        </a:lnTo>
                        <a:cubicBezTo>
                          <a:pt x="296189" y="24401"/>
                          <a:pt x="296189" y="0"/>
                          <a:pt x="280080" y="0"/>
                        </a:cubicBezTo>
                        <a:lnTo>
                          <a:pt x="12081" y="0"/>
                        </a:lnTo>
                        <a:cubicBezTo>
                          <a:pt x="-4027" y="0"/>
                          <a:pt x="-4027" y="24401"/>
                          <a:pt x="12081" y="2440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5" name="Google Shape;935;p21"/>
                  <p:cNvSpPr/>
                  <p:nvPr/>
                </p:nvSpPr>
                <p:spPr>
                  <a:xfrm>
                    <a:off x="3017471" y="544957"/>
                    <a:ext cx="292059" cy="11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059" h="11112" extrusionOk="0">
                        <a:moveTo>
                          <a:pt x="12030" y="11113"/>
                        </a:moveTo>
                        <a:lnTo>
                          <a:pt x="280029" y="11113"/>
                        </a:lnTo>
                        <a:cubicBezTo>
                          <a:pt x="287608" y="11113"/>
                          <a:pt x="291618" y="5743"/>
                          <a:pt x="292060" y="0"/>
                        </a:cubicBezTo>
                        <a:lnTo>
                          <a:pt x="0" y="0"/>
                        </a:lnTo>
                        <a:cubicBezTo>
                          <a:pt x="442" y="5709"/>
                          <a:pt x="4452" y="11113"/>
                          <a:pt x="12030" y="11113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6" name="Google Shape;936;p21"/>
                  <p:cNvSpPr/>
                  <p:nvPr/>
                </p:nvSpPr>
                <p:spPr>
                  <a:xfrm>
                    <a:off x="3108617" y="561278"/>
                    <a:ext cx="24332" cy="150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332" h="150736" extrusionOk="0">
                        <a:moveTo>
                          <a:pt x="24333" y="138681"/>
                        </a:moveTo>
                        <a:lnTo>
                          <a:pt x="24333" y="12056"/>
                        </a:lnTo>
                        <a:cubicBezTo>
                          <a:pt x="24333" y="-4019"/>
                          <a:pt x="0" y="-4019"/>
                          <a:pt x="0" y="12056"/>
                        </a:cubicBezTo>
                        <a:lnTo>
                          <a:pt x="0" y="138681"/>
                        </a:lnTo>
                        <a:cubicBezTo>
                          <a:pt x="0" y="154755"/>
                          <a:pt x="24333" y="154755"/>
                          <a:pt x="24333" y="13868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7" name="Google Shape;937;p21"/>
                  <p:cNvSpPr/>
                  <p:nvPr/>
                </p:nvSpPr>
                <p:spPr>
                  <a:xfrm>
                    <a:off x="3013563" y="1088839"/>
                    <a:ext cx="292501" cy="402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501" h="40203" extrusionOk="0">
                        <a:moveTo>
                          <a:pt x="10025" y="0"/>
                        </a:moveTo>
                        <a:lnTo>
                          <a:pt x="282442" y="0"/>
                        </a:lnTo>
                        <a:cubicBezTo>
                          <a:pt x="287982" y="0"/>
                          <a:pt x="292502" y="4520"/>
                          <a:pt x="292502" y="10059"/>
                        </a:cubicBezTo>
                        <a:lnTo>
                          <a:pt x="292502" y="30144"/>
                        </a:lnTo>
                        <a:cubicBezTo>
                          <a:pt x="292502" y="35683"/>
                          <a:pt x="287982" y="40203"/>
                          <a:pt x="282442" y="40203"/>
                        </a:cubicBezTo>
                        <a:lnTo>
                          <a:pt x="10025" y="40203"/>
                        </a:lnTo>
                        <a:cubicBezTo>
                          <a:pt x="4486" y="40203"/>
                          <a:pt x="0" y="35717"/>
                          <a:pt x="0" y="30178"/>
                        </a:cubicBezTo>
                        <a:lnTo>
                          <a:pt x="0" y="10059"/>
                        </a:lnTo>
                        <a:cubicBezTo>
                          <a:pt x="0" y="4520"/>
                          <a:pt x="4486" y="34"/>
                          <a:pt x="10025" y="34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8" name="Google Shape;938;p21"/>
                  <p:cNvSpPr/>
                  <p:nvPr/>
                </p:nvSpPr>
                <p:spPr>
                  <a:xfrm>
                    <a:off x="3013563" y="1088839"/>
                    <a:ext cx="292501" cy="201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501" h="20186" extrusionOk="0">
                        <a:moveTo>
                          <a:pt x="292502" y="20187"/>
                        </a:moveTo>
                        <a:lnTo>
                          <a:pt x="292502" y="10059"/>
                        </a:lnTo>
                        <a:cubicBezTo>
                          <a:pt x="292502" y="4520"/>
                          <a:pt x="287982" y="0"/>
                          <a:pt x="282442" y="0"/>
                        </a:cubicBezTo>
                        <a:lnTo>
                          <a:pt x="10025" y="0"/>
                        </a:lnTo>
                        <a:cubicBezTo>
                          <a:pt x="4520" y="0"/>
                          <a:pt x="0" y="4520"/>
                          <a:pt x="0" y="10059"/>
                        </a:cubicBezTo>
                        <a:lnTo>
                          <a:pt x="0" y="20187"/>
                        </a:lnTo>
                        <a:lnTo>
                          <a:pt x="292502" y="20187"/>
                        </a:lnTo>
                        <a:close/>
                      </a:path>
                    </a:pathLst>
                  </a:custGeom>
                  <a:solidFill>
                    <a:srgbClr val="161D1E">
                      <a:alpha val="3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39" name="Google Shape;939;p21"/>
                <p:cNvGrpSpPr/>
                <p:nvPr/>
              </p:nvGrpSpPr>
              <p:grpSpPr>
                <a:xfrm>
                  <a:off x="7581771" y="-7"/>
                  <a:ext cx="702236" cy="765877"/>
                  <a:chOff x="2658871" y="531703"/>
                  <a:chExt cx="292501" cy="319009"/>
                </a:xfrm>
              </p:grpSpPr>
              <p:sp>
                <p:nvSpPr>
                  <p:cNvPr id="940" name="Google Shape;940;p21"/>
                  <p:cNvSpPr/>
                  <p:nvPr/>
                </p:nvSpPr>
                <p:spPr>
                  <a:xfrm>
                    <a:off x="2769285" y="801265"/>
                    <a:ext cx="68682" cy="113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682" h="11316" extrusionOk="0">
                        <a:moveTo>
                          <a:pt x="4078" y="11317"/>
                        </a:moveTo>
                        <a:lnTo>
                          <a:pt x="64604" y="11317"/>
                        </a:lnTo>
                        <a:cubicBezTo>
                          <a:pt x="66847" y="11317"/>
                          <a:pt x="68682" y="9278"/>
                          <a:pt x="68682" y="6797"/>
                        </a:cubicBezTo>
                        <a:lnTo>
                          <a:pt x="68682" y="0"/>
                        </a:lnTo>
                        <a:lnTo>
                          <a:pt x="0" y="0"/>
                        </a:lnTo>
                        <a:lnTo>
                          <a:pt x="0" y="6797"/>
                        </a:lnTo>
                        <a:cubicBezTo>
                          <a:pt x="0" y="9278"/>
                          <a:pt x="1835" y="11317"/>
                          <a:pt x="4078" y="11317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1" name="Google Shape;941;p21"/>
                  <p:cNvSpPr/>
                  <p:nvPr/>
                </p:nvSpPr>
                <p:spPr>
                  <a:xfrm>
                    <a:off x="2769319" y="643749"/>
                    <a:ext cx="68647" cy="1605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647" h="160507" extrusionOk="0">
                        <a:moveTo>
                          <a:pt x="0" y="0"/>
                        </a:moveTo>
                        <a:lnTo>
                          <a:pt x="68648" y="0"/>
                        </a:lnTo>
                        <a:lnTo>
                          <a:pt x="68648" y="160507"/>
                        </a:lnTo>
                        <a:lnTo>
                          <a:pt x="0" y="160507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2" name="Google Shape;942;p21"/>
                  <p:cNvSpPr/>
                  <p:nvPr/>
                </p:nvSpPr>
                <p:spPr>
                  <a:xfrm>
                    <a:off x="2769319" y="764052"/>
                    <a:ext cx="68648" cy="402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648" h="40237" extrusionOk="0">
                        <a:moveTo>
                          <a:pt x="0" y="40237"/>
                        </a:moveTo>
                        <a:lnTo>
                          <a:pt x="68648" y="40237"/>
                        </a:lnTo>
                        <a:lnTo>
                          <a:pt x="68648" y="0"/>
                        </a:lnTo>
                        <a:lnTo>
                          <a:pt x="0" y="38674"/>
                        </a:lnTo>
                        <a:lnTo>
                          <a:pt x="0" y="40237"/>
                        </a:lnTo>
                        <a:close/>
                      </a:path>
                    </a:pathLst>
                  </a:custGeom>
                  <a:solidFill>
                    <a:srgbClr val="161D1E">
                      <a:alpha val="3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3" name="Google Shape;943;p21"/>
                  <p:cNvSpPr/>
                  <p:nvPr/>
                </p:nvSpPr>
                <p:spPr>
                  <a:xfrm>
                    <a:off x="2812887" y="643749"/>
                    <a:ext cx="13491" cy="1605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91" h="160507" extrusionOk="0">
                        <a:moveTo>
                          <a:pt x="0" y="0"/>
                        </a:moveTo>
                        <a:lnTo>
                          <a:pt x="13492" y="0"/>
                        </a:lnTo>
                        <a:lnTo>
                          <a:pt x="13492" y="160507"/>
                        </a:lnTo>
                        <a:lnTo>
                          <a:pt x="0" y="160507"/>
                        </a:lnTo>
                        <a:close/>
                      </a:path>
                    </a:pathLst>
                  </a:custGeom>
                  <a:solidFill>
                    <a:srgbClr val="161D1E">
                      <a:alpha val="3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4" name="Google Shape;944;p21"/>
                  <p:cNvSpPr/>
                  <p:nvPr/>
                </p:nvSpPr>
                <p:spPr>
                  <a:xfrm>
                    <a:off x="2777339" y="659755"/>
                    <a:ext cx="18147" cy="1250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47" h="125095" extrusionOk="0">
                        <a:moveTo>
                          <a:pt x="18147" y="116634"/>
                        </a:moveTo>
                        <a:lnTo>
                          <a:pt x="18147" y="8462"/>
                        </a:lnTo>
                        <a:cubicBezTo>
                          <a:pt x="18147" y="-2821"/>
                          <a:pt x="0" y="-2821"/>
                          <a:pt x="0" y="8462"/>
                        </a:cubicBezTo>
                        <a:lnTo>
                          <a:pt x="0" y="116634"/>
                        </a:lnTo>
                        <a:cubicBezTo>
                          <a:pt x="0" y="127916"/>
                          <a:pt x="18147" y="127916"/>
                          <a:pt x="18147" y="11663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5" name="Google Shape;945;p21"/>
                  <p:cNvSpPr/>
                  <p:nvPr/>
                </p:nvSpPr>
                <p:spPr>
                  <a:xfrm>
                    <a:off x="2757459" y="765446"/>
                    <a:ext cx="93830" cy="154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830" h="15462" extrusionOk="0">
                        <a:moveTo>
                          <a:pt x="5573" y="15463"/>
                        </a:moveTo>
                        <a:lnTo>
                          <a:pt x="88257" y="15463"/>
                        </a:lnTo>
                        <a:cubicBezTo>
                          <a:pt x="91315" y="15463"/>
                          <a:pt x="93830" y="12676"/>
                          <a:pt x="93830" y="9278"/>
                        </a:cubicBezTo>
                        <a:lnTo>
                          <a:pt x="93830" y="0"/>
                        </a:lnTo>
                        <a:lnTo>
                          <a:pt x="0" y="0"/>
                        </a:lnTo>
                        <a:lnTo>
                          <a:pt x="0" y="9278"/>
                        </a:lnTo>
                        <a:cubicBezTo>
                          <a:pt x="0" y="12676"/>
                          <a:pt x="2515" y="15463"/>
                          <a:pt x="5573" y="15463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6" name="Google Shape;946;p21"/>
                  <p:cNvSpPr/>
                  <p:nvPr/>
                </p:nvSpPr>
                <p:spPr>
                  <a:xfrm>
                    <a:off x="2757493" y="555492"/>
                    <a:ext cx="93762" cy="219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762" h="219265" extrusionOk="0">
                        <a:moveTo>
                          <a:pt x="0" y="0"/>
                        </a:moveTo>
                        <a:lnTo>
                          <a:pt x="93762" y="0"/>
                        </a:lnTo>
                        <a:lnTo>
                          <a:pt x="93762" y="219266"/>
                        </a:lnTo>
                        <a:lnTo>
                          <a:pt x="0" y="219266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7" name="Google Shape;947;p21"/>
                  <p:cNvSpPr/>
                  <p:nvPr/>
                </p:nvSpPr>
                <p:spPr>
                  <a:xfrm>
                    <a:off x="2811969" y="555492"/>
                    <a:ext cx="25997" cy="2192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997" h="219265" extrusionOk="0">
                        <a:moveTo>
                          <a:pt x="0" y="0"/>
                        </a:moveTo>
                        <a:lnTo>
                          <a:pt x="25998" y="0"/>
                        </a:lnTo>
                        <a:lnTo>
                          <a:pt x="25998" y="219266"/>
                        </a:lnTo>
                        <a:lnTo>
                          <a:pt x="0" y="219266"/>
                        </a:lnTo>
                        <a:close/>
                      </a:path>
                    </a:pathLst>
                  </a:custGeom>
                  <a:solidFill>
                    <a:srgbClr val="161D1E">
                      <a:alpha val="3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8" name="Google Shape;948;p21"/>
                  <p:cNvSpPr/>
                  <p:nvPr/>
                </p:nvSpPr>
                <p:spPr>
                  <a:xfrm>
                    <a:off x="2765581" y="583036"/>
                    <a:ext cx="21308" cy="174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08" h="174950" extrusionOk="0">
                        <a:moveTo>
                          <a:pt x="21308" y="164398"/>
                        </a:moveTo>
                        <a:lnTo>
                          <a:pt x="21308" y="10552"/>
                        </a:lnTo>
                        <a:cubicBezTo>
                          <a:pt x="21308" y="-3517"/>
                          <a:pt x="0" y="-3517"/>
                          <a:pt x="0" y="10552"/>
                        </a:cubicBezTo>
                        <a:lnTo>
                          <a:pt x="0" y="164398"/>
                        </a:lnTo>
                        <a:cubicBezTo>
                          <a:pt x="0" y="178468"/>
                          <a:pt x="21308" y="178468"/>
                          <a:pt x="21308" y="164398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9" name="Google Shape;949;p21"/>
                  <p:cNvSpPr/>
                  <p:nvPr/>
                </p:nvSpPr>
                <p:spPr>
                  <a:xfrm>
                    <a:off x="2738156" y="709950"/>
                    <a:ext cx="134101" cy="220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101" h="22055" extrusionOk="0">
                        <a:moveTo>
                          <a:pt x="7952" y="22056"/>
                        </a:moveTo>
                        <a:lnTo>
                          <a:pt x="126115" y="22056"/>
                        </a:lnTo>
                        <a:cubicBezTo>
                          <a:pt x="130499" y="22056"/>
                          <a:pt x="134102" y="18080"/>
                          <a:pt x="134102" y="13220"/>
                        </a:cubicBezTo>
                        <a:lnTo>
                          <a:pt x="134102" y="0"/>
                        </a:lnTo>
                        <a:lnTo>
                          <a:pt x="0" y="0"/>
                        </a:lnTo>
                        <a:lnTo>
                          <a:pt x="0" y="13220"/>
                        </a:lnTo>
                        <a:cubicBezTo>
                          <a:pt x="0" y="18080"/>
                          <a:pt x="3602" y="22056"/>
                          <a:pt x="7986" y="22056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0" name="Google Shape;950;p21"/>
                  <p:cNvSpPr/>
                  <p:nvPr/>
                </p:nvSpPr>
                <p:spPr>
                  <a:xfrm>
                    <a:off x="2738156" y="537786"/>
                    <a:ext cx="134033" cy="185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033" h="185383" extrusionOk="0">
                        <a:moveTo>
                          <a:pt x="0" y="0"/>
                        </a:moveTo>
                        <a:lnTo>
                          <a:pt x="134033" y="0"/>
                        </a:lnTo>
                        <a:lnTo>
                          <a:pt x="134033" y="185383"/>
                        </a:lnTo>
                        <a:lnTo>
                          <a:pt x="0" y="185383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1" name="Google Shape;951;p21"/>
                  <p:cNvSpPr/>
                  <p:nvPr/>
                </p:nvSpPr>
                <p:spPr>
                  <a:xfrm>
                    <a:off x="2826412" y="537786"/>
                    <a:ext cx="32624" cy="185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624" h="185383" extrusionOk="0">
                        <a:moveTo>
                          <a:pt x="0" y="0"/>
                        </a:moveTo>
                        <a:lnTo>
                          <a:pt x="32625" y="0"/>
                        </a:lnTo>
                        <a:lnTo>
                          <a:pt x="32625" y="185383"/>
                        </a:lnTo>
                        <a:lnTo>
                          <a:pt x="0" y="185383"/>
                        </a:lnTo>
                        <a:close/>
                      </a:path>
                    </a:pathLst>
                  </a:custGeom>
                  <a:solidFill>
                    <a:srgbClr val="161D1E">
                      <a:alpha val="3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2" name="Google Shape;952;p21"/>
                  <p:cNvSpPr/>
                  <p:nvPr/>
                </p:nvSpPr>
                <p:spPr>
                  <a:xfrm>
                    <a:off x="2659117" y="531703"/>
                    <a:ext cx="292136" cy="24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136" h="24400" extrusionOk="0">
                        <a:moveTo>
                          <a:pt x="12056" y="24401"/>
                        </a:moveTo>
                        <a:lnTo>
                          <a:pt x="280055" y="24401"/>
                        </a:lnTo>
                        <a:cubicBezTo>
                          <a:pt x="296163" y="24401"/>
                          <a:pt x="296163" y="0"/>
                          <a:pt x="280055" y="0"/>
                        </a:cubicBezTo>
                        <a:lnTo>
                          <a:pt x="12056" y="0"/>
                        </a:lnTo>
                        <a:cubicBezTo>
                          <a:pt x="-4019" y="0"/>
                          <a:pt x="-4019" y="24401"/>
                          <a:pt x="12056" y="2440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3" name="Google Shape;953;p21"/>
                  <p:cNvSpPr/>
                  <p:nvPr/>
                </p:nvSpPr>
                <p:spPr>
                  <a:xfrm>
                    <a:off x="2659142" y="544957"/>
                    <a:ext cx="292059" cy="11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059" h="11112" extrusionOk="0">
                        <a:moveTo>
                          <a:pt x="12030" y="11113"/>
                        </a:moveTo>
                        <a:lnTo>
                          <a:pt x="280029" y="11113"/>
                        </a:lnTo>
                        <a:cubicBezTo>
                          <a:pt x="287608" y="11113"/>
                          <a:pt x="291618" y="5743"/>
                          <a:pt x="292060" y="0"/>
                        </a:cubicBezTo>
                        <a:lnTo>
                          <a:pt x="0" y="0"/>
                        </a:lnTo>
                        <a:cubicBezTo>
                          <a:pt x="442" y="5709"/>
                          <a:pt x="4452" y="11113"/>
                          <a:pt x="12030" y="11113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4" name="Google Shape;954;p21"/>
                  <p:cNvSpPr/>
                  <p:nvPr/>
                </p:nvSpPr>
                <p:spPr>
                  <a:xfrm>
                    <a:off x="2750288" y="561278"/>
                    <a:ext cx="24332" cy="150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332" h="150736" extrusionOk="0">
                        <a:moveTo>
                          <a:pt x="24333" y="138681"/>
                        </a:moveTo>
                        <a:lnTo>
                          <a:pt x="24333" y="12056"/>
                        </a:lnTo>
                        <a:cubicBezTo>
                          <a:pt x="24333" y="-4019"/>
                          <a:pt x="0" y="-4019"/>
                          <a:pt x="0" y="12056"/>
                        </a:cubicBezTo>
                        <a:lnTo>
                          <a:pt x="0" y="138681"/>
                        </a:lnTo>
                        <a:cubicBezTo>
                          <a:pt x="0" y="154755"/>
                          <a:pt x="24333" y="154755"/>
                          <a:pt x="24333" y="13868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5" name="Google Shape;955;p21"/>
                  <p:cNvSpPr/>
                  <p:nvPr/>
                </p:nvSpPr>
                <p:spPr>
                  <a:xfrm>
                    <a:off x="2658871" y="810509"/>
                    <a:ext cx="292501" cy="4020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501" h="40203" extrusionOk="0">
                        <a:moveTo>
                          <a:pt x="10059" y="34"/>
                        </a:moveTo>
                        <a:lnTo>
                          <a:pt x="282476" y="34"/>
                        </a:lnTo>
                        <a:cubicBezTo>
                          <a:pt x="288016" y="34"/>
                          <a:pt x="292502" y="4520"/>
                          <a:pt x="292502" y="10059"/>
                        </a:cubicBezTo>
                        <a:lnTo>
                          <a:pt x="292502" y="30144"/>
                        </a:lnTo>
                        <a:cubicBezTo>
                          <a:pt x="292502" y="35683"/>
                          <a:pt x="287982" y="40203"/>
                          <a:pt x="282442" y="40203"/>
                        </a:cubicBezTo>
                        <a:lnTo>
                          <a:pt x="10059" y="40203"/>
                        </a:lnTo>
                        <a:cubicBezTo>
                          <a:pt x="4520" y="40203"/>
                          <a:pt x="0" y="35683"/>
                          <a:pt x="0" y="30144"/>
                        </a:cubicBezTo>
                        <a:lnTo>
                          <a:pt x="0" y="10059"/>
                        </a:lnTo>
                        <a:cubicBezTo>
                          <a:pt x="0" y="4520"/>
                          <a:pt x="4520" y="0"/>
                          <a:pt x="10059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6" name="Google Shape;956;p21"/>
                  <p:cNvSpPr/>
                  <p:nvPr/>
                </p:nvSpPr>
                <p:spPr>
                  <a:xfrm>
                    <a:off x="2658871" y="810543"/>
                    <a:ext cx="292501" cy="201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2501" h="20186" extrusionOk="0">
                        <a:moveTo>
                          <a:pt x="292502" y="20187"/>
                        </a:moveTo>
                        <a:lnTo>
                          <a:pt x="292502" y="10059"/>
                        </a:lnTo>
                        <a:cubicBezTo>
                          <a:pt x="292502" y="4520"/>
                          <a:pt x="287982" y="0"/>
                          <a:pt x="282476" y="0"/>
                        </a:cubicBezTo>
                        <a:lnTo>
                          <a:pt x="10059" y="0"/>
                        </a:lnTo>
                        <a:cubicBezTo>
                          <a:pt x="4520" y="0"/>
                          <a:pt x="0" y="4520"/>
                          <a:pt x="0" y="10059"/>
                        </a:cubicBezTo>
                        <a:lnTo>
                          <a:pt x="0" y="20187"/>
                        </a:lnTo>
                        <a:lnTo>
                          <a:pt x="292502" y="20187"/>
                        </a:lnTo>
                        <a:close/>
                      </a:path>
                    </a:pathLst>
                  </a:custGeom>
                  <a:solidFill>
                    <a:srgbClr val="161D1E">
                      <a:alpha val="3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8" name="Google Shape;958;p22"/>
          <p:cNvGrpSpPr/>
          <p:nvPr/>
        </p:nvGrpSpPr>
        <p:grpSpPr>
          <a:xfrm>
            <a:off x="-6388" y="6"/>
            <a:ext cx="9038235" cy="5143495"/>
            <a:chOff x="-6388" y="6"/>
            <a:chExt cx="9038235" cy="5143495"/>
          </a:xfrm>
        </p:grpSpPr>
        <p:grpSp>
          <p:nvGrpSpPr>
            <p:cNvPr id="959" name="Google Shape;959;p22"/>
            <p:cNvGrpSpPr/>
            <p:nvPr/>
          </p:nvGrpSpPr>
          <p:grpSpPr>
            <a:xfrm>
              <a:off x="287360" y="3511770"/>
              <a:ext cx="519900" cy="680530"/>
              <a:chOff x="5544622" y="2527045"/>
              <a:chExt cx="519900" cy="680530"/>
            </a:xfrm>
          </p:grpSpPr>
          <p:grpSp>
            <p:nvGrpSpPr>
              <p:cNvPr id="960" name="Google Shape;960;p22"/>
              <p:cNvGrpSpPr/>
              <p:nvPr/>
            </p:nvGrpSpPr>
            <p:grpSpPr>
              <a:xfrm>
                <a:off x="5584229" y="2527045"/>
                <a:ext cx="459095" cy="565322"/>
                <a:chOff x="5292342" y="3091129"/>
                <a:chExt cx="224771" cy="276766"/>
              </a:xfrm>
            </p:grpSpPr>
            <p:sp>
              <p:nvSpPr>
                <p:cNvPr id="961" name="Google Shape;961;p22"/>
                <p:cNvSpPr/>
                <p:nvPr/>
              </p:nvSpPr>
              <p:spPr>
                <a:xfrm>
                  <a:off x="5378390" y="3254253"/>
                  <a:ext cx="44247" cy="1136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247" h="113642" extrusionOk="0">
                      <a:moveTo>
                        <a:pt x="0" y="0"/>
                      </a:moveTo>
                      <a:lnTo>
                        <a:pt x="44247" y="0"/>
                      </a:lnTo>
                      <a:lnTo>
                        <a:pt x="44247" y="113643"/>
                      </a:lnTo>
                      <a:lnTo>
                        <a:pt x="0" y="113643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2" name="Google Shape;962;p22"/>
                <p:cNvSpPr/>
                <p:nvPr/>
              </p:nvSpPr>
              <p:spPr>
                <a:xfrm>
                  <a:off x="5292342" y="3091129"/>
                  <a:ext cx="224771" cy="224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771" h="224770" extrusionOk="0">
                      <a:moveTo>
                        <a:pt x="112385" y="224771"/>
                      </a:moveTo>
                      <a:cubicBezTo>
                        <a:pt x="174271" y="224771"/>
                        <a:pt x="224771" y="174305"/>
                        <a:pt x="224771" y="112386"/>
                      </a:cubicBezTo>
                      <a:cubicBezTo>
                        <a:pt x="224771" y="50466"/>
                        <a:pt x="174305" y="0"/>
                        <a:pt x="112385" y="0"/>
                      </a:cubicBezTo>
                      <a:cubicBezTo>
                        <a:pt x="50466" y="0"/>
                        <a:pt x="0" y="50500"/>
                        <a:pt x="0" y="112386"/>
                      </a:cubicBezTo>
                      <a:cubicBezTo>
                        <a:pt x="0" y="174271"/>
                        <a:pt x="50466" y="224771"/>
                        <a:pt x="112385" y="22477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3" name="Google Shape;963;p22"/>
                <p:cNvSpPr/>
                <p:nvPr/>
              </p:nvSpPr>
              <p:spPr>
                <a:xfrm>
                  <a:off x="5310116" y="3108903"/>
                  <a:ext cx="189189" cy="1892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89" h="189223" extrusionOk="0">
                      <a:moveTo>
                        <a:pt x="94612" y="189224"/>
                      </a:moveTo>
                      <a:cubicBezTo>
                        <a:pt x="146710" y="189224"/>
                        <a:pt x="189190" y="146744"/>
                        <a:pt x="189190" y="94612"/>
                      </a:cubicBezTo>
                      <a:cubicBezTo>
                        <a:pt x="189190" y="42480"/>
                        <a:pt x="146710" y="0"/>
                        <a:pt x="94612" y="0"/>
                      </a:cubicBezTo>
                      <a:cubicBezTo>
                        <a:pt x="42514" y="0"/>
                        <a:pt x="0" y="42514"/>
                        <a:pt x="0" y="94612"/>
                      </a:cubicBezTo>
                      <a:cubicBezTo>
                        <a:pt x="0" y="146709"/>
                        <a:pt x="42480" y="189224"/>
                        <a:pt x="94612" y="18922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4" name="Google Shape;964;p22"/>
                <p:cNvSpPr/>
                <p:nvPr/>
              </p:nvSpPr>
              <p:spPr>
                <a:xfrm>
                  <a:off x="5310116" y="3108937"/>
                  <a:ext cx="189189" cy="98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89" h="98180" extrusionOk="0">
                      <a:moveTo>
                        <a:pt x="94578" y="0"/>
                      </a:moveTo>
                      <a:cubicBezTo>
                        <a:pt x="146845" y="0"/>
                        <a:pt x="189190" y="42378"/>
                        <a:pt x="189190" y="94612"/>
                      </a:cubicBezTo>
                      <a:cubicBezTo>
                        <a:pt x="189190" y="95801"/>
                        <a:pt x="189190" y="96991"/>
                        <a:pt x="189122" y="98180"/>
                      </a:cubicBezTo>
                      <a:lnTo>
                        <a:pt x="68" y="98180"/>
                      </a:lnTo>
                      <a:cubicBezTo>
                        <a:pt x="68" y="96991"/>
                        <a:pt x="0" y="95801"/>
                        <a:pt x="0" y="94612"/>
                      </a:cubicBezTo>
                      <a:cubicBezTo>
                        <a:pt x="0" y="42378"/>
                        <a:pt x="42378" y="0"/>
                        <a:pt x="9461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" name="Google Shape;965;p22"/>
                <p:cNvSpPr/>
                <p:nvPr/>
              </p:nvSpPr>
              <p:spPr>
                <a:xfrm>
                  <a:off x="5402893" y="3125521"/>
                  <a:ext cx="97853" cy="80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53" h="80440" extrusionOk="0">
                      <a:moveTo>
                        <a:pt x="88902" y="38810"/>
                      </a:moveTo>
                      <a:cubicBezTo>
                        <a:pt x="95223" y="52302"/>
                        <a:pt x="98078" y="66507"/>
                        <a:pt x="97840" y="80440"/>
                      </a:cubicBezTo>
                      <a:lnTo>
                        <a:pt x="0" y="80440"/>
                      </a:lnTo>
                      <a:lnTo>
                        <a:pt x="55428" y="0"/>
                      </a:lnTo>
                      <a:cubicBezTo>
                        <a:pt x="69497" y="9278"/>
                        <a:pt x="81256" y="22429"/>
                        <a:pt x="88902" y="38776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6" name="Google Shape;966;p22"/>
                <p:cNvSpPr/>
                <p:nvPr/>
              </p:nvSpPr>
              <p:spPr>
                <a:xfrm>
                  <a:off x="5362485" y="3109487"/>
                  <a:ext cx="90873" cy="98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873" h="98173" extrusionOk="0">
                      <a:moveTo>
                        <a:pt x="50228" y="299"/>
                      </a:moveTo>
                      <a:cubicBezTo>
                        <a:pt x="65080" y="1455"/>
                        <a:pt x="78877" y="6008"/>
                        <a:pt x="90874" y="13111"/>
                      </a:cubicBezTo>
                      <a:lnTo>
                        <a:pt x="42548" y="98173"/>
                      </a:lnTo>
                      <a:lnTo>
                        <a:pt x="0" y="10257"/>
                      </a:lnTo>
                      <a:cubicBezTo>
                        <a:pt x="15055" y="2610"/>
                        <a:pt x="32217" y="-1128"/>
                        <a:pt x="50228" y="29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7" name="Google Shape;967;p22"/>
                <p:cNvSpPr/>
                <p:nvPr/>
              </p:nvSpPr>
              <p:spPr>
                <a:xfrm>
                  <a:off x="5311712" y="3126507"/>
                  <a:ext cx="97738" cy="81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738" h="81629" extrusionOk="0">
                      <a:moveTo>
                        <a:pt x="11657" y="31775"/>
                      </a:moveTo>
                      <a:cubicBezTo>
                        <a:pt x="18862" y="18725"/>
                        <a:pt x="28649" y="8054"/>
                        <a:pt x="40068" y="0"/>
                      </a:cubicBezTo>
                      <a:lnTo>
                        <a:pt x="97739" y="79047"/>
                      </a:lnTo>
                      <a:lnTo>
                        <a:pt x="103" y="81630"/>
                      </a:lnTo>
                      <a:cubicBezTo>
                        <a:pt x="-679" y="64808"/>
                        <a:pt x="2991" y="47578"/>
                        <a:pt x="11691" y="3174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68" name="Google Shape;968;p22"/>
                <p:cNvGrpSpPr/>
                <p:nvPr/>
              </p:nvGrpSpPr>
              <p:grpSpPr>
                <a:xfrm>
                  <a:off x="5361045" y="3146273"/>
                  <a:ext cx="64409" cy="79667"/>
                  <a:chOff x="5361045" y="3146273"/>
                  <a:chExt cx="64409" cy="79667"/>
                </a:xfrm>
              </p:grpSpPr>
              <p:sp>
                <p:nvSpPr>
                  <p:cNvPr id="969" name="Google Shape;969;p22"/>
                  <p:cNvSpPr/>
                  <p:nvPr/>
                </p:nvSpPr>
                <p:spPr>
                  <a:xfrm>
                    <a:off x="5382608" y="3183094"/>
                    <a:ext cx="42846" cy="428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846" h="42846" extrusionOk="0">
                        <a:moveTo>
                          <a:pt x="17328" y="404"/>
                        </a:moveTo>
                        <a:cubicBezTo>
                          <a:pt x="28951" y="-1873"/>
                          <a:pt x="40166" y="5705"/>
                          <a:pt x="42442" y="17328"/>
                        </a:cubicBezTo>
                        <a:cubicBezTo>
                          <a:pt x="44719" y="28951"/>
                          <a:pt x="37141" y="40199"/>
                          <a:pt x="25518" y="42442"/>
                        </a:cubicBezTo>
                        <a:cubicBezTo>
                          <a:pt x="13896" y="44719"/>
                          <a:pt x="2647" y="37141"/>
                          <a:pt x="404" y="25518"/>
                        </a:cubicBezTo>
                        <a:cubicBezTo>
                          <a:pt x="-1873" y="13930"/>
                          <a:pt x="5706" y="2681"/>
                          <a:pt x="17328" y="438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0" name="Google Shape;970;p22"/>
                  <p:cNvSpPr/>
                  <p:nvPr/>
                </p:nvSpPr>
                <p:spPr>
                  <a:xfrm>
                    <a:off x="5361045" y="3146273"/>
                    <a:ext cx="43376" cy="543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76" h="54353" extrusionOk="0">
                        <a:moveTo>
                          <a:pt x="30327" y="54353"/>
                        </a:moveTo>
                        <a:lnTo>
                          <a:pt x="43376" y="45348"/>
                        </a:lnTo>
                        <a:lnTo>
                          <a:pt x="14456" y="3411"/>
                        </a:lnTo>
                        <a:cubicBezTo>
                          <a:pt x="11975" y="-191"/>
                          <a:pt x="6980" y="-1075"/>
                          <a:pt x="3411" y="1406"/>
                        </a:cubicBezTo>
                        <a:lnTo>
                          <a:pt x="3411" y="1406"/>
                        </a:lnTo>
                        <a:cubicBezTo>
                          <a:pt x="-191" y="3853"/>
                          <a:pt x="-1075" y="8815"/>
                          <a:pt x="1406" y="12451"/>
                        </a:cubicBezTo>
                        <a:lnTo>
                          <a:pt x="30361" y="54353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71" name="Google Shape;971;p22"/>
              <p:cNvSpPr/>
              <p:nvPr/>
            </p:nvSpPr>
            <p:spPr>
              <a:xfrm>
                <a:off x="5544622" y="3092375"/>
                <a:ext cx="519900" cy="115200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972" name="Google Shape;972;p22"/>
            <p:cNvGrpSpPr/>
            <p:nvPr/>
          </p:nvGrpSpPr>
          <p:grpSpPr>
            <a:xfrm flipH="1">
              <a:off x="-6388" y="4164605"/>
              <a:ext cx="1107385" cy="978895"/>
              <a:chOff x="318247" y="2569282"/>
              <a:chExt cx="300928" cy="266062"/>
            </a:xfrm>
          </p:grpSpPr>
          <p:sp>
            <p:nvSpPr>
              <p:cNvPr id="973" name="Google Shape;973;p22"/>
              <p:cNvSpPr/>
              <p:nvPr/>
            </p:nvSpPr>
            <p:spPr>
              <a:xfrm>
                <a:off x="334831" y="2766730"/>
                <a:ext cx="32013" cy="12913"/>
              </a:xfrm>
              <a:custGeom>
                <a:avLst/>
                <a:gdLst/>
                <a:ahLst/>
                <a:cxnLst/>
                <a:rect l="l" t="t" r="r" b="b"/>
                <a:pathLst>
                  <a:path w="32013" h="12913" extrusionOk="0">
                    <a:moveTo>
                      <a:pt x="0" y="0"/>
                    </a:moveTo>
                    <a:lnTo>
                      <a:pt x="32013" y="0"/>
                    </a:lnTo>
                    <a:lnTo>
                      <a:pt x="32013" y="12914"/>
                    </a:lnTo>
                    <a:lnTo>
                      <a:pt x="0" y="1291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22"/>
              <p:cNvSpPr/>
              <p:nvPr/>
            </p:nvSpPr>
            <p:spPr>
              <a:xfrm>
                <a:off x="572414" y="2766866"/>
                <a:ext cx="32013" cy="12913"/>
              </a:xfrm>
              <a:custGeom>
                <a:avLst/>
                <a:gdLst/>
                <a:ahLst/>
                <a:cxnLst/>
                <a:rect l="l" t="t" r="r" b="b"/>
                <a:pathLst>
                  <a:path w="32013" h="12913" extrusionOk="0">
                    <a:moveTo>
                      <a:pt x="0" y="0"/>
                    </a:moveTo>
                    <a:lnTo>
                      <a:pt x="32013" y="0"/>
                    </a:lnTo>
                    <a:lnTo>
                      <a:pt x="32013" y="12914"/>
                    </a:lnTo>
                    <a:lnTo>
                      <a:pt x="0" y="1291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22"/>
              <p:cNvSpPr/>
              <p:nvPr/>
            </p:nvSpPr>
            <p:spPr>
              <a:xfrm>
                <a:off x="318247" y="2758778"/>
                <a:ext cx="30857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0857" h="30857" extrusionOk="0">
                    <a:moveTo>
                      <a:pt x="30858" y="15429"/>
                    </a:moveTo>
                    <a:cubicBezTo>
                      <a:pt x="30858" y="23950"/>
                      <a:pt x="23950" y="30858"/>
                      <a:pt x="15429" y="30858"/>
                    </a:cubicBezTo>
                    <a:cubicBezTo>
                      <a:pt x="6908" y="30858"/>
                      <a:pt x="0" y="23950"/>
                      <a:pt x="0" y="15429"/>
                    </a:cubicBezTo>
                    <a:cubicBezTo>
                      <a:pt x="0" y="6908"/>
                      <a:pt x="6908" y="0"/>
                      <a:pt x="15429" y="0"/>
                    </a:cubicBezTo>
                    <a:cubicBezTo>
                      <a:pt x="23950" y="0"/>
                      <a:pt x="30858" y="6908"/>
                      <a:pt x="30858" y="1542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6" name="Google Shape;976;p22"/>
              <p:cNvSpPr/>
              <p:nvPr/>
            </p:nvSpPr>
            <p:spPr>
              <a:xfrm>
                <a:off x="355391" y="2591236"/>
                <a:ext cx="227863" cy="196054"/>
              </a:xfrm>
              <a:custGeom>
                <a:avLst/>
                <a:gdLst/>
                <a:ahLst/>
                <a:cxnLst/>
                <a:rect l="l" t="t" r="r" b="b"/>
                <a:pathLst>
                  <a:path w="227863" h="196054" extrusionOk="0">
                    <a:moveTo>
                      <a:pt x="0" y="0"/>
                    </a:moveTo>
                    <a:lnTo>
                      <a:pt x="227864" y="0"/>
                    </a:lnTo>
                    <a:lnTo>
                      <a:pt x="185723" y="196055"/>
                    </a:lnTo>
                    <a:lnTo>
                      <a:pt x="39931" y="1960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7" name="Google Shape;977;p22"/>
              <p:cNvSpPr/>
              <p:nvPr/>
            </p:nvSpPr>
            <p:spPr>
              <a:xfrm>
                <a:off x="376937" y="2597013"/>
                <a:ext cx="181135" cy="155851"/>
              </a:xfrm>
              <a:custGeom>
                <a:avLst/>
                <a:gdLst/>
                <a:ahLst/>
                <a:cxnLst/>
                <a:rect l="l" t="t" r="r" b="b"/>
                <a:pathLst>
                  <a:path w="181135" h="155851" extrusionOk="0">
                    <a:moveTo>
                      <a:pt x="0" y="0"/>
                    </a:moveTo>
                    <a:lnTo>
                      <a:pt x="82310" y="0"/>
                    </a:lnTo>
                    <a:lnTo>
                      <a:pt x="82310" y="155851"/>
                    </a:lnTo>
                    <a:lnTo>
                      <a:pt x="31741" y="155851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98826" y="0"/>
                    </a:moveTo>
                    <a:lnTo>
                      <a:pt x="181135" y="0"/>
                    </a:lnTo>
                    <a:lnTo>
                      <a:pt x="147627" y="155851"/>
                    </a:lnTo>
                    <a:lnTo>
                      <a:pt x="98826" y="155851"/>
                    </a:lnTo>
                    <a:lnTo>
                      <a:pt x="98826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" name="Google Shape;978;p22"/>
              <p:cNvSpPr/>
              <p:nvPr/>
            </p:nvSpPr>
            <p:spPr>
              <a:xfrm>
                <a:off x="336598" y="2569282"/>
                <a:ext cx="265484" cy="25861"/>
              </a:xfrm>
              <a:custGeom>
                <a:avLst/>
                <a:gdLst/>
                <a:ahLst/>
                <a:cxnLst/>
                <a:rect l="l" t="t" r="r" b="b"/>
                <a:pathLst>
                  <a:path w="265484" h="25861" extrusionOk="0">
                    <a:moveTo>
                      <a:pt x="0" y="0"/>
                    </a:moveTo>
                    <a:lnTo>
                      <a:pt x="265484" y="0"/>
                    </a:lnTo>
                    <a:lnTo>
                      <a:pt x="265484" y="25862"/>
                    </a:lnTo>
                    <a:lnTo>
                      <a:pt x="0" y="258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22"/>
              <p:cNvSpPr/>
              <p:nvPr/>
            </p:nvSpPr>
            <p:spPr>
              <a:xfrm>
                <a:off x="358348" y="2753341"/>
                <a:ext cx="222018" cy="39965"/>
              </a:xfrm>
              <a:custGeom>
                <a:avLst/>
                <a:gdLst/>
                <a:ahLst/>
                <a:cxnLst/>
                <a:rect l="l" t="t" r="r" b="b"/>
                <a:pathLst>
                  <a:path w="222018" h="39965" extrusionOk="0">
                    <a:moveTo>
                      <a:pt x="0" y="0"/>
                    </a:moveTo>
                    <a:lnTo>
                      <a:pt x="222018" y="0"/>
                    </a:lnTo>
                    <a:lnTo>
                      <a:pt x="222018" y="39965"/>
                    </a:lnTo>
                    <a:lnTo>
                      <a:pt x="0" y="3996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22"/>
              <p:cNvSpPr/>
              <p:nvPr/>
            </p:nvSpPr>
            <p:spPr>
              <a:xfrm>
                <a:off x="371568" y="2763400"/>
                <a:ext cx="70754" cy="70755"/>
              </a:xfrm>
              <a:custGeom>
                <a:avLst/>
                <a:gdLst/>
                <a:ahLst/>
                <a:cxnLst/>
                <a:rect l="l" t="t" r="r" b="b"/>
                <a:pathLst>
                  <a:path w="70754" h="70755" extrusionOk="0">
                    <a:moveTo>
                      <a:pt x="35377" y="70755"/>
                    </a:moveTo>
                    <a:cubicBezTo>
                      <a:pt x="54850" y="70755"/>
                      <a:pt x="70755" y="54850"/>
                      <a:pt x="70755" y="35377"/>
                    </a:cubicBezTo>
                    <a:cubicBezTo>
                      <a:pt x="70755" y="15905"/>
                      <a:pt x="54850" y="0"/>
                      <a:pt x="35377" y="0"/>
                    </a:cubicBezTo>
                    <a:cubicBezTo>
                      <a:pt x="15905" y="0"/>
                      <a:pt x="0" y="15905"/>
                      <a:pt x="0" y="35377"/>
                    </a:cubicBezTo>
                    <a:cubicBezTo>
                      <a:pt x="0" y="54850"/>
                      <a:pt x="15905" y="70755"/>
                      <a:pt x="35377" y="7075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22"/>
              <p:cNvSpPr/>
              <p:nvPr/>
            </p:nvSpPr>
            <p:spPr>
              <a:xfrm>
                <a:off x="490478" y="2764589"/>
                <a:ext cx="70754" cy="70755"/>
              </a:xfrm>
              <a:custGeom>
                <a:avLst/>
                <a:gdLst/>
                <a:ahLst/>
                <a:cxnLst/>
                <a:rect l="l" t="t" r="r" b="b"/>
                <a:pathLst>
                  <a:path w="70754" h="70755" extrusionOk="0">
                    <a:moveTo>
                      <a:pt x="35378" y="70755"/>
                    </a:moveTo>
                    <a:cubicBezTo>
                      <a:pt x="54850" y="70755"/>
                      <a:pt x="70755" y="54850"/>
                      <a:pt x="70755" y="35378"/>
                    </a:cubicBezTo>
                    <a:cubicBezTo>
                      <a:pt x="70755" y="15905"/>
                      <a:pt x="54850" y="0"/>
                      <a:pt x="35378" y="0"/>
                    </a:cubicBezTo>
                    <a:cubicBezTo>
                      <a:pt x="15905" y="0"/>
                      <a:pt x="0" y="15905"/>
                      <a:pt x="0" y="35378"/>
                    </a:cubicBezTo>
                    <a:cubicBezTo>
                      <a:pt x="0" y="54850"/>
                      <a:pt x="15905" y="70755"/>
                      <a:pt x="35378" y="7075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22"/>
              <p:cNvSpPr/>
              <p:nvPr/>
            </p:nvSpPr>
            <p:spPr>
              <a:xfrm>
                <a:off x="380880" y="2772710"/>
                <a:ext cx="52131" cy="52131"/>
              </a:xfrm>
              <a:custGeom>
                <a:avLst/>
                <a:gdLst/>
                <a:ahLst/>
                <a:cxnLst/>
                <a:rect l="l" t="t" r="r" b="b"/>
                <a:pathLst>
                  <a:path w="52131" h="52131" extrusionOk="0">
                    <a:moveTo>
                      <a:pt x="52132" y="26066"/>
                    </a:moveTo>
                    <a:cubicBezTo>
                      <a:pt x="52132" y="40462"/>
                      <a:pt x="40462" y="52132"/>
                      <a:pt x="26066" y="52132"/>
                    </a:cubicBezTo>
                    <a:cubicBezTo>
                      <a:pt x="11670" y="52132"/>
                      <a:pt x="0" y="40462"/>
                      <a:pt x="0" y="26066"/>
                    </a:cubicBezTo>
                    <a:cubicBezTo>
                      <a:pt x="0" y="11670"/>
                      <a:pt x="11670" y="0"/>
                      <a:pt x="26066" y="0"/>
                    </a:cubicBezTo>
                    <a:cubicBezTo>
                      <a:pt x="40462" y="0"/>
                      <a:pt x="52132" y="11670"/>
                      <a:pt x="52132" y="2606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22"/>
              <p:cNvSpPr/>
              <p:nvPr/>
            </p:nvSpPr>
            <p:spPr>
              <a:xfrm>
                <a:off x="499790" y="2773900"/>
                <a:ext cx="52131" cy="52131"/>
              </a:xfrm>
              <a:custGeom>
                <a:avLst/>
                <a:gdLst/>
                <a:ahLst/>
                <a:cxnLst/>
                <a:rect l="l" t="t" r="r" b="b"/>
                <a:pathLst>
                  <a:path w="52131" h="52131" extrusionOk="0">
                    <a:moveTo>
                      <a:pt x="52132" y="26066"/>
                    </a:moveTo>
                    <a:cubicBezTo>
                      <a:pt x="52132" y="40462"/>
                      <a:pt x="40462" y="52132"/>
                      <a:pt x="26066" y="52132"/>
                    </a:cubicBezTo>
                    <a:cubicBezTo>
                      <a:pt x="11670" y="52132"/>
                      <a:pt x="0" y="40462"/>
                      <a:pt x="0" y="26066"/>
                    </a:cubicBezTo>
                    <a:cubicBezTo>
                      <a:pt x="0" y="11670"/>
                      <a:pt x="11670" y="0"/>
                      <a:pt x="26066" y="0"/>
                    </a:cubicBezTo>
                    <a:cubicBezTo>
                      <a:pt x="40462" y="0"/>
                      <a:pt x="52132" y="11670"/>
                      <a:pt x="52132" y="2606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4" name="Google Shape;984;p22"/>
              <p:cNvSpPr/>
              <p:nvPr/>
            </p:nvSpPr>
            <p:spPr>
              <a:xfrm>
                <a:off x="397838" y="2789670"/>
                <a:ext cx="18215" cy="18215"/>
              </a:xfrm>
              <a:custGeom>
                <a:avLst/>
                <a:gdLst/>
                <a:ahLst/>
                <a:cxnLst/>
                <a:rect l="l" t="t" r="r" b="b"/>
                <a:pathLst>
                  <a:path w="18215" h="18215" extrusionOk="0">
                    <a:moveTo>
                      <a:pt x="9108" y="18216"/>
                    </a:moveTo>
                    <a:cubicBezTo>
                      <a:pt x="14137" y="18216"/>
                      <a:pt x="18216" y="14104"/>
                      <a:pt x="18216" y="9108"/>
                    </a:cubicBezTo>
                    <a:cubicBezTo>
                      <a:pt x="18216" y="4112"/>
                      <a:pt x="14137" y="0"/>
                      <a:pt x="9108" y="0"/>
                    </a:cubicBezTo>
                    <a:cubicBezTo>
                      <a:pt x="4078" y="0"/>
                      <a:pt x="0" y="4078"/>
                      <a:pt x="0" y="9108"/>
                    </a:cubicBezTo>
                    <a:cubicBezTo>
                      <a:pt x="0" y="14138"/>
                      <a:pt x="4078" y="18216"/>
                      <a:pt x="9108" y="18216"/>
                    </a:cubicBez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" name="Google Shape;985;p22"/>
              <p:cNvSpPr/>
              <p:nvPr/>
            </p:nvSpPr>
            <p:spPr>
              <a:xfrm>
                <a:off x="516748" y="2790859"/>
                <a:ext cx="18215" cy="18215"/>
              </a:xfrm>
              <a:custGeom>
                <a:avLst/>
                <a:gdLst/>
                <a:ahLst/>
                <a:cxnLst/>
                <a:rect l="l" t="t" r="r" b="b"/>
                <a:pathLst>
                  <a:path w="18215" h="18215" extrusionOk="0">
                    <a:moveTo>
                      <a:pt x="9108" y="18215"/>
                    </a:moveTo>
                    <a:cubicBezTo>
                      <a:pt x="14137" y="18215"/>
                      <a:pt x="18216" y="14137"/>
                      <a:pt x="18216" y="9108"/>
                    </a:cubicBezTo>
                    <a:cubicBezTo>
                      <a:pt x="18216" y="4078"/>
                      <a:pt x="14137" y="0"/>
                      <a:pt x="9108" y="0"/>
                    </a:cubicBezTo>
                    <a:cubicBezTo>
                      <a:pt x="4078" y="0"/>
                      <a:pt x="0" y="4112"/>
                      <a:pt x="0" y="9108"/>
                    </a:cubicBezTo>
                    <a:cubicBezTo>
                      <a:pt x="0" y="14103"/>
                      <a:pt x="4078" y="18215"/>
                      <a:pt x="9108" y="18215"/>
                    </a:cubicBez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" name="Google Shape;986;p22"/>
              <p:cNvSpPr/>
              <p:nvPr/>
            </p:nvSpPr>
            <p:spPr>
              <a:xfrm>
                <a:off x="591003" y="2754496"/>
                <a:ext cx="28172" cy="38673"/>
              </a:xfrm>
              <a:custGeom>
                <a:avLst/>
                <a:gdLst/>
                <a:ahLst/>
                <a:cxnLst/>
                <a:rect l="l" t="t" r="r" b="b"/>
                <a:pathLst>
                  <a:path w="28172" h="38673" extrusionOk="0">
                    <a:moveTo>
                      <a:pt x="8972" y="12506"/>
                    </a:moveTo>
                    <a:lnTo>
                      <a:pt x="8972" y="26168"/>
                    </a:lnTo>
                    <a:lnTo>
                      <a:pt x="28173" y="26168"/>
                    </a:lnTo>
                    <a:lnTo>
                      <a:pt x="28173" y="38674"/>
                    </a:lnTo>
                    <a:lnTo>
                      <a:pt x="0" y="38674"/>
                    </a:lnTo>
                    <a:lnTo>
                      <a:pt x="0" y="38572"/>
                    </a:lnTo>
                    <a:lnTo>
                      <a:pt x="0" y="26168"/>
                    </a:lnTo>
                    <a:lnTo>
                      <a:pt x="0" y="12506"/>
                    </a:lnTo>
                    <a:lnTo>
                      <a:pt x="0" y="2277"/>
                    </a:lnTo>
                    <a:lnTo>
                      <a:pt x="0" y="0"/>
                    </a:lnTo>
                    <a:lnTo>
                      <a:pt x="28173" y="0"/>
                    </a:lnTo>
                    <a:lnTo>
                      <a:pt x="28173" y="12506"/>
                    </a:lnTo>
                    <a:lnTo>
                      <a:pt x="8972" y="1250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7" name="Google Shape;987;p22"/>
            <p:cNvGrpSpPr/>
            <p:nvPr/>
          </p:nvGrpSpPr>
          <p:grpSpPr>
            <a:xfrm>
              <a:off x="8736073" y="4164589"/>
              <a:ext cx="295775" cy="909854"/>
              <a:chOff x="199798" y="2774664"/>
              <a:chExt cx="295775" cy="909854"/>
            </a:xfrm>
          </p:grpSpPr>
          <p:grpSp>
            <p:nvGrpSpPr>
              <p:cNvPr id="988" name="Google Shape;988;p22"/>
              <p:cNvGrpSpPr/>
              <p:nvPr/>
            </p:nvGrpSpPr>
            <p:grpSpPr>
              <a:xfrm>
                <a:off x="199798" y="2774664"/>
                <a:ext cx="295775" cy="386504"/>
                <a:chOff x="5612846" y="2845934"/>
                <a:chExt cx="147423" cy="192655"/>
              </a:xfrm>
            </p:grpSpPr>
            <p:sp>
              <p:nvSpPr>
                <p:cNvPr id="989" name="Google Shape;989;p22"/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0" name="Google Shape;990;p22"/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1" name="Google Shape;991;p22"/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2" name="Google Shape;992;p22"/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22"/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22"/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95" name="Google Shape;995;p22"/>
              <p:cNvGrpSpPr/>
              <p:nvPr/>
            </p:nvGrpSpPr>
            <p:grpSpPr>
              <a:xfrm>
                <a:off x="199798" y="3298014"/>
                <a:ext cx="295775" cy="386504"/>
                <a:chOff x="5612846" y="2845934"/>
                <a:chExt cx="147423" cy="192655"/>
              </a:xfrm>
            </p:grpSpPr>
            <p:sp>
              <p:nvSpPr>
                <p:cNvPr id="996" name="Google Shape;996;p22"/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7" name="Google Shape;997;p22"/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8" name="Google Shape;998;p22"/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22"/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0" name="Google Shape;1000;p22"/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1" name="Google Shape;1001;p22"/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02" name="Google Shape;1002;p22"/>
            <p:cNvGrpSpPr/>
            <p:nvPr/>
          </p:nvGrpSpPr>
          <p:grpSpPr>
            <a:xfrm>
              <a:off x="8191516" y="6"/>
              <a:ext cx="710680" cy="1434091"/>
              <a:chOff x="3013563" y="531703"/>
              <a:chExt cx="296018" cy="597339"/>
            </a:xfrm>
          </p:grpSpPr>
          <p:sp>
            <p:nvSpPr>
              <p:cNvPr id="1003" name="Google Shape;1003;p22"/>
              <p:cNvSpPr/>
              <p:nvPr/>
            </p:nvSpPr>
            <p:spPr>
              <a:xfrm>
                <a:off x="3129245" y="1092067"/>
                <a:ext cx="68715" cy="11316"/>
              </a:xfrm>
              <a:custGeom>
                <a:avLst/>
                <a:gdLst/>
                <a:ahLst/>
                <a:cxnLst/>
                <a:rect l="l" t="t" r="r" b="b"/>
                <a:pathLst>
                  <a:path w="68715" h="11316" extrusionOk="0">
                    <a:moveTo>
                      <a:pt x="4112" y="11317"/>
                    </a:moveTo>
                    <a:lnTo>
                      <a:pt x="64638" y="11317"/>
                    </a:lnTo>
                    <a:cubicBezTo>
                      <a:pt x="66881" y="11317"/>
                      <a:pt x="68716" y="9278"/>
                      <a:pt x="68716" y="6797"/>
                    </a:cubicBezTo>
                    <a:lnTo>
                      <a:pt x="68716" y="0"/>
                    </a:lnTo>
                    <a:lnTo>
                      <a:pt x="0" y="0"/>
                    </a:lnTo>
                    <a:lnTo>
                      <a:pt x="0" y="6797"/>
                    </a:lnTo>
                    <a:cubicBezTo>
                      <a:pt x="0" y="9278"/>
                      <a:pt x="1835" y="11317"/>
                      <a:pt x="4078" y="11317"/>
                    </a:cubicBezTo>
                    <a:close/>
                  </a:path>
                </a:pathLst>
              </a:custGeom>
              <a:solidFill>
                <a:srgbClr val="98BD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" name="Google Shape;1004;p22"/>
              <p:cNvSpPr/>
              <p:nvPr/>
            </p:nvSpPr>
            <p:spPr>
              <a:xfrm>
                <a:off x="3129279" y="934551"/>
                <a:ext cx="68681" cy="160507"/>
              </a:xfrm>
              <a:custGeom>
                <a:avLst/>
                <a:gdLst/>
                <a:ahLst/>
                <a:cxnLst/>
                <a:rect l="l" t="t" r="r" b="b"/>
                <a:pathLst>
                  <a:path w="68681" h="160507" extrusionOk="0">
                    <a:moveTo>
                      <a:pt x="0" y="0"/>
                    </a:moveTo>
                    <a:lnTo>
                      <a:pt x="68682" y="0"/>
                    </a:lnTo>
                    <a:lnTo>
                      <a:pt x="68682" y="160507"/>
                    </a:lnTo>
                    <a:lnTo>
                      <a:pt x="0" y="16050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" name="Google Shape;1005;p22"/>
              <p:cNvSpPr/>
              <p:nvPr/>
            </p:nvSpPr>
            <p:spPr>
              <a:xfrm>
                <a:off x="3129279" y="1054855"/>
                <a:ext cx="68681" cy="40203"/>
              </a:xfrm>
              <a:custGeom>
                <a:avLst/>
                <a:gdLst/>
                <a:ahLst/>
                <a:cxnLst/>
                <a:rect l="l" t="t" r="r" b="b"/>
                <a:pathLst>
                  <a:path w="68681" h="40203" extrusionOk="0">
                    <a:moveTo>
                      <a:pt x="0" y="40203"/>
                    </a:moveTo>
                    <a:lnTo>
                      <a:pt x="68682" y="40203"/>
                    </a:lnTo>
                    <a:lnTo>
                      <a:pt x="68682" y="0"/>
                    </a:lnTo>
                    <a:lnTo>
                      <a:pt x="0" y="38674"/>
                    </a:lnTo>
                    <a:lnTo>
                      <a:pt x="0" y="40203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p22"/>
              <p:cNvSpPr/>
              <p:nvPr/>
            </p:nvSpPr>
            <p:spPr>
              <a:xfrm>
                <a:off x="3172881" y="934551"/>
                <a:ext cx="13491" cy="160507"/>
              </a:xfrm>
              <a:custGeom>
                <a:avLst/>
                <a:gdLst/>
                <a:ahLst/>
                <a:cxnLst/>
                <a:rect l="l" t="t" r="r" b="b"/>
                <a:pathLst>
                  <a:path w="13491" h="160507" extrusionOk="0">
                    <a:moveTo>
                      <a:pt x="0" y="0"/>
                    </a:moveTo>
                    <a:lnTo>
                      <a:pt x="13492" y="0"/>
                    </a:lnTo>
                    <a:lnTo>
                      <a:pt x="13492" y="160507"/>
                    </a:lnTo>
                    <a:lnTo>
                      <a:pt x="0" y="16050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p22"/>
              <p:cNvSpPr/>
              <p:nvPr/>
            </p:nvSpPr>
            <p:spPr>
              <a:xfrm>
                <a:off x="3137333" y="950557"/>
                <a:ext cx="18147" cy="125095"/>
              </a:xfrm>
              <a:custGeom>
                <a:avLst/>
                <a:gdLst/>
                <a:ahLst/>
                <a:cxnLst/>
                <a:rect l="l" t="t" r="r" b="b"/>
                <a:pathLst>
                  <a:path w="18147" h="125095" extrusionOk="0">
                    <a:moveTo>
                      <a:pt x="18147" y="116634"/>
                    </a:moveTo>
                    <a:lnTo>
                      <a:pt x="18147" y="8462"/>
                    </a:lnTo>
                    <a:cubicBezTo>
                      <a:pt x="18147" y="-2821"/>
                      <a:pt x="0" y="-2821"/>
                      <a:pt x="0" y="8462"/>
                    </a:cubicBezTo>
                    <a:lnTo>
                      <a:pt x="0" y="116634"/>
                    </a:lnTo>
                    <a:cubicBezTo>
                      <a:pt x="0" y="127916"/>
                      <a:pt x="18147" y="127916"/>
                      <a:pt x="18147" y="1166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22"/>
              <p:cNvSpPr/>
              <p:nvPr/>
            </p:nvSpPr>
            <p:spPr>
              <a:xfrm>
                <a:off x="3115821" y="924627"/>
                <a:ext cx="93830" cy="15428"/>
              </a:xfrm>
              <a:custGeom>
                <a:avLst/>
                <a:gdLst/>
                <a:ahLst/>
                <a:cxnLst/>
                <a:rect l="l" t="t" r="r" b="b"/>
                <a:pathLst>
                  <a:path w="93830" h="15428" extrusionOk="0">
                    <a:moveTo>
                      <a:pt x="5573" y="15429"/>
                    </a:moveTo>
                    <a:lnTo>
                      <a:pt x="88257" y="15429"/>
                    </a:lnTo>
                    <a:cubicBezTo>
                      <a:pt x="91315" y="15429"/>
                      <a:pt x="93830" y="12642"/>
                      <a:pt x="93830" y="9244"/>
                    </a:cubicBezTo>
                    <a:lnTo>
                      <a:pt x="93830" y="0"/>
                    </a:lnTo>
                    <a:lnTo>
                      <a:pt x="0" y="0"/>
                    </a:lnTo>
                    <a:lnTo>
                      <a:pt x="0" y="9244"/>
                    </a:lnTo>
                    <a:cubicBezTo>
                      <a:pt x="0" y="12642"/>
                      <a:pt x="2515" y="15429"/>
                      <a:pt x="5573" y="154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22"/>
              <p:cNvSpPr/>
              <p:nvPr/>
            </p:nvSpPr>
            <p:spPr>
              <a:xfrm>
                <a:off x="3115821" y="714639"/>
                <a:ext cx="93796" cy="219265"/>
              </a:xfrm>
              <a:custGeom>
                <a:avLst/>
                <a:gdLst/>
                <a:ahLst/>
                <a:cxnLst/>
                <a:rect l="l" t="t" r="r" b="b"/>
                <a:pathLst>
                  <a:path w="93796" h="219265" extrusionOk="0">
                    <a:moveTo>
                      <a:pt x="0" y="0"/>
                    </a:moveTo>
                    <a:lnTo>
                      <a:pt x="93796" y="0"/>
                    </a:lnTo>
                    <a:lnTo>
                      <a:pt x="93796" y="219266"/>
                    </a:lnTo>
                    <a:lnTo>
                      <a:pt x="0" y="21926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22"/>
              <p:cNvSpPr/>
              <p:nvPr/>
            </p:nvSpPr>
            <p:spPr>
              <a:xfrm>
                <a:off x="3170332" y="714639"/>
                <a:ext cx="25997" cy="219265"/>
              </a:xfrm>
              <a:custGeom>
                <a:avLst/>
                <a:gdLst/>
                <a:ahLst/>
                <a:cxnLst/>
                <a:rect l="l" t="t" r="r" b="b"/>
                <a:pathLst>
                  <a:path w="25997" h="219265" extrusionOk="0">
                    <a:moveTo>
                      <a:pt x="0" y="0"/>
                    </a:moveTo>
                    <a:lnTo>
                      <a:pt x="25998" y="0"/>
                    </a:lnTo>
                    <a:lnTo>
                      <a:pt x="25998" y="219266"/>
                    </a:lnTo>
                    <a:lnTo>
                      <a:pt x="0" y="219266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p22"/>
              <p:cNvSpPr/>
              <p:nvPr/>
            </p:nvSpPr>
            <p:spPr>
              <a:xfrm>
                <a:off x="3123944" y="742184"/>
                <a:ext cx="21307" cy="174950"/>
              </a:xfrm>
              <a:custGeom>
                <a:avLst/>
                <a:gdLst/>
                <a:ahLst/>
                <a:cxnLst/>
                <a:rect l="l" t="t" r="r" b="b"/>
                <a:pathLst>
                  <a:path w="21307" h="174950" extrusionOk="0">
                    <a:moveTo>
                      <a:pt x="21308" y="164398"/>
                    </a:moveTo>
                    <a:lnTo>
                      <a:pt x="21308" y="10552"/>
                    </a:lnTo>
                    <a:cubicBezTo>
                      <a:pt x="21308" y="-3517"/>
                      <a:pt x="0" y="-3517"/>
                      <a:pt x="0" y="10552"/>
                    </a:cubicBezTo>
                    <a:lnTo>
                      <a:pt x="0" y="164398"/>
                    </a:lnTo>
                    <a:cubicBezTo>
                      <a:pt x="0" y="178468"/>
                      <a:pt x="21308" y="178468"/>
                      <a:pt x="21308" y="16439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" name="Google Shape;1012;p22"/>
              <p:cNvSpPr/>
              <p:nvPr/>
            </p:nvSpPr>
            <p:spPr>
              <a:xfrm>
                <a:off x="3096450" y="709950"/>
                <a:ext cx="134101" cy="22055"/>
              </a:xfrm>
              <a:custGeom>
                <a:avLst/>
                <a:gdLst/>
                <a:ahLst/>
                <a:cxnLst/>
                <a:rect l="l" t="t" r="r" b="b"/>
                <a:pathLst>
                  <a:path w="134101" h="22055" extrusionOk="0">
                    <a:moveTo>
                      <a:pt x="7986" y="22056"/>
                    </a:moveTo>
                    <a:lnTo>
                      <a:pt x="126149" y="22056"/>
                    </a:lnTo>
                    <a:cubicBezTo>
                      <a:pt x="130533" y="22056"/>
                      <a:pt x="134102" y="18080"/>
                      <a:pt x="134102" y="13220"/>
                    </a:cubicBezTo>
                    <a:lnTo>
                      <a:pt x="134102" y="0"/>
                    </a:lnTo>
                    <a:lnTo>
                      <a:pt x="0" y="0"/>
                    </a:lnTo>
                    <a:lnTo>
                      <a:pt x="0" y="13220"/>
                    </a:lnTo>
                    <a:cubicBezTo>
                      <a:pt x="0" y="18080"/>
                      <a:pt x="3602" y="22056"/>
                      <a:pt x="7986" y="2205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" name="Google Shape;1013;p22"/>
              <p:cNvSpPr/>
              <p:nvPr/>
            </p:nvSpPr>
            <p:spPr>
              <a:xfrm>
                <a:off x="3096518" y="537786"/>
                <a:ext cx="133999" cy="185383"/>
              </a:xfrm>
              <a:custGeom>
                <a:avLst/>
                <a:gdLst/>
                <a:ahLst/>
                <a:cxnLst/>
                <a:rect l="l" t="t" r="r" b="b"/>
                <a:pathLst>
                  <a:path w="133999" h="185383" extrusionOk="0">
                    <a:moveTo>
                      <a:pt x="0" y="0"/>
                    </a:moveTo>
                    <a:lnTo>
                      <a:pt x="133999" y="0"/>
                    </a:lnTo>
                    <a:lnTo>
                      <a:pt x="133999" y="185383"/>
                    </a:lnTo>
                    <a:lnTo>
                      <a:pt x="0" y="18538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" name="Google Shape;1014;p22"/>
              <p:cNvSpPr/>
              <p:nvPr/>
            </p:nvSpPr>
            <p:spPr>
              <a:xfrm>
                <a:off x="3184741" y="537786"/>
                <a:ext cx="32590" cy="185383"/>
              </a:xfrm>
              <a:custGeom>
                <a:avLst/>
                <a:gdLst/>
                <a:ahLst/>
                <a:cxnLst/>
                <a:rect l="l" t="t" r="r" b="b"/>
                <a:pathLst>
                  <a:path w="32590" h="185383" extrusionOk="0">
                    <a:moveTo>
                      <a:pt x="0" y="0"/>
                    </a:moveTo>
                    <a:lnTo>
                      <a:pt x="32591" y="0"/>
                    </a:lnTo>
                    <a:lnTo>
                      <a:pt x="32591" y="185383"/>
                    </a:lnTo>
                    <a:lnTo>
                      <a:pt x="0" y="185383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" name="Google Shape;1015;p22"/>
              <p:cNvSpPr/>
              <p:nvPr/>
            </p:nvSpPr>
            <p:spPr>
              <a:xfrm>
                <a:off x="3017420" y="531703"/>
                <a:ext cx="292161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292161" h="24400" extrusionOk="0">
                    <a:moveTo>
                      <a:pt x="12081" y="24401"/>
                    </a:moveTo>
                    <a:lnTo>
                      <a:pt x="280080" y="24401"/>
                    </a:lnTo>
                    <a:cubicBezTo>
                      <a:pt x="296189" y="24401"/>
                      <a:pt x="296189" y="0"/>
                      <a:pt x="280080" y="0"/>
                    </a:cubicBezTo>
                    <a:lnTo>
                      <a:pt x="12081" y="0"/>
                    </a:lnTo>
                    <a:cubicBezTo>
                      <a:pt x="-4027" y="0"/>
                      <a:pt x="-4027" y="24401"/>
                      <a:pt x="12081" y="24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" name="Google Shape;1016;p22"/>
              <p:cNvSpPr/>
              <p:nvPr/>
            </p:nvSpPr>
            <p:spPr>
              <a:xfrm>
                <a:off x="3017471" y="544957"/>
                <a:ext cx="292059" cy="11112"/>
              </a:xfrm>
              <a:custGeom>
                <a:avLst/>
                <a:gdLst/>
                <a:ahLst/>
                <a:cxnLst/>
                <a:rect l="l" t="t" r="r" b="b"/>
                <a:pathLst>
                  <a:path w="292059" h="11112" extrusionOk="0">
                    <a:moveTo>
                      <a:pt x="12030" y="11113"/>
                    </a:moveTo>
                    <a:lnTo>
                      <a:pt x="280029" y="11113"/>
                    </a:lnTo>
                    <a:cubicBezTo>
                      <a:pt x="287608" y="11113"/>
                      <a:pt x="291618" y="5743"/>
                      <a:pt x="292060" y="0"/>
                    </a:cubicBezTo>
                    <a:lnTo>
                      <a:pt x="0" y="0"/>
                    </a:lnTo>
                    <a:cubicBezTo>
                      <a:pt x="442" y="5709"/>
                      <a:pt x="4452" y="11113"/>
                      <a:pt x="12030" y="1111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" name="Google Shape;1017;p22"/>
              <p:cNvSpPr/>
              <p:nvPr/>
            </p:nvSpPr>
            <p:spPr>
              <a:xfrm>
                <a:off x="3108617" y="561278"/>
                <a:ext cx="24332" cy="150736"/>
              </a:xfrm>
              <a:custGeom>
                <a:avLst/>
                <a:gdLst/>
                <a:ahLst/>
                <a:cxnLst/>
                <a:rect l="l" t="t" r="r" b="b"/>
                <a:pathLst>
                  <a:path w="24332" h="150736" extrusionOk="0">
                    <a:moveTo>
                      <a:pt x="24333" y="138681"/>
                    </a:moveTo>
                    <a:lnTo>
                      <a:pt x="24333" y="12056"/>
                    </a:lnTo>
                    <a:cubicBezTo>
                      <a:pt x="24333" y="-4019"/>
                      <a:pt x="0" y="-4019"/>
                      <a:pt x="0" y="12056"/>
                    </a:cubicBezTo>
                    <a:lnTo>
                      <a:pt x="0" y="138681"/>
                    </a:lnTo>
                    <a:cubicBezTo>
                      <a:pt x="0" y="154755"/>
                      <a:pt x="24333" y="154755"/>
                      <a:pt x="24333" y="13868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" name="Google Shape;1018;p22"/>
              <p:cNvSpPr/>
              <p:nvPr/>
            </p:nvSpPr>
            <p:spPr>
              <a:xfrm>
                <a:off x="3013563" y="1088839"/>
                <a:ext cx="292501" cy="40203"/>
              </a:xfrm>
              <a:custGeom>
                <a:avLst/>
                <a:gdLst/>
                <a:ahLst/>
                <a:cxnLst/>
                <a:rect l="l" t="t" r="r" b="b"/>
                <a:pathLst>
                  <a:path w="292501" h="40203" extrusionOk="0">
                    <a:moveTo>
                      <a:pt x="10025" y="0"/>
                    </a:moveTo>
                    <a:lnTo>
                      <a:pt x="282442" y="0"/>
                    </a:lnTo>
                    <a:cubicBezTo>
                      <a:pt x="287982" y="0"/>
                      <a:pt x="292502" y="4520"/>
                      <a:pt x="292502" y="10059"/>
                    </a:cubicBezTo>
                    <a:lnTo>
                      <a:pt x="292502" y="30144"/>
                    </a:lnTo>
                    <a:cubicBezTo>
                      <a:pt x="292502" y="35683"/>
                      <a:pt x="287982" y="40203"/>
                      <a:pt x="282442" y="40203"/>
                    </a:cubicBezTo>
                    <a:lnTo>
                      <a:pt x="10025" y="40203"/>
                    </a:lnTo>
                    <a:cubicBezTo>
                      <a:pt x="4486" y="40203"/>
                      <a:pt x="0" y="35717"/>
                      <a:pt x="0" y="30178"/>
                    </a:cubicBezTo>
                    <a:lnTo>
                      <a:pt x="0" y="10059"/>
                    </a:lnTo>
                    <a:cubicBezTo>
                      <a:pt x="0" y="4520"/>
                      <a:pt x="4486" y="34"/>
                      <a:pt x="10025" y="3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" name="Google Shape;1019;p22"/>
              <p:cNvSpPr/>
              <p:nvPr/>
            </p:nvSpPr>
            <p:spPr>
              <a:xfrm>
                <a:off x="3013563" y="1088839"/>
                <a:ext cx="292501" cy="20186"/>
              </a:xfrm>
              <a:custGeom>
                <a:avLst/>
                <a:gdLst/>
                <a:ahLst/>
                <a:cxnLst/>
                <a:rect l="l" t="t" r="r" b="b"/>
                <a:pathLst>
                  <a:path w="292501" h="20186" extrusionOk="0">
                    <a:moveTo>
                      <a:pt x="292502" y="20187"/>
                    </a:moveTo>
                    <a:lnTo>
                      <a:pt x="292502" y="10059"/>
                    </a:lnTo>
                    <a:cubicBezTo>
                      <a:pt x="292502" y="4520"/>
                      <a:pt x="287982" y="0"/>
                      <a:pt x="282442" y="0"/>
                    </a:cubicBezTo>
                    <a:lnTo>
                      <a:pt x="10025" y="0"/>
                    </a:lnTo>
                    <a:cubicBezTo>
                      <a:pt x="4520" y="0"/>
                      <a:pt x="0" y="4520"/>
                      <a:pt x="0" y="10059"/>
                    </a:cubicBezTo>
                    <a:lnTo>
                      <a:pt x="0" y="20187"/>
                    </a:lnTo>
                    <a:lnTo>
                      <a:pt x="292502" y="20187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1" name="Google Shape;1021;p23"/>
          <p:cNvGrpSpPr/>
          <p:nvPr/>
        </p:nvGrpSpPr>
        <p:grpSpPr>
          <a:xfrm>
            <a:off x="-111954" y="1297489"/>
            <a:ext cx="9256024" cy="3934331"/>
            <a:chOff x="-111954" y="1297489"/>
            <a:chExt cx="9256024" cy="3934331"/>
          </a:xfrm>
        </p:grpSpPr>
        <p:grpSp>
          <p:nvGrpSpPr>
            <p:cNvPr id="1022" name="Google Shape;1022;p23"/>
            <p:cNvGrpSpPr/>
            <p:nvPr/>
          </p:nvGrpSpPr>
          <p:grpSpPr>
            <a:xfrm>
              <a:off x="-111954" y="3312882"/>
              <a:ext cx="978840" cy="1918938"/>
              <a:chOff x="5261279" y="1944386"/>
              <a:chExt cx="343549" cy="673501"/>
            </a:xfrm>
          </p:grpSpPr>
          <p:sp>
            <p:nvSpPr>
              <p:cNvPr id="1023" name="Google Shape;1023;p23"/>
              <p:cNvSpPr/>
              <p:nvPr/>
            </p:nvSpPr>
            <p:spPr>
              <a:xfrm rot="1397564">
                <a:off x="5484957" y="2325472"/>
                <a:ext cx="77637" cy="116565"/>
              </a:xfrm>
              <a:custGeom>
                <a:avLst/>
                <a:gdLst/>
                <a:ahLst/>
                <a:cxnLst/>
                <a:rect l="l" t="t" r="r" b="b"/>
                <a:pathLst>
                  <a:path w="77721" h="116692" extrusionOk="0">
                    <a:moveTo>
                      <a:pt x="1750" y="594"/>
                    </a:moveTo>
                    <a:lnTo>
                      <a:pt x="1750" y="594"/>
                    </a:lnTo>
                    <a:cubicBezTo>
                      <a:pt x="-17" y="1716"/>
                      <a:pt x="-527" y="4095"/>
                      <a:pt x="594" y="5862"/>
                    </a:cubicBezTo>
                    <a:lnTo>
                      <a:pt x="70704" y="114951"/>
                    </a:lnTo>
                    <a:cubicBezTo>
                      <a:pt x="71825" y="116718"/>
                      <a:pt x="74204" y="117228"/>
                      <a:pt x="75971" y="116073"/>
                    </a:cubicBezTo>
                    <a:lnTo>
                      <a:pt x="75971" y="116073"/>
                    </a:lnTo>
                    <a:cubicBezTo>
                      <a:pt x="77738" y="114951"/>
                      <a:pt x="78248" y="112572"/>
                      <a:pt x="77127" y="110805"/>
                    </a:cubicBezTo>
                    <a:lnTo>
                      <a:pt x="7017" y="1750"/>
                    </a:lnTo>
                    <a:cubicBezTo>
                      <a:pt x="5896" y="-17"/>
                      <a:pt x="3517" y="-527"/>
                      <a:pt x="1750" y="59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23"/>
              <p:cNvSpPr/>
              <p:nvPr/>
            </p:nvSpPr>
            <p:spPr>
              <a:xfrm rot="1397564">
                <a:off x="5507184" y="2468622"/>
                <a:ext cx="77762" cy="116588"/>
              </a:xfrm>
              <a:custGeom>
                <a:avLst/>
                <a:gdLst/>
                <a:ahLst/>
                <a:cxnLst/>
                <a:rect l="l" t="t" r="r" b="b"/>
                <a:pathLst>
                  <a:path w="77846" h="116715" extrusionOk="0">
                    <a:moveTo>
                      <a:pt x="655" y="5879"/>
                    </a:moveTo>
                    <a:lnTo>
                      <a:pt x="70764" y="114934"/>
                    </a:lnTo>
                    <a:cubicBezTo>
                      <a:pt x="73517" y="119182"/>
                      <a:pt x="79906" y="115036"/>
                      <a:pt x="77187" y="110822"/>
                    </a:cubicBezTo>
                    <a:lnTo>
                      <a:pt x="7078" y="1767"/>
                    </a:lnTo>
                    <a:cubicBezTo>
                      <a:pt x="4393" y="-2447"/>
                      <a:pt x="-2064" y="1665"/>
                      <a:pt x="655" y="587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23"/>
              <p:cNvSpPr/>
              <p:nvPr/>
            </p:nvSpPr>
            <p:spPr>
              <a:xfrm>
                <a:off x="5354429" y="1998445"/>
                <a:ext cx="119182" cy="517957"/>
              </a:xfrm>
              <a:custGeom>
                <a:avLst/>
                <a:gdLst/>
                <a:ahLst/>
                <a:cxnLst/>
                <a:rect l="l" t="t" r="r" b="b"/>
                <a:pathLst>
                  <a:path w="119182" h="334166" extrusionOk="0">
                    <a:moveTo>
                      <a:pt x="0" y="332399"/>
                    </a:moveTo>
                    <a:lnTo>
                      <a:pt x="119182" y="334166"/>
                    </a:lnTo>
                    <a:lnTo>
                      <a:pt x="92913" y="884"/>
                    </a:lnTo>
                    <a:lnTo>
                      <a:pt x="34868" y="0"/>
                    </a:lnTo>
                    <a:lnTo>
                      <a:pt x="0" y="33239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" name="Google Shape;1026;p23"/>
              <p:cNvSpPr/>
              <p:nvPr/>
            </p:nvSpPr>
            <p:spPr>
              <a:xfrm>
                <a:off x="5302407" y="2467426"/>
                <a:ext cx="216899" cy="110666"/>
              </a:xfrm>
              <a:custGeom>
                <a:avLst/>
                <a:gdLst/>
                <a:ahLst/>
                <a:cxnLst/>
                <a:rect l="l" t="t" r="r" b="b"/>
                <a:pathLst>
                  <a:path w="216899" h="110666" extrusionOk="0">
                    <a:moveTo>
                      <a:pt x="132118" y="2665"/>
                    </a:moveTo>
                    <a:cubicBezTo>
                      <a:pt x="183367" y="14117"/>
                      <a:pt x="217962" y="60132"/>
                      <a:pt x="216875" y="110666"/>
                    </a:cubicBezTo>
                    <a:lnTo>
                      <a:pt x="22" y="110666"/>
                    </a:lnTo>
                    <a:cubicBezTo>
                      <a:pt x="-148" y="102136"/>
                      <a:pt x="668" y="93470"/>
                      <a:pt x="2639" y="84804"/>
                    </a:cubicBezTo>
                    <a:cubicBezTo>
                      <a:pt x="15688" y="26352"/>
                      <a:pt x="73700" y="-10419"/>
                      <a:pt x="132118" y="26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23"/>
              <p:cNvSpPr/>
              <p:nvPr/>
            </p:nvSpPr>
            <p:spPr>
              <a:xfrm rot="3786509">
                <a:off x="5361080" y="2010522"/>
                <a:ext cx="185458" cy="93721"/>
              </a:xfrm>
              <a:custGeom>
                <a:avLst/>
                <a:gdLst/>
                <a:ahLst/>
                <a:cxnLst/>
                <a:rect l="l" t="t" r="r" b="b"/>
                <a:pathLst>
                  <a:path w="236291" h="100389" extrusionOk="0">
                    <a:moveTo>
                      <a:pt x="11589" y="0"/>
                    </a:moveTo>
                    <a:lnTo>
                      <a:pt x="0" y="97738"/>
                    </a:lnTo>
                    <a:lnTo>
                      <a:pt x="230650" y="100389"/>
                    </a:lnTo>
                    <a:lnTo>
                      <a:pt x="236292" y="52777"/>
                    </a:lnTo>
                    <a:lnTo>
                      <a:pt x="1158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8" name="Google Shape;1028;p23"/>
              <p:cNvSpPr/>
              <p:nvPr/>
            </p:nvSpPr>
            <p:spPr>
              <a:xfrm>
                <a:off x="5370079" y="1944386"/>
                <a:ext cx="98572" cy="98571"/>
              </a:xfrm>
              <a:custGeom>
                <a:avLst/>
                <a:gdLst/>
                <a:ahLst/>
                <a:cxnLst/>
                <a:rect l="l" t="t" r="r" b="b"/>
                <a:pathLst>
                  <a:path w="98572" h="98571" extrusionOk="0">
                    <a:moveTo>
                      <a:pt x="98227" y="55067"/>
                    </a:moveTo>
                    <a:cubicBezTo>
                      <a:pt x="95032" y="82084"/>
                      <a:pt x="70495" y="101421"/>
                      <a:pt x="43478" y="98227"/>
                    </a:cubicBezTo>
                    <a:cubicBezTo>
                      <a:pt x="16461" y="95032"/>
                      <a:pt x="-2876" y="70529"/>
                      <a:pt x="352" y="43478"/>
                    </a:cubicBezTo>
                    <a:cubicBezTo>
                      <a:pt x="3547" y="16461"/>
                      <a:pt x="28083" y="-2876"/>
                      <a:pt x="55100" y="352"/>
                    </a:cubicBezTo>
                    <a:cubicBezTo>
                      <a:pt x="82118" y="3547"/>
                      <a:pt x="101421" y="28049"/>
                      <a:pt x="98227" y="5510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" name="Google Shape;1029;p23"/>
              <p:cNvSpPr/>
              <p:nvPr/>
            </p:nvSpPr>
            <p:spPr>
              <a:xfrm rot="1651514">
                <a:off x="5433706" y="2149644"/>
                <a:ext cx="117064" cy="132403"/>
              </a:xfrm>
              <a:custGeom>
                <a:avLst/>
                <a:gdLst/>
                <a:ahLst/>
                <a:cxnLst/>
                <a:rect l="l" t="t" r="r" b="b"/>
                <a:pathLst>
                  <a:path w="116973" h="132300" extrusionOk="0">
                    <a:moveTo>
                      <a:pt x="47544" y="0"/>
                    </a:moveTo>
                    <a:lnTo>
                      <a:pt x="0" y="38198"/>
                    </a:lnTo>
                    <a:lnTo>
                      <a:pt x="111196" y="132300"/>
                    </a:lnTo>
                    <a:lnTo>
                      <a:pt x="116974" y="127645"/>
                    </a:lnTo>
                    <a:lnTo>
                      <a:pt x="4754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" name="Google Shape;1030;p23"/>
              <p:cNvSpPr/>
              <p:nvPr/>
            </p:nvSpPr>
            <p:spPr>
              <a:xfrm rot="1651514">
                <a:off x="5435834" y="2112422"/>
                <a:ext cx="85828" cy="85822"/>
              </a:xfrm>
              <a:custGeom>
                <a:avLst/>
                <a:gdLst/>
                <a:ahLst/>
                <a:cxnLst/>
                <a:rect l="l" t="t" r="r" b="b"/>
                <a:pathLst>
                  <a:path w="85761" h="85755" extrusionOk="0">
                    <a:moveTo>
                      <a:pt x="85466" y="47907"/>
                    </a:moveTo>
                    <a:cubicBezTo>
                      <a:pt x="82680" y="71424"/>
                      <a:pt x="61338" y="88212"/>
                      <a:pt x="37821" y="85460"/>
                    </a:cubicBezTo>
                    <a:cubicBezTo>
                      <a:pt x="14304" y="82673"/>
                      <a:pt x="-2485" y="61331"/>
                      <a:pt x="302" y="37848"/>
                    </a:cubicBezTo>
                    <a:cubicBezTo>
                      <a:pt x="3089" y="14331"/>
                      <a:pt x="24431" y="-2457"/>
                      <a:pt x="47914" y="295"/>
                    </a:cubicBezTo>
                    <a:cubicBezTo>
                      <a:pt x="71431" y="3082"/>
                      <a:pt x="88219" y="24424"/>
                      <a:pt x="85466" y="479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23"/>
              <p:cNvSpPr/>
              <p:nvPr/>
            </p:nvSpPr>
            <p:spPr>
              <a:xfrm rot="1770831">
                <a:off x="5484845" y="2270187"/>
                <a:ext cx="49400" cy="49399"/>
              </a:xfrm>
              <a:custGeom>
                <a:avLst/>
                <a:gdLst/>
                <a:ahLst/>
                <a:cxnLst/>
                <a:rect l="l" t="t" r="r" b="b"/>
                <a:pathLst>
                  <a:path w="49413" h="49412" extrusionOk="0">
                    <a:moveTo>
                      <a:pt x="24707" y="49413"/>
                    </a:moveTo>
                    <a:cubicBezTo>
                      <a:pt x="38300" y="49413"/>
                      <a:pt x="49413" y="38334"/>
                      <a:pt x="49413" y="24706"/>
                    </a:cubicBezTo>
                    <a:cubicBezTo>
                      <a:pt x="49413" y="11079"/>
                      <a:pt x="38300" y="0"/>
                      <a:pt x="24707" y="0"/>
                    </a:cubicBezTo>
                    <a:cubicBezTo>
                      <a:pt x="11113" y="0"/>
                      <a:pt x="0" y="11113"/>
                      <a:pt x="0" y="24706"/>
                    </a:cubicBezTo>
                    <a:cubicBezTo>
                      <a:pt x="0" y="38300"/>
                      <a:pt x="11113" y="49413"/>
                      <a:pt x="24707" y="4941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" name="Google Shape;1032;p23"/>
              <p:cNvSpPr/>
              <p:nvPr/>
            </p:nvSpPr>
            <p:spPr>
              <a:xfrm>
                <a:off x="5365673" y="2494967"/>
                <a:ext cx="92980" cy="78095"/>
              </a:xfrm>
              <a:custGeom>
                <a:avLst/>
                <a:gdLst/>
                <a:ahLst/>
                <a:cxnLst/>
                <a:rect l="l" t="t" r="r" b="b"/>
                <a:pathLst>
                  <a:path w="92980" h="78095" extrusionOk="0">
                    <a:moveTo>
                      <a:pt x="45165" y="0"/>
                    </a:moveTo>
                    <a:cubicBezTo>
                      <a:pt x="28445" y="0"/>
                      <a:pt x="12914" y="5064"/>
                      <a:pt x="0" y="13764"/>
                    </a:cubicBezTo>
                    <a:lnTo>
                      <a:pt x="45165" y="78095"/>
                    </a:lnTo>
                    <a:lnTo>
                      <a:pt x="92981" y="15599"/>
                    </a:lnTo>
                    <a:cubicBezTo>
                      <a:pt x="79591" y="5777"/>
                      <a:pt x="63075" y="0"/>
                      <a:pt x="4519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" name="Google Shape;1033;p23"/>
              <p:cNvSpPr/>
              <p:nvPr/>
            </p:nvSpPr>
            <p:spPr>
              <a:xfrm>
                <a:off x="5261279" y="2544652"/>
                <a:ext cx="305576" cy="73235"/>
              </a:xfrm>
              <a:custGeom>
                <a:avLst/>
                <a:gdLst/>
                <a:ahLst/>
                <a:cxnLst/>
                <a:rect l="l" t="t" r="r" b="b"/>
                <a:pathLst>
                  <a:path w="305576" h="73235" extrusionOk="0">
                    <a:moveTo>
                      <a:pt x="271665" y="0"/>
                    </a:moveTo>
                    <a:lnTo>
                      <a:pt x="33912" y="0"/>
                    </a:lnTo>
                    <a:cubicBezTo>
                      <a:pt x="-11321" y="0"/>
                      <a:pt x="-11287" y="73236"/>
                      <a:pt x="33912" y="73236"/>
                    </a:cubicBezTo>
                    <a:lnTo>
                      <a:pt x="271665" y="73236"/>
                    </a:lnTo>
                    <a:cubicBezTo>
                      <a:pt x="316864" y="73236"/>
                      <a:pt x="316898" y="0"/>
                      <a:pt x="2716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23"/>
              <p:cNvSpPr/>
              <p:nvPr/>
            </p:nvSpPr>
            <p:spPr>
              <a:xfrm rot="1770831">
                <a:off x="5504032" y="2285456"/>
                <a:ext cx="16579" cy="16579"/>
              </a:xfrm>
              <a:custGeom>
                <a:avLst/>
                <a:gdLst/>
                <a:ahLst/>
                <a:cxnLst/>
                <a:rect l="l" t="t" r="r" b="b"/>
                <a:pathLst>
                  <a:path w="16584" h="16584" extrusionOk="0">
                    <a:moveTo>
                      <a:pt x="8292" y="16584"/>
                    </a:moveTo>
                    <a:cubicBezTo>
                      <a:pt x="12846" y="16584"/>
                      <a:pt x="16584" y="12846"/>
                      <a:pt x="16584" y="8292"/>
                    </a:cubicBezTo>
                    <a:cubicBezTo>
                      <a:pt x="16584" y="3738"/>
                      <a:pt x="12846" y="0"/>
                      <a:pt x="8292" y="0"/>
                    </a:cubicBezTo>
                    <a:cubicBezTo>
                      <a:pt x="3738" y="0"/>
                      <a:pt x="0" y="3738"/>
                      <a:pt x="0" y="8292"/>
                    </a:cubicBezTo>
                    <a:cubicBezTo>
                      <a:pt x="0" y="12846"/>
                      <a:pt x="3738" y="16584"/>
                      <a:pt x="8292" y="1658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" name="Google Shape;1035;p23"/>
              <p:cNvSpPr/>
              <p:nvPr/>
            </p:nvSpPr>
            <p:spPr>
              <a:xfrm rot="1651514">
                <a:off x="5462903" y="2138782"/>
                <a:ext cx="34486" cy="34486"/>
              </a:xfrm>
              <a:custGeom>
                <a:avLst/>
                <a:gdLst/>
                <a:ahLst/>
                <a:cxnLst/>
                <a:rect l="l" t="t" r="r" b="b"/>
                <a:pathLst>
                  <a:path w="34459" h="34459" extrusionOk="0">
                    <a:moveTo>
                      <a:pt x="17230" y="34460"/>
                    </a:moveTo>
                    <a:cubicBezTo>
                      <a:pt x="26712" y="34460"/>
                      <a:pt x="34460" y="26712"/>
                      <a:pt x="34460" y="17230"/>
                    </a:cubicBezTo>
                    <a:cubicBezTo>
                      <a:pt x="34460" y="7748"/>
                      <a:pt x="26712" y="0"/>
                      <a:pt x="17230" y="0"/>
                    </a:cubicBezTo>
                    <a:cubicBezTo>
                      <a:pt x="7748" y="0"/>
                      <a:pt x="0" y="7748"/>
                      <a:pt x="0" y="17230"/>
                    </a:cubicBezTo>
                    <a:cubicBezTo>
                      <a:pt x="0" y="26712"/>
                      <a:pt x="7748" y="34460"/>
                      <a:pt x="17230" y="3446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23"/>
              <p:cNvSpPr/>
              <p:nvPr/>
            </p:nvSpPr>
            <p:spPr>
              <a:xfrm>
                <a:off x="5401085" y="1976242"/>
                <a:ext cx="34459" cy="34459"/>
              </a:xfrm>
              <a:custGeom>
                <a:avLst/>
                <a:gdLst/>
                <a:ahLst/>
                <a:cxnLst/>
                <a:rect l="l" t="t" r="r" b="b"/>
                <a:pathLst>
                  <a:path w="34459" h="34459" extrusionOk="0">
                    <a:moveTo>
                      <a:pt x="17230" y="34460"/>
                    </a:moveTo>
                    <a:cubicBezTo>
                      <a:pt x="26711" y="34460"/>
                      <a:pt x="34460" y="26711"/>
                      <a:pt x="34460" y="17230"/>
                    </a:cubicBezTo>
                    <a:cubicBezTo>
                      <a:pt x="34460" y="7748"/>
                      <a:pt x="26711" y="0"/>
                      <a:pt x="17230" y="0"/>
                    </a:cubicBezTo>
                    <a:cubicBezTo>
                      <a:pt x="7748" y="0"/>
                      <a:pt x="0" y="7748"/>
                      <a:pt x="0" y="17230"/>
                    </a:cubicBezTo>
                    <a:cubicBezTo>
                      <a:pt x="0" y="26711"/>
                      <a:pt x="7748" y="34460"/>
                      <a:pt x="17230" y="3446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7" name="Google Shape;1037;p23"/>
            <p:cNvGrpSpPr/>
            <p:nvPr/>
          </p:nvGrpSpPr>
          <p:grpSpPr>
            <a:xfrm flipH="1">
              <a:off x="8430823" y="1297489"/>
              <a:ext cx="713247" cy="1298137"/>
              <a:chOff x="4380117" y="1824165"/>
              <a:chExt cx="226939" cy="437466"/>
            </a:xfrm>
          </p:grpSpPr>
          <p:sp>
            <p:nvSpPr>
              <p:cNvPr id="1038" name="Google Shape;1038;p23"/>
              <p:cNvSpPr/>
              <p:nvPr/>
            </p:nvSpPr>
            <p:spPr>
              <a:xfrm>
                <a:off x="4469971" y="2216942"/>
                <a:ext cx="57501" cy="44689"/>
              </a:xfrm>
              <a:custGeom>
                <a:avLst/>
                <a:gdLst/>
                <a:ahLst/>
                <a:cxnLst/>
                <a:rect l="l" t="t" r="r" b="b"/>
                <a:pathLst>
                  <a:path w="57501" h="44689" extrusionOk="0">
                    <a:moveTo>
                      <a:pt x="57501" y="0"/>
                    </a:moveTo>
                    <a:lnTo>
                      <a:pt x="0" y="0"/>
                    </a:lnTo>
                    <a:lnTo>
                      <a:pt x="18487" y="44689"/>
                    </a:lnTo>
                    <a:lnTo>
                      <a:pt x="38776" y="44689"/>
                    </a:lnTo>
                    <a:lnTo>
                      <a:pt x="575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23"/>
              <p:cNvSpPr/>
              <p:nvPr/>
            </p:nvSpPr>
            <p:spPr>
              <a:xfrm>
                <a:off x="4496614" y="2025306"/>
                <a:ext cx="110442" cy="191602"/>
              </a:xfrm>
              <a:custGeom>
                <a:avLst/>
                <a:gdLst/>
                <a:ahLst/>
                <a:cxnLst/>
                <a:rect l="l" t="t" r="r" b="b"/>
                <a:pathLst>
                  <a:path w="110442" h="191602" extrusionOk="0">
                    <a:moveTo>
                      <a:pt x="48054" y="0"/>
                    </a:moveTo>
                    <a:cubicBezTo>
                      <a:pt x="48054" y="0"/>
                      <a:pt x="106234" y="59574"/>
                      <a:pt x="110279" y="62973"/>
                    </a:cubicBezTo>
                    <a:cubicBezTo>
                      <a:pt x="114323" y="66337"/>
                      <a:pt x="41937" y="191603"/>
                      <a:pt x="41937" y="191603"/>
                    </a:cubicBezTo>
                    <a:lnTo>
                      <a:pt x="0" y="191603"/>
                    </a:lnTo>
                    <a:lnTo>
                      <a:pt x="0" y="8564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" name="Google Shape;1040;p23"/>
              <p:cNvSpPr/>
              <p:nvPr/>
            </p:nvSpPr>
            <p:spPr>
              <a:xfrm>
                <a:off x="4388719" y="2025306"/>
                <a:ext cx="110410" cy="191602"/>
              </a:xfrm>
              <a:custGeom>
                <a:avLst/>
                <a:gdLst/>
                <a:ahLst/>
                <a:cxnLst/>
                <a:rect l="l" t="t" r="r" b="b"/>
                <a:pathLst>
                  <a:path w="110410" h="191602" extrusionOk="0">
                    <a:moveTo>
                      <a:pt x="62391" y="0"/>
                    </a:moveTo>
                    <a:cubicBezTo>
                      <a:pt x="62391" y="0"/>
                      <a:pt x="4210" y="59574"/>
                      <a:pt x="166" y="62973"/>
                    </a:cubicBezTo>
                    <a:cubicBezTo>
                      <a:pt x="-3912" y="66337"/>
                      <a:pt x="68474" y="191603"/>
                      <a:pt x="68474" y="191603"/>
                    </a:cubicBezTo>
                    <a:lnTo>
                      <a:pt x="110410" y="191603"/>
                    </a:lnTo>
                    <a:lnTo>
                      <a:pt x="110410" y="8564"/>
                    </a:lnTo>
                    <a:lnTo>
                      <a:pt x="6239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" name="Google Shape;1041;p23"/>
              <p:cNvSpPr/>
              <p:nvPr/>
            </p:nvSpPr>
            <p:spPr>
              <a:xfrm>
                <a:off x="4381340" y="1840704"/>
                <a:ext cx="156938" cy="181135"/>
              </a:xfrm>
              <a:custGeom>
                <a:avLst/>
                <a:gdLst/>
                <a:ahLst/>
                <a:cxnLst/>
                <a:rect l="l" t="t" r="r" b="b"/>
                <a:pathLst>
                  <a:path w="156938" h="181135" extrusionOk="0">
                    <a:moveTo>
                      <a:pt x="0" y="0"/>
                    </a:moveTo>
                    <a:lnTo>
                      <a:pt x="20152" y="0"/>
                    </a:lnTo>
                    <a:cubicBezTo>
                      <a:pt x="95359" y="0"/>
                      <a:pt x="156939" y="61545"/>
                      <a:pt x="156939" y="136786"/>
                    </a:cubicBezTo>
                    <a:lnTo>
                      <a:pt x="156939" y="181136"/>
                    </a:lnTo>
                    <a:lnTo>
                      <a:pt x="82309" y="181136"/>
                    </a:lnTo>
                    <a:lnTo>
                      <a:pt x="82309" y="162478"/>
                    </a:lnTo>
                    <a:cubicBezTo>
                      <a:pt x="82309" y="94646"/>
                      <a:pt x="48733" y="70143"/>
                      <a:pt x="34" y="71741"/>
                    </a:cubicBez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" name="Google Shape;1042;p23"/>
              <p:cNvSpPr/>
              <p:nvPr/>
            </p:nvSpPr>
            <p:spPr>
              <a:xfrm>
                <a:off x="4432079" y="2021024"/>
                <a:ext cx="132436" cy="23721"/>
              </a:xfrm>
              <a:custGeom>
                <a:avLst/>
                <a:gdLst/>
                <a:ahLst/>
                <a:cxnLst/>
                <a:rect l="l" t="t" r="r" b="b"/>
                <a:pathLst>
                  <a:path w="132436" h="23721" extrusionOk="0">
                    <a:moveTo>
                      <a:pt x="0" y="23721"/>
                    </a:moveTo>
                    <a:lnTo>
                      <a:pt x="0" y="11861"/>
                    </a:lnTo>
                    <a:cubicBezTo>
                      <a:pt x="0" y="5336"/>
                      <a:pt x="5336" y="0"/>
                      <a:pt x="11860" y="0"/>
                    </a:cubicBezTo>
                    <a:lnTo>
                      <a:pt x="120576" y="0"/>
                    </a:lnTo>
                    <a:cubicBezTo>
                      <a:pt x="127101" y="0"/>
                      <a:pt x="132436" y="5336"/>
                      <a:pt x="132436" y="11861"/>
                    </a:cubicBezTo>
                    <a:lnTo>
                      <a:pt x="132436" y="23721"/>
                    </a:lnTo>
                    <a:lnTo>
                      <a:pt x="0" y="2372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" name="Google Shape;1043;p23"/>
              <p:cNvSpPr/>
              <p:nvPr/>
            </p:nvSpPr>
            <p:spPr>
              <a:xfrm>
                <a:off x="4493284" y="2021024"/>
                <a:ext cx="71230" cy="23721"/>
              </a:xfrm>
              <a:custGeom>
                <a:avLst/>
                <a:gdLst/>
                <a:ahLst/>
                <a:cxnLst/>
                <a:rect l="l" t="t" r="r" b="b"/>
                <a:pathLst>
                  <a:path w="71230" h="23721" extrusionOk="0">
                    <a:moveTo>
                      <a:pt x="0" y="0"/>
                    </a:moveTo>
                    <a:lnTo>
                      <a:pt x="59370" y="0"/>
                    </a:lnTo>
                    <a:cubicBezTo>
                      <a:pt x="65895" y="0"/>
                      <a:pt x="71231" y="5336"/>
                      <a:pt x="71231" y="11861"/>
                    </a:cubicBezTo>
                    <a:lnTo>
                      <a:pt x="71231" y="23721"/>
                    </a:lnTo>
                    <a:lnTo>
                      <a:pt x="0" y="237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" name="Google Shape;1044;p23"/>
              <p:cNvSpPr/>
              <p:nvPr/>
            </p:nvSpPr>
            <p:spPr>
              <a:xfrm>
                <a:off x="4453489" y="2009877"/>
                <a:ext cx="99131" cy="11248"/>
              </a:xfrm>
              <a:custGeom>
                <a:avLst/>
                <a:gdLst/>
                <a:ahLst/>
                <a:cxnLst/>
                <a:rect l="l" t="t" r="r" b="b"/>
                <a:pathLst>
                  <a:path w="99131" h="11248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15" y="11249"/>
                      <a:pt x="5607" y="11249"/>
                    </a:cubicBezTo>
                    <a:lnTo>
                      <a:pt x="93524" y="11249"/>
                    </a:lnTo>
                    <a:cubicBezTo>
                      <a:pt x="96617" y="11249"/>
                      <a:pt x="99131" y="8700"/>
                      <a:pt x="99131" y="5607"/>
                    </a:cubicBezTo>
                    <a:lnTo>
                      <a:pt x="99131" y="5607"/>
                    </a:lnTo>
                    <a:cubicBezTo>
                      <a:pt x="99131" y="2515"/>
                      <a:pt x="96583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" name="Google Shape;1045;p23"/>
              <p:cNvSpPr/>
              <p:nvPr/>
            </p:nvSpPr>
            <p:spPr>
              <a:xfrm>
                <a:off x="4451585" y="1992137"/>
                <a:ext cx="99199" cy="11248"/>
              </a:xfrm>
              <a:custGeom>
                <a:avLst/>
                <a:gdLst/>
                <a:ahLst/>
                <a:cxnLst/>
                <a:rect l="l" t="t" r="r" b="b"/>
                <a:pathLst>
                  <a:path w="99199" h="11248" extrusionOk="0">
                    <a:moveTo>
                      <a:pt x="93558" y="34"/>
                    </a:moveTo>
                    <a:lnTo>
                      <a:pt x="5641" y="34"/>
                    </a:lnTo>
                    <a:cubicBezTo>
                      <a:pt x="2549" y="34"/>
                      <a:pt x="0" y="2549"/>
                      <a:pt x="0" y="5641"/>
                    </a:cubicBezTo>
                    <a:lnTo>
                      <a:pt x="0" y="5641"/>
                    </a:lnTo>
                    <a:cubicBezTo>
                      <a:pt x="0" y="8734"/>
                      <a:pt x="2549" y="11249"/>
                      <a:pt x="5641" y="11249"/>
                    </a:cubicBezTo>
                    <a:lnTo>
                      <a:pt x="93558" y="11249"/>
                    </a:lnTo>
                    <a:cubicBezTo>
                      <a:pt x="96651" y="11249"/>
                      <a:pt x="99200" y="8700"/>
                      <a:pt x="99200" y="5607"/>
                    </a:cubicBezTo>
                    <a:lnTo>
                      <a:pt x="99200" y="5607"/>
                    </a:lnTo>
                    <a:cubicBezTo>
                      <a:pt x="99200" y="2515"/>
                      <a:pt x="96685" y="0"/>
                      <a:pt x="935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" name="Google Shape;1046;p23"/>
              <p:cNvSpPr/>
              <p:nvPr/>
            </p:nvSpPr>
            <p:spPr>
              <a:xfrm>
                <a:off x="4449751" y="1974466"/>
                <a:ext cx="99165" cy="11214"/>
              </a:xfrm>
              <a:custGeom>
                <a:avLst/>
                <a:gdLst/>
                <a:ahLst/>
                <a:cxnLst/>
                <a:rect l="l" t="t" r="r" b="b"/>
                <a:pathLst>
                  <a:path w="99165" h="11214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15" y="11215"/>
                      <a:pt x="5607" y="11215"/>
                    </a:cubicBezTo>
                    <a:lnTo>
                      <a:pt x="93524" y="11215"/>
                    </a:lnTo>
                    <a:cubicBezTo>
                      <a:pt x="96617" y="11215"/>
                      <a:pt x="99165" y="8666"/>
                      <a:pt x="99165" y="5607"/>
                    </a:cubicBezTo>
                    <a:lnTo>
                      <a:pt x="99165" y="5607"/>
                    </a:lnTo>
                    <a:cubicBezTo>
                      <a:pt x="99165" y="2515"/>
                      <a:pt x="96651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" name="Google Shape;1047;p23"/>
              <p:cNvSpPr/>
              <p:nvPr/>
            </p:nvSpPr>
            <p:spPr>
              <a:xfrm>
                <a:off x="4447881" y="1956760"/>
                <a:ext cx="99131" cy="11214"/>
              </a:xfrm>
              <a:custGeom>
                <a:avLst/>
                <a:gdLst/>
                <a:ahLst/>
                <a:cxnLst/>
                <a:rect l="l" t="t" r="r" b="b"/>
                <a:pathLst>
                  <a:path w="99131" h="11214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49" y="11215"/>
                      <a:pt x="5607" y="11215"/>
                    </a:cubicBezTo>
                    <a:lnTo>
                      <a:pt x="93524" y="11215"/>
                    </a:lnTo>
                    <a:cubicBezTo>
                      <a:pt x="96617" y="11215"/>
                      <a:pt x="99132" y="8700"/>
                      <a:pt x="99132" y="5607"/>
                    </a:cubicBezTo>
                    <a:lnTo>
                      <a:pt x="99132" y="5607"/>
                    </a:lnTo>
                    <a:cubicBezTo>
                      <a:pt x="99132" y="2515"/>
                      <a:pt x="96617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" name="Google Shape;1048;p23"/>
              <p:cNvSpPr/>
              <p:nvPr/>
            </p:nvSpPr>
            <p:spPr>
              <a:xfrm>
                <a:off x="4446074" y="1936907"/>
                <a:ext cx="99074" cy="15507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15507" extrusionOk="0">
                    <a:moveTo>
                      <a:pt x="93156" y="6"/>
                    </a:moveTo>
                    <a:lnTo>
                      <a:pt x="5341" y="4288"/>
                    </a:lnTo>
                    <a:cubicBezTo>
                      <a:pt x="2249" y="4424"/>
                      <a:pt x="-130" y="7074"/>
                      <a:pt x="6" y="10167"/>
                    </a:cubicBezTo>
                    <a:lnTo>
                      <a:pt x="6" y="10167"/>
                    </a:lnTo>
                    <a:cubicBezTo>
                      <a:pt x="142" y="13259"/>
                      <a:pt x="2792" y="15638"/>
                      <a:pt x="5885" y="15502"/>
                    </a:cubicBezTo>
                    <a:lnTo>
                      <a:pt x="93734" y="11220"/>
                    </a:lnTo>
                    <a:cubicBezTo>
                      <a:pt x="96826" y="11084"/>
                      <a:pt x="99205" y="8434"/>
                      <a:pt x="99069" y="5341"/>
                    </a:cubicBezTo>
                    <a:lnTo>
                      <a:pt x="99069" y="5341"/>
                    </a:lnTo>
                    <a:cubicBezTo>
                      <a:pt x="98899" y="2249"/>
                      <a:pt x="96283" y="-130"/>
                      <a:pt x="93190" y="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" name="Google Shape;1049;p23"/>
              <p:cNvSpPr/>
              <p:nvPr/>
            </p:nvSpPr>
            <p:spPr>
              <a:xfrm>
                <a:off x="4437315" y="1910952"/>
                <a:ext cx="97595" cy="27725"/>
              </a:xfrm>
              <a:custGeom>
                <a:avLst/>
                <a:gdLst/>
                <a:ahLst/>
                <a:cxnLst/>
                <a:rect l="l" t="t" r="r" b="b"/>
                <a:pathLst>
                  <a:path w="97595" h="27725" extrusionOk="0">
                    <a:moveTo>
                      <a:pt x="90939" y="99"/>
                    </a:moveTo>
                    <a:lnTo>
                      <a:pt x="4551" y="16582"/>
                    </a:lnTo>
                    <a:cubicBezTo>
                      <a:pt x="1526" y="17159"/>
                      <a:pt x="-479" y="20116"/>
                      <a:pt x="99" y="23175"/>
                    </a:cubicBezTo>
                    <a:lnTo>
                      <a:pt x="99" y="23175"/>
                    </a:lnTo>
                    <a:cubicBezTo>
                      <a:pt x="677" y="26199"/>
                      <a:pt x="3633" y="28204"/>
                      <a:pt x="6658" y="27626"/>
                    </a:cubicBezTo>
                    <a:lnTo>
                      <a:pt x="93012" y="11110"/>
                    </a:lnTo>
                    <a:cubicBezTo>
                      <a:pt x="96036" y="10532"/>
                      <a:pt x="98075" y="7576"/>
                      <a:pt x="97498" y="4551"/>
                    </a:cubicBezTo>
                    <a:lnTo>
                      <a:pt x="97498" y="4551"/>
                    </a:lnTo>
                    <a:cubicBezTo>
                      <a:pt x="96920" y="1526"/>
                      <a:pt x="93963" y="-478"/>
                      <a:pt x="90939" y="9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" name="Google Shape;1050;p23"/>
              <p:cNvSpPr/>
              <p:nvPr/>
            </p:nvSpPr>
            <p:spPr>
              <a:xfrm>
                <a:off x="4429531" y="1882948"/>
                <a:ext cx="90598" cy="49035"/>
              </a:xfrm>
              <a:custGeom>
                <a:avLst/>
                <a:gdLst/>
                <a:ahLst/>
                <a:cxnLst/>
                <a:rect l="l" t="t" r="r" b="b"/>
                <a:pathLst>
                  <a:path w="90598" h="49035" extrusionOk="0">
                    <a:moveTo>
                      <a:pt x="82580" y="542"/>
                    </a:moveTo>
                    <a:lnTo>
                      <a:pt x="3193" y="38366"/>
                    </a:lnTo>
                    <a:cubicBezTo>
                      <a:pt x="406" y="39692"/>
                      <a:pt x="-783" y="43056"/>
                      <a:pt x="542" y="45843"/>
                    </a:cubicBezTo>
                    <a:lnTo>
                      <a:pt x="542" y="45843"/>
                    </a:lnTo>
                    <a:cubicBezTo>
                      <a:pt x="1867" y="48630"/>
                      <a:pt x="5232" y="49819"/>
                      <a:pt x="8018" y="48494"/>
                    </a:cubicBezTo>
                    <a:lnTo>
                      <a:pt x="87405" y="10669"/>
                    </a:lnTo>
                    <a:cubicBezTo>
                      <a:pt x="90192" y="9344"/>
                      <a:pt x="91382" y="5980"/>
                      <a:pt x="90056" y="3193"/>
                    </a:cubicBezTo>
                    <a:lnTo>
                      <a:pt x="90056" y="3193"/>
                    </a:lnTo>
                    <a:cubicBezTo>
                      <a:pt x="88731" y="406"/>
                      <a:pt x="85332" y="-783"/>
                      <a:pt x="82546" y="5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" name="Google Shape;1051;p23"/>
              <p:cNvSpPr/>
              <p:nvPr/>
            </p:nvSpPr>
            <p:spPr>
              <a:xfrm>
                <a:off x="4422838" y="1855265"/>
                <a:ext cx="71972" cy="74814"/>
              </a:xfrm>
              <a:custGeom>
                <a:avLst/>
                <a:gdLst/>
                <a:ahLst/>
                <a:cxnLst/>
                <a:rect l="l" t="t" r="r" b="b"/>
                <a:pathLst>
                  <a:path w="71972" h="74814" extrusionOk="0">
                    <a:moveTo>
                      <a:pt x="62324" y="1718"/>
                    </a:moveTo>
                    <a:lnTo>
                      <a:pt x="1560" y="65302"/>
                    </a:lnTo>
                    <a:cubicBezTo>
                      <a:pt x="-581" y="67545"/>
                      <a:pt x="-513" y="71113"/>
                      <a:pt x="1730" y="73254"/>
                    </a:cubicBezTo>
                    <a:lnTo>
                      <a:pt x="1730" y="73254"/>
                    </a:lnTo>
                    <a:cubicBezTo>
                      <a:pt x="3973" y="75395"/>
                      <a:pt x="7541" y="75327"/>
                      <a:pt x="9682" y="73085"/>
                    </a:cubicBezTo>
                    <a:lnTo>
                      <a:pt x="70412" y="9500"/>
                    </a:lnTo>
                    <a:cubicBezTo>
                      <a:pt x="72553" y="7257"/>
                      <a:pt x="72485" y="3689"/>
                      <a:pt x="70242" y="1548"/>
                    </a:cubicBezTo>
                    <a:lnTo>
                      <a:pt x="70242" y="1548"/>
                    </a:lnTo>
                    <a:cubicBezTo>
                      <a:pt x="67999" y="-593"/>
                      <a:pt x="64431" y="-491"/>
                      <a:pt x="62324" y="17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23"/>
              <p:cNvSpPr/>
              <p:nvPr/>
            </p:nvSpPr>
            <p:spPr>
              <a:xfrm>
                <a:off x="4416185" y="1835374"/>
                <a:ext cx="45386" cy="92221"/>
              </a:xfrm>
              <a:custGeom>
                <a:avLst/>
                <a:gdLst/>
                <a:ahLst/>
                <a:cxnLst/>
                <a:rect l="l" t="t" r="r" b="b"/>
                <a:pathLst>
                  <a:path w="45386" h="92221" extrusionOk="0">
                    <a:moveTo>
                      <a:pt x="34619" y="3427"/>
                    </a:moveTo>
                    <a:lnTo>
                      <a:pt x="431" y="84445"/>
                    </a:lnTo>
                    <a:cubicBezTo>
                      <a:pt x="-758" y="87299"/>
                      <a:pt x="601" y="90596"/>
                      <a:pt x="3422" y="91785"/>
                    </a:cubicBezTo>
                    <a:lnTo>
                      <a:pt x="3422" y="91785"/>
                    </a:lnTo>
                    <a:cubicBezTo>
                      <a:pt x="6277" y="92975"/>
                      <a:pt x="9573" y="91649"/>
                      <a:pt x="10762" y="88795"/>
                    </a:cubicBezTo>
                    <a:lnTo>
                      <a:pt x="44951" y="7777"/>
                    </a:lnTo>
                    <a:cubicBezTo>
                      <a:pt x="46140" y="4956"/>
                      <a:pt x="44815" y="1625"/>
                      <a:pt x="41960" y="436"/>
                    </a:cubicBezTo>
                    <a:lnTo>
                      <a:pt x="41960" y="436"/>
                    </a:lnTo>
                    <a:cubicBezTo>
                      <a:pt x="39105" y="-753"/>
                      <a:pt x="35809" y="572"/>
                      <a:pt x="34585" y="342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23"/>
              <p:cNvSpPr/>
              <p:nvPr/>
            </p:nvSpPr>
            <p:spPr>
              <a:xfrm>
                <a:off x="4407685" y="1824165"/>
                <a:ext cx="19556" cy="98768"/>
              </a:xfrm>
              <a:custGeom>
                <a:avLst/>
                <a:gdLst/>
                <a:ahLst/>
                <a:cxnLst/>
                <a:rect l="l" t="t" r="r" b="b"/>
                <a:pathLst>
                  <a:path w="19556" h="98768" extrusionOk="0">
                    <a:moveTo>
                      <a:pt x="8354" y="5086"/>
                    </a:moveTo>
                    <a:lnTo>
                      <a:pt x="28" y="92629"/>
                    </a:lnTo>
                    <a:cubicBezTo>
                      <a:pt x="-279" y="95722"/>
                      <a:pt x="1999" y="98440"/>
                      <a:pt x="5091" y="98746"/>
                    </a:cubicBezTo>
                    <a:lnTo>
                      <a:pt x="5091" y="98746"/>
                    </a:lnTo>
                    <a:cubicBezTo>
                      <a:pt x="8149" y="99018"/>
                      <a:pt x="10902" y="96775"/>
                      <a:pt x="11208" y="93683"/>
                    </a:cubicBezTo>
                    <a:lnTo>
                      <a:pt x="19534" y="6140"/>
                    </a:lnTo>
                    <a:cubicBezTo>
                      <a:pt x="19806" y="3047"/>
                      <a:pt x="17563" y="294"/>
                      <a:pt x="14471" y="22"/>
                    </a:cubicBezTo>
                    <a:lnTo>
                      <a:pt x="14471" y="22"/>
                    </a:lnTo>
                    <a:cubicBezTo>
                      <a:pt x="11378" y="-250"/>
                      <a:pt x="8625" y="1993"/>
                      <a:pt x="8320" y="50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23"/>
              <p:cNvSpPr/>
              <p:nvPr/>
            </p:nvSpPr>
            <p:spPr>
              <a:xfrm>
                <a:off x="4380117" y="1825037"/>
                <a:ext cx="11486" cy="99165"/>
              </a:xfrm>
              <a:custGeom>
                <a:avLst/>
                <a:gdLst/>
                <a:ahLst/>
                <a:cxnLst/>
                <a:rect l="l" t="t" r="r" b="b"/>
                <a:pathLst>
                  <a:path w="11486" h="99165" extrusionOk="0">
                    <a:moveTo>
                      <a:pt x="238" y="5607"/>
                    </a:moveTo>
                    <a:lnTo>
                      <a:pt x="0" y="93524"/>
                    </a:lnTo>
                    <a:cubicBezTo>
                      <a:pt x="0" y="96617"/>
                      <a:pt x="2515" y="99166"/>
                      <a:pt x="5607" y="99166"/>
                    </a:cubicBezTo>
                    <a:lnTo>
                      <a:pt x="5607" y="99166"/>
                    </a:lnTo>
                    <a:cubicBezTo>
                      <a:pt x="8700" y="99166"/>
                      <a:pt x="11249" y="96651"/>
                      <a:pt x="11249" y="93558"/>
                    </a:cubicBezTo>
                    <a:lnTo>
                      <a:pt x="11486" y="5641"/>
                    </a:lnTo>
                    <a:cubicBezTo>
                      <a:pt x="11486" y="2549"/>
                      <a:pt x="8971" y="34"/>
                      <a:pt x="5879" y="0"/>
                    </a:cubicBezTo>
                    <a:lnTo>
                      <a:pt x="5879" y="0"/>
                    </a:lnTo>
                    <a:cubicBezTo>
                      <a:pt x="2787" y="0"/>
                      <a:pt x="272" y="2515"/>
                      <a:pt x="238" y="56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8" r:id="rId8"/>
    <p:sldLayoutId id="2147483659" r:id="rId9"/>
    <p:sldLayoutId id="2147483661" r:id="rId10"/>
    <p:sldLayoutId id="2147483662" r:id="rId11"/>
    <p:sldLayoutId id="2147483663" r:id="rId12"/>
    <p:sldLayoutId id="2147483665" r:id="rId13"/>
    <p:sldLayoutId id="2147483666" r:id="rId14"/>
    <p:sldLayoutId id="2147483667" r:id="rId15"/>
    <p:sldLayoutId id="2147483668" r:id="rId16"/>
    <p:sldLayoutId id="2147483669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view?r=eyJrIjoiNGE4MzBhYzAtMzdkOS00MzU0LTk3MTQtZGIwMjQ0MWE4MTJhIiwidCI6ImRmODY3OWNkLWE4MGUtNDVkOC05OWFjLWM4M2VkN2ZmOTVhMCJ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37F8F96-2A3D-008D-46C8-7CBBD6768257}"/>
              </a:ext>
            </a:extLst>
          </p:cNvPr>
          <p:cNvSpPr>
            <a:spLocks/>
          </p:cNvSpPr>
          <p:nvPr/>
        </p:nvSpPr>
        <p:spPr>
          <a:xfrm>
            <a:off x="0" y="0"/>
            <a:ext cx="9144000" cy="5143500"/>
          </a:xfrm>
          <a:custGeom>
            <a:avLst/>
            <a:gdLst>
              <a:gd name="connsiteX0" fmla="*/ 2972647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3014462 w 12192000"/>
              <a:gd name="connsiteY3" fmla="*/ 6858000 h 6858000"/>
              <a:gd name="connsiteX4" fmla="*/ 3067118 w 12192000"/>
              <a:gd name="connsiteY4" fmla="*/ 6828323 h 6858000"/>
              <a:gd name="connsiteX5" fmla="*/ 4637988 w 12192000"/>
              <a:gd name="connsiteY5" fmla="*/ 3440784 h 6858000"/>
              <a:gd name="connsiteX6" fmla="*/ 3067118 w 12192000"/>
              <a:gd name="connsiteY6" fmla="*/ 53244 h 6858000"/>
              <a:gd name="connsiteX7" fmla="*/ 0 w 12192000"/>
              <a:gd name="connsiteY7" fmla="*/ 0 h 6858000"/>
              <a:gd name="connsiteX8" fmla="*/ 2677877 w 12192000"/>
              <a:gd name="connsiteY8" fmla="*/ 0 h 6858000"/>
              <a:gd name="connsiteX9" fmla="*/ 2766347 w 12192000"/>
              <a:gd name="connsiteY9" fmla="*/ 53244 h 6858000"/>
              <a:gd name="connsiteX10" fmla="*/ 4237428 w 12192000"/>
              <a:gd name="connsiteY10" fmla="*/ 3440784 h 6858000"/>
              <a:gd name="connsiteX11" fmla="*/ 2725637 w 12192000"/>
              <a:gd name="connsiteY11" fmla="*/ 6853935 h 6858000"/>
              <a:gd name="connsiteX12" fmla="*/ 2717998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2972647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3014462" y="6858000"/>
                </a:lnTo>
                <a:lnTo>
                  <a:pt x="3067118" y="6828323"/>
                </a:lnTo>
                <a:cubicBezTo>
                  <a:pt x="3990253" y="6270207"/>
                  <a:pt x="4637988" y="4963621"/>
                  <a:pt x="4637988" y="3440784"/>
                </a:cubicBezTo>
                <a:cubicBezTo>
                  <a:pt x="4637988" y="1917947"/>
                  <a:pt x="3990253" y="611360"/>
                  <a:pt x="3067118" y="53244"/>
                </a:cubicBezTo>
                <a:close/>
                <a:moveTo>
                  <a:pt x="0" y="0"/>
                </a:moveTo>
                <a:lnTo>
                  <a:pt x="2677877" y="0"/>
                </a:lnTo>
                <a:lnTo>
                  <a:pt x="2766347" y="53244"/>
                </a:lnTo>
                <a:cubicBezTo>
                  <a:pt x="3630840" y="611360"/>
                  <a:pt x="4237428" y="1917947"/>
                  <a:pt x="4237428" y="3440784"/>
                </a:cubicBezTo>
                <a:cubicBezTo>
                  <a:pt x="4237428" y="4987415"/>
                  <a:pt x="3611736" y="6310986"/>
                  <a:pt x="2725637" y="6853935"/>
                </a:cubicBezTo>
                <a:lnTo>
                  <a:pt x="271799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3C7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Flowchart: Delay 2">
            <a:extLst>
              <a:ext uri="{FF2B5EF4-FFF2-40B4-BE49-F238E27FC236}">
                <a16:creationId xmlns:a16="http://schemas.microsoft.com/office/drawing/2014/main" id="{AF40B6F2-F2EC-05CF-8464-B6E7C721DE1E}"/>
              </a:ext>
            </a:extLst>
          </p:cNvPr>
          <p:cNvSpPr>
            <a:spLocks/>
          </p:cNvSpPr>
          <p:nvPr/>
        </p:nvSpPr>
        <p:spPr>
          <a:xfrm>
            <a:off x="0" y="0"/>
            <a:ext cx="3040144" cy="5143499"/>
          </a:xfrm>
          <a:prstGeom prst="flowChartDelay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5" name="Google Shape;1065;p27"/>
          <p:cNvSpPr txBox="1">
            <a:spLocks noGrp="1"/>
          </p:cNvSpPr>
          <p:nvPr>
            <p:ph type="ctrTitle"/>
          </p:nvPr>
        </p:nvSpPr>
        <p:spPr>
          <a:xfrm>
            <a:off x="86895" y="1234222"/>
            <a:ext cx="2866353" cy="11863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sz="2000" dirty="0" err="1">
                <a:latin typeface="+mj-lt"/>
              </a:rPr>
              <a:t>MavenFuzzyFactory</a:t>
            </a:r>
            <a:r>
              <a:rPr lang="en-US" sz="2000" dirty="0">
                <a:latin typeface="+mj-lt"/>
              </a:rPr>
              <a:t>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Growth Analysis</a:t>
            </a:r>
            <a:endParaRPr sz="2000" b="0" i="1" dirty="0">
              <a:solidFill>
                <a:schemeClr val="lt2"/>
              </a:solidFill>
              <a:latin typeface="+mj-lt"/>
            </a:endParaRPr>
          </a:p>
        </p:txBody>
      </p:sp>
      <p:sp>
        <p:nvSpPr>
          <p:cNvPr id="1066" name="Google Shape;1066;p27"/>
          <p:cNvSpPr txBox="1">
            <a:spLocks noGrp="1"/>
          </p:cNvSpPr>
          <p:nvPr>
            <p:ph type="subTitle" idx="1"/>
          </p:nvPr>
        </p:nvSpPr>
        <p:spPr>
          <a:xfrm>
            <a:off x="130343" y="2335655"/>
            <a:ext cx="2866353" cy="646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200" i="1" dirty="0">
                <a:latin typeface="+mj-lt"/>
              </a:rPr>
              <a:t>Business Analytics Hackathon </a:t>
            </a:r>
          </a:p>
          <a:p>
            <a:pPr marL="0" lvl="0" indent="0"/>
            <a:r>
              <a:rPr lang="en-US" sz="1200" i="1" dirty="0">
                <a:latin typeface="+mj-lt"/>
              </a:rPr>
              <a:t>Team 12</a:t>
            </a:r>
            <a:endParaRPr sz="1200" i="1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CD259E-B7AB-B489-6E94-C240B673E9D3}"/>
              </a:ext>
            </a:extLst>
          </p:cNvPr>
          <p:cNvSpPr txBox="1"/>
          <p:nvPr/>
        </p:nvSpPr>
        <p:spPr>
          <a:xfrm>
            <a:off x="0" y="2886202"/>
            <a:ext cx="3919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linkClick r:id="rId3"/>
              </a:rPr>
              <a:t>Interact in Power BI Web</a:t>
            </a: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0187DB-2E0E-6C7F-6742-72F81237CD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154" y="228396"/>
            <a:ext cx="5481951" cy="46867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29"/>
          <p:cNvSpPr txBox="1">
            <a:spLocks noGrp="1"/>
          </p:cNvSpPr>
          <p:nvPr>
            <p:ph type="title"/>
          </p:nvPr>
        </p:nvSpPr>
        <p:spPr>
          <a:xfrm>
            <a:off x="719999" y="388100"/>
            <a:ext cx="77040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</a:rPr>
              <a:t>Table of contents</a:t>
            </a:r>
            <a:endParaRPr dirty="0">
              <a:solidFill>
                <a:schemeClr val="bg2"/>
              </a:solidFill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3511516B-C808-CEAE-8155-E2FACDC4B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980614"/>
              </p:ext>
            </p:extLst>
          </p:nvPr>
        </p:nvGraphicFramePr>
        <p:xfrm>
          <a:off x="1255803" y="1149125"/>
          <a:ext cx="6632393" cy="3606275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48819">
                  <a:extLst>
                    <a:ext uri="{9D8B030D-6E8A-4147-A177-3AD203B41FA5}">
                      <a16:colId xmlns:a16="http://schemas.microsoft.com/office/drawing/2014/main" val="316701071"/>
                    </a:ext>
                  </a:extLst>
                </a:gridCol>
                <a:gridCol w="6083574">
                  <a:extLst>
                    <a:ext uri="{9D8B030D-6E8A-4147-A177-3AD203B41FA5}">
                      <a16:colId xmlns:a16="http://schemas.microsoft.com/office/drawing/2014/main" val="497293710"/>
                    </a:ext>
                  </a:extLst>
                </a:gridCol>
              </a:tblGrid>
              <a:tr h="488654">
                <a:tc>
                  <a:txBody>
                    <a:bodyPr/>
                    <a:lstStyle/>
                    <a:p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sym typeface="Lato"/>
                        </a:rPr>
                        <a:t>01 </a:t>
                      </a:r>
                      <a:endParaRPr lang="en-US" sz="16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sym typeface="Lato"/>
                        </a:rPr>
                        <a:t>Data Quality Report </a:t>
                      </a:r>
                      <a:endParaRPr lang="en-US" sz="16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138901"/>
                  </a:ext>
                </a:extLst>
              </a:tr>
              <a:tr h="67435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Growth Trends: Sessions, Orders &amp; Revenue Efficiency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857735"/>
                  </a:ext>
                </a:extLst>
              </a:tr>
              <a:tr h="488654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Channel Mix Evolution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254401"/>
                  </a:ext>
                </a:extLst>
              </a:tr>
              <a:tr h="488654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Conversion Funnel Analysis &amp; A/B Test Results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47763"/>
                  </a:ext>
                </a:extLst>
              </a:tr>
              <a:tr h="488654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Product Revenue, Margins &amp; Seasonal Patterns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909623"/>
                  </a:ext>
                </a:extLst>
              </a:tr>
              <a:tr h="488654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Repeat Customer Behavior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665798"/>
                  </a:ext>
                </a:extLst>
              </a:tr>
              <a:tr h="488654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Conclusion &amp; Bidding Strategy Recommendations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02508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30"/>
          <p:cNvSpPr txBox="1">
            <a:spLocks noGrp="1"/>
          </p:cNvSpPr>
          <p:nvPr>
            <p:ph type="title"/>
          </p:nvPr>
        </p:nvSpPr>
        <p:spPr>
          <a:xfrm>
            <a:off x="1503471" y="2511525"/>
            <a:ext cx="6048634" cy="7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Data Quality Report </a:t>
            </a:r>
            <a:endParaRPr sz="3200" dirty="0"/>
          </a:p>
        </p:txBody>
      </p:sp>
      <p:sp>
        <p:nvSpPr>
          <p:cNvPr id="1267" name="Google Shape;1267;p30"/>
          <p:cNvSpPr txBox="1">
            <a:spLocks noGrp="1"/>
          </p:cNvSpPr>
          <p:nvPr>
            <p:ph type="title" idx="2"/>
          </p:nvPr>
        </p:nvSpPr>
        <p:spPr>
          <a:xfrm>
            <a:off x="3710885" y="1561341"/>
            <a:ext cx="1537200" cy="119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1268" name="Google Shape;1268;p30"/>
          <p:cNvGrpSpPr/>
          <p:nvPr/>
        </p:nvGrpSpPr>
        <p:grpSpPr>
          <a:xfrm>
            <a:off x="6696982" y="1205058"/>
            <a:ext cx="3180479" cy="3938442"/>
            <a:chOff x="6590802" y="1205338"/>
            <a:chExt cx="3180479" cy="3938442"/>
          </a:xfrm>
        </p:grpSpPr>
        <p:grpSp>
          <p:nvGrpSpPr>
            <p:cNvPr id="1269" name="Google Shape;1269;p30"/>
            <p:cNvGrpSpPr/>
            <p:nvPr/>
          </p:nvGrpSpPr>
          <p:grpSpPr>
            <a:xfrm>
              <a:off x="6590802" y="1205338"/>
              <a:ext cx="3180479" cy="3938442"/>
              <a:chOff x="6590802" y="1205338"/>
              <a:chExt cx="3180479" cy="3938442"/>
            </a:xfrm>
          </p:grpSpPr>
          <p:sp>
            <p:nvSpPr>
              <p:cNvPr id="1270" name="Google Shape;1270;p30"/>
              <p:cNvSpPr/>
              <p:nvPr/>
            </p:nvSpPr>
            <p:spPr>
              <a:xfrm flipH="1">
                <a:off x="8147676" y="3172468"/>
                <a:ext cx="289800" cy="213712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95835" extrusionOk="0">
                    <a:moveTo>
                      <a:pt x="64978" y="95835"/>
                    </a:moveTo>
                    <a:cubicBezTo>
                      <a:pt x="100763" y="95835"/>
                      <a:pt x="129955" y="74323"/>
                      <a:pt x="129955" y="47918"/>
                    </a:cubicBezTo>
                    <a:cubicBezTo>
                      <a:pt x="129955" y="21512"/>
                      <a:pt x="100763" y="0"/>
                      <a:pt x="64978" y="0"/>
                    </a:cubicBezTo>
                    <a:cubicBezTo>
                      <a:pt x="29192" y="0"/>
                      <a:pt x="0" y="21546"/>
                      <a:pt x="0" y="47918"/>
                    </a:cubicBezTo>
                    <a:cubicBezTo>
                      <a:pt x="0" y="74289"/>
                      <a:pt x="29192" y="95835"/>
                      <a:pt x="64978" y="95835"/>
                    </a:cubicBezTo>
                    <a:close/>
                  </a:path>
                </a:pathLst>
              </a:custGeom>
              <a:solidFill>
                <a:srgbClr val="0057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1" name="Google Shape;1271;p30"/>
              <p:cNvSpPr/>
              <p:nvPr/>
            </p:nvSpPr>
            <p:spPr>
              <a:xfrm flipH="1">
                <a:off x="8148662" y="3265703"/>
                <a:ext cx="289724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21" h="59098" extrusionOk="0">
                    <a:moveTo>
                      <a:pt x="0" y="0"/>
                    </a:moveTo>
                    <a:lnTo>
                      <a:pt x="129921" y="0"/>
                    </a:lnTo>
                    <a:lnTo>
                      <a:pt x="129921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2" name="Google Shape;1272;p30"/>
              <p:cNvSpPr/>
              <p:nvPr/>
            </p:nvSpPr>
            <p:spPr>
              <a:xfrm flipH="1">
                <a:off x="8099110" y="3217341"/>
                <a:ext cx="394079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717" h="25929" extrusionOk="0">
                    <a:moveTo>
                      <a:pt x="163736" y="0"/>
                    </a:moveTo>
                    <a:lnTo>
                      <a:pt x="12982" y="0"/>
                    </a:lnTo>
                    <a:cubicBezTo>
                      <a:pt x="5845" y="0"/>
                      <a:pt x="0" y="5845"/>
                      <a:pt x="0" y="12982"/>
                    </a:cubicBezTo>
                    <a:lnTo>
                      <a:pt x="0" y="12982"/>
                    </a:lnTo>
                    <a:cubicBezTo>
                      <a:pt x="0" y="20119"/>
                      <a:pt x="5845" y="25930"/>
                      <a:pt x="12982" y="25930"/>
                    </a:cubicBezTo>
                    <a:lnTo>
                      <a:pt x="163736" y="25930"/>
                    </a:lnTo>
                    <a:cubicBezTo>
                      <a:pt x="170872" y="25930"/>
                      <a:pt x="176718" y="20085"/>
                      <a:pt x="176718" y="12948"/>
                    </a:cubicBezTo>
                    <a:lnTo>
                      <a:pt x="176718" y="12948"/>
                    </a:lnTo>
                    <a:cubicBezTo>
                      <a:pt x="176718" y="5811"/>
                      <a:pt x="170872" y="0"/>
                      <a:pt x="163736" y="0"/>
                    </a:cubicBezTo>
                    <a:close/>
                  </a:path>
                </a:pathLst>
              </a:custGeom>
              <a:solidFill>
                <a:srgbClr val="0049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3" name="Google Shape;1273;p30"/>
              <p:cNvSpPr/>
              <p:nvPr/>
            </p:nvSpPr>
            <p:spPr>
              <a:xfrm flipH="1">
                <a:off x="8394275" y="3275785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9"/>
                    </a:lnTo>
                    <a:lnTo>
                      <a:pt x="0" y="33169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4" name="Google Shape;1274;p30"/>
              <p:cNvSpPr/>
              <p:nvPr/>
            </p:nvSpPr>
            <p:spPr>
              <a:xfrm flipH="1">
                <a:off x="9082312" y="3273815"/>
                <a:ext cx="289800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59098" extrusionOk="0">
                    <a:moveTo>
                      <a:pt x="0" y="0"/>
                    </a:moveTo>
                    <a:lnTo>
                      <a:pt x="129955" y="0"/>
                    </a:lnTo>
                    <a:lnTo>
                      <a:pt x="129955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5" name="Google Shape;1275;p30"/>
              <p:cNvSpPr/>
              <p:nvPr/>
            </p:nvSpPr>
            <p:spPr>
              <a:xfrm flipH="1">
                <a:off x="9030259" y="3225453"/>
                <a:ext cx="393927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649" h="25929" extrusionOk="0">
                    <a:moveTo>
                      <a:pt x="12948" y="0"/>
                    </a:moveTo>
                    <a:lnTo>
                      <a:pt x="163702" y="0"/>
                    </a:lnTo>
                    <a:cubicBezTo>
                      <a:pt x="170838" y="0"/>
                      <a:pt x="176650" y="5811"/>
                      <a:pt x="176650" y="12948"/>
                    </a:cubicBezTo>
                    <a:lnTo>
                      <a:pt x="176650" y="12948"/>
                    </a:lnTo>
                    <a:cubicBezTo>
                      <a:pt x="176650" y="20085"/>
                      <a:pt x="170838" y="25930"/>
                      <a:pt x="163702" y="25930"/>
                    </a:cubicBezTo>
                    <a:lnTo>
                      <a:pt x="12948" y="25930"/>
                    </a:lnTo>
                    <a:cubicBezTo>
                      <a:pt x="5811" y="25930"/>
                      <a:pt x="0" y="20085"/>
                      <a:pt x="0" y="12948"/>
                    </a:cubicBezTo>
                    <a:lnTo>
                      <a:pt x="0" y="12948"/>
                    </a:lnTo>
                    <a:cubicBezTo>
                      <a:pt x="0" y="5811"/>
                      <a:pt x="5811" y="0"/>
                      <a:pt x="129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6" name="Google Shape;1276;p30"/>
              <p:cNvSpPr/>
              <p:nvPr/>
            </p:nvSpPr>
            <p:spPr>
              <a:xfrm flipH="1">
                <a:off x="7715701" y="3357802"/>
                <a:ext cx="2055581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921785" h="387929" extrusionOk="0">
                    <a:moveTo>
                      <a:pt x="38776" y="34"/>
                    </a:moveTo>
                    <a:lnTo>
                      <a:pt x="883010" y="34"/>
                    </a:lnTo>
                    <a:cubicBezTo>
                      <a:pt x="904420" y="34"/>
                      <a:pt x="921786" y="17400"/>
                      <a:pt x="921786" y="38810"/>
                    </a:cubicBezTo>
                    <a:lnTo>
                      <a:pt x="921786" y="349153"/>
                    </a:lnTo>
                    <a:cubicBezTo>
                      <a:pt x="921786" y="370563"/>
                      <a:pt x="904420" y="387929"/>
                      <a:pt x="883010" y="387929"/>
                    </a:cubicBezTo>
                    <a:lnTo>
                      <a:pt x="38776" y="387929"/>
                    </a:lnTo>
                    <a:cubicBezTo>
                      <a:pt x="17366" y="387929"/>
                      <a:pt x="0" y="370563"/>
                      <a:pt x="0" y="349153"/>
                    </a:cubicBezTo>
                    <a:lnTo>
                      <a:pt x="0" y="38776"/>
                    </a:lnTo>
                    <a:cubicBezTo>
                      <a:pt x="0" y="17366"/>
                      <a:pt x="17366" y="0"/>
                      <a:pt x="387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7" name="Google Shape;1277;p30"/>
              <p:cNvSpPr/>
              <p:nvPr/>
            </p:nvSpPr>
            <p:spPr>
              <a:xfrm flipH="1">
                <a:off x="7715625" y="3766299"/>
                <a:ext cx="2055656" cy="373162"/>
              </a:xfrm>
              <a:custGeom>
                <a:avLst/>
                <a:gdLst/>
                <a:ahLst/>
                <a:cxnLst/>
                <a:rect l="l" t="t" r="r" b="b"/>
                <a:pathLst>
                  <a:path w="921819" h="167337" extrusionOk="0">
                    <a:moveTo>
                      <a:pt x="921786" y="0"/>
                    </a:moveTo>
                    <a:lnTo>
                      <a:pt x="921786" y="128528"/>
                    </a:lnTo>
                    <a:cubicBezTo>
                      <a:pt x="921786" y="149870"/>
                      <a:pt x="904318" y="167338"/>
                      <a:pt x="883010" y="167338"/>
                    </a:cubicBezTo>
                    <a:lnTo>
                      <a:pt x="38776" y="167338"/>
                    </a:lnTo>
                    <a:cubicBezTo>
                      <a:pt x="17434" y="167338"/>
                      <a:pt x="0" y="149870"/>
                      <a:pt x="0" y="128528"/>
                    </a:cubicBezTo>
                    <a:lnTo>
                      <a:pt x="0" y="0"/>
                    </a:lnTo>
                    <a:lnTo>
                      <a:pt x="92182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8" name="Google Shape;1278;p30"/>
              <p:cNvSpPr/>
              <p:nvPr/>
            </p:nvSpPr>
            <p:spPr>
              <a:xfrm flipH="1">
                <a:off x="9664275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38776" y="0"/>
                    </a:moveTo>
                    <a:lnTo>
                      <a:pt x="47986" y="0"/>
                    </a:lnTo>
                    <a:lnTo>
                      <a:pt x="47986" y="387929"/>
                    </a:lnTo>
                    <a:lnTo>
                      <a:pt x="38776" y="387929"/>
                    </a:lnTo>
                    <a:cubicBezTo>
                      <a:pt x="17434" y="387929"/>
                      <a:pt x="0" y="370461"/>
                      <a:pt x="0" y="349153"/>
                    </a:cubicBezTo>
                    <a:lnTo>
                      <a:pt x="0" y="38810"/>
                    </a:lnTo>
                    <a:cubicBezTo>
                      <a:pt x="0" y="17468"/>
                      <a:pt x="17434" y="34"/>
                      <a:pt x="38776" y="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9" name="Google Shape;1279;p30"/>
              <p:cNvSpPr/>
              <p:nvPr/>
            </p:nvSpPr>
            <p:spPr>
              <a:xfrm flipH="1">
                <a:off x="9664199" y="3766299"/>
                <a:ext cx="107082" cy="373088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4" extrusionOk="0">
                    <a:moveTo>
                      <a:pt x="47986" y="0"/>
                    </a:moveTo>
                    <a:lnTo>
                      <a:pt x="47986" y="167304"/>
                    </a:lnTo>
                    <a:lnTo>
                      <a:pt x="38776" y="167304"/>
                    </a:lnTo>
                    <a:cubicBezTo>
                      <a:pt x="17434" y="167304"/>
                      <a:pt x="0" y="149836"/>
                      <a:pt x="0" y="128528"/>
                    </a:cubicBezTo>
                    <a:lnTo>
                      <a:pt x="0" y="0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0" name="Google Shape;1280;p30"/>
              <p:cNvSpPr/>
              <p:nvPr/>
            </p:nvSpPr>
            <p:spPr>
              <a:xfrm flipH="1">
                <a:off x="7715263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9210" y="387929"/>
                    </a:moveTo>
                    <a:lnTo>
                      <a:pt x="0" y="387929"/>
                    </a:lnTo>
                    <a:lnTo>
                      <a:pt x="0" y="0"/>
                    </a:lnTo>
                    <a:lnTo>
                      <a:pt x="9210" y="0"/>
                    </a:lnTo>
                    <a:cubicBezTo>
                      <a:pt x="30552" y="0"/>
                      <a:pt x="47986" y="17468"/>
                      <a:pt x="47986" y="38776"/>
                    </a:cubicBezTo>
                    <a:lnTo>
                      <a:pt x="47986" y="349119"/>
                    </a:lnTo>
                    <a:cubicBezTo>
                      <a:pt x="47986" y="370461"/>
                      <a:pt x="30518" y="387895"/>
                      <a:pt x="9210" y="3878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1" name="Google Shape;1281;p30"/>
              <p:cNvSpPr/>
              <p:nvPr/>
            </p:nvSpPr>
            <p:spPr>
              <a:xfrm flipH="1">
                <a:off x="7715188" y="3766374"/>
                <a:ext cx="107082" cy="373086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3" extrusionOk="0">
                    <a:moveTo>
                      <a:pt x="9210" y="167304"/>
                    </a:moveTo>
                    <a:lnTo>
                      <a:pt x="0" y="167304"/>
                    </a:lnTo>
                    <a:lnTo>
                      <a:pt x="0" y="0"/>
                    </a:lnTo>
                    <a:lnTo>
                      <a:pt x="48020" y="0"/>
                    </a:lnTo>
                    <a:lnTo>
                      <a:pt x="48020" y="128528"/>
                    </a:lnTo>
                    <a:cubicBezTo>
                      <a:pt x="48020" y="149870"/>
                      <a:pt x="30552" y="167304"/>
                      <a:pt x="9244" y="1673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2" name="Google Shape;1282;p30"/>
              <p:cNvSpPr/>
              <p:nvPr/>
            </p:nvSpPr>
            <p:spPr>
              <a:xfrm flipH="1">
                <a:off x="7912634" y="3457557"/>
                <a:ext cx="1728040" cy="75026"/>
              </a:xfrm>
              <a:custGeom>
                <a:avLst/>
                <a:gdLst/>
                <a:ahLst/>
                <a:cxnLst/>
                <a:rect l="l" t="t" r="r" b="b"/>
                <a:pathLst>
                  <a:path w="774906" h="33644" extrusionOk="0">
                    <a:moveTo>
                      <a:pt x="16822" y="0"/>
                    </a:moveTo>
                    <a:lnTo>
                      <a:pt x="758084" y="0"/>
                    </a:lnTo>
                    <a:cubicBezTo>
                      <a:pt x="767328" y="0"/>
                      <a:pt x="774907" y="7578"/>
                      <a:pt x="774907" y="16822"/>
                    </a:cubicBezTo>
                    <a:lnTo>
                      <a:pt x="774907" y="16822"/>
                    </a:lnTo>
                    <a:cubicBezTo>
                      <a:pt x="774907" y="26066"/>
                      <a:pt x="767328" y="33644"/>
                      <a:pt x="758084" y="33644"/>
                    </a:cubicBezTo>
                    <a:lnTo>
                      <a:pt x="16822" y="33644"/>
                    </a:lnTo>
                    <a:cubicBezTo>
                      <a:pt x="7545" y="33644"/>
                      <a:pt x="0" y="26066"/>
                      <a:pt x="0" y="16822"/>
                    </a:cubicBezTo>
                    <a:lnTo>
                      <a:pt x="0" y="16822"/>
                    </a:lnTo>
                    <a:cubicBezTo>
                      <a:pt x="0" y="7578"/>
                      <a:pt x="7579" y="0"/>
                      <a:pt x="16822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3" name="Google Shape;1283;p30"/>
              <p:cNvSpPr/>
              <p:nvPr/>
            </p:nvSpPr>
            <p:spPr>
              <a:xfrm flipH="1">
                <a:off x="9328001" y="3283897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8"/>
                    </a:lnTo>
                    <a:lnTo>
                      <a:pt x="0" y="33168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84" name="Google Shape;1284;p30"/>
              <p:cNvGrpSpPr/>
              <p:nvPr/>
            </p:nvGrpSpPr>
            <p:grpSpPr>
              <a:xfrm flipH="1">
                <a:off x="7950758" y="3766296"/>
                <a:ext cx="1585011" cy="675315"/>
                <a:chOff x="4439952" y="2779427"/>
                <a:chExt cx="710608" cy="302764"/>
              </a:xfrm>
            </p:grpSpPr>
            <p:sp>
              <p:nvSpPr>
                <p:cNvPr id="1285" name="Google Shape;1285;p30"/>
                <p:cNvSpPr/>
                <p:nvPr/>
              </p:nvSpPr>
              <p:spPr>
                <a:xfrm>
                  <a:off x="4439952" y="2779427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6" name="Google Shape;1286;p30"/>
                <p:cNvSpPr/>
                <p:nvPr/>
              </p:nvSpPr>
              <p:spPr>
                <a:xfrm>
                  <a:off x="5079499" y="2795671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7" name="Google Shape;1287;p30"/>
                <p:cNvSpPr/>
                <p:nvPr/>
              </p:nvSpPr>
              <p:spPr>
                <a:xfrm>
                  <a:off x="4439952" y="3018743"/>
                  <a:ext cx="710608" cy="63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8" h="63448" extrusionOk="0">
                      <a:moveTo>
                        <a:pt x="0" y="0"/>
                      </a:moveTo>
                      <a:lnTo>
                        <a:pt x="710608" y="0"/>
                      </a:lnTo>
                      <a:lnTo>
                        <a:pt x="710608" y="63448"/>
                      </a:lnTo>
                      <a:lnTo>
                        <a:pt x="0" y="6344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88" name="Google Shape;1288;p30"/>
              <p:cNvSpPr/>
              <p:nvPr/>
            </p:nvSpPr>
            <p:spPr>
              <a:xfrm flipH="1">
                <a:off x="9376164" y="3695045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75"/>
                      <a:pt x="0" y="31945"/>
                    </a:cubicBezTo>
                    <a:cubicBezTo>
                      <a:pt x="0" y="49515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9" name="Google Shape;1289;p30"/>
              <p:cNvSpPr/>
              <p:nvPr/>
            </p:nvSpPr>
            <p:spPr>
              <a:xfrm flipH="1">
                <a:off x="7950790" y="3731353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41"/>
                      <a:pt x="0" y="31945"/>
                    </a:cubicBezTo>
                    <a:cubicBezTo>
                      <a:pt x="0" y="49549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90" name="Google Shape;1290;p30"/>
              <p:cNvGrpSpPr/>
              <p:nvPr/>
            </p:nvGrpSpPr>
            <p:grpSpPr>
              <a:xfrm flipH="1">
                <a:off x="7063250" y="1284726"/>
                <a:ext cx="506187" cy="975768"/>
                <a:chOff x="4380117" y="1824165"/>
                <a:chExt cx="226939" cy="437466"/>
              </a:xfrm>
            </p:grpSpPr>
            <p:sp>
              <p:nvSpPr>
                <p:cNvPr id="1291" name="Google Shape;1291;p30"/>
                <p:cNvSpPr/>
                <p:nvPr/>
              </p:nvSpPr>
              <p:spPr>
                <a:xfrm>
                  <a:off x="4469971" y="2216942"/>
                  <a:ext cx="57501" cy="44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01" h="44689" extrusionOk="0">
                      <a:moveTo>
                        <a:pt x="57501" y="0"/>
                      </a:moveTo>
                      <a:lnTo>
                        <a:pt x="0" y="0"/>
                      </a:lnTo>
                      <a:lnTo>
                        <a:pt x="18487" y="44689"/>
                      </a:lnTo>
                      <a:lnTo>
                        <a:pt x="38776" y="44689"/>
                      </a:lnTo>
                      <a:lnTo>
                        <a:pt x="5750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2" name="Google Shape;1292;p30"/>
                <p:cNvSpPr/>
                <p:nvPr/>
              </p:nvSpPr>
              <p:spPr>
                <a:xfrm>
                  <a:off x="4496614" y="2025306"/>
                  <a:ext cx="110442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42" h="191602" extrusionOk="0">
                      <a:moveTo>
                        <a:pt x="48054" y="0"/>
                      </a:moveTo>
                      <a:cubicBezTo>
                        <a:pt x="48054" y="0"/>
                        <a:pt x="106234" y="59574"/>
                        <a:pt x="110279" y="62973"/>
                      </a:cubicBezTo>
                      <a:cubicBezTo>
                        <a:pt x="114323" y="66337"/>
                        <a:pt x="41937" y="191603"/>
                        <a:pt x="41937" y="191603"/>
                      </a:cubicBezTo>
                      <a:lnTo>
                        <a:pt x="0" y="191603"/>
                      </a:lnTo>
                      <a:lnTo>
                        <a:pt x="0" y="8564"/>
                      </a:lnTo>
                      <a:lnTo>
                        <a:pt x="480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3" name="Google Shape;1293;p30"/>
                <p:cNvSpPr/>
                <p:nvPr/>
              </p:nvSpPr>
              <p:spPr>
                <a:xfrm>
                  <a:off x="4388719" y="2025306"/>
                  <a:ext cx="110410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10" h="191602" extrusionOk="0">
                      <a:moveTo>
                        <a:pt x="62391" y="0"/>
                      </a:moveTo>
                      <a:cubicBezTo>
                        <a:pt x="62391" y="0"/>
                        <a:pt x="4210" y="59574"/>
                        <a:pt x="166" y="62973"/>
                      </a:cubicBezTo>
                      <a:cubicBezTo>
                        <a:pt x="-3912" y="66337"/>
                        <a:pt x="68474" y="191603"/>
                        <a:pt x="68474" y="191603"/>
                      </a:cubicBezTo>
                      <a:lnTo>
                        <a:pt x="110410" y="191603"/>
                      </a:lnTo>
                      <a:lnTo>
                        <a:pt x="110410" y="8564"/>
                      </a:lnTo>
                      <a:lnTo>
                        <a:pt x="623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4" name="Google Shape;1294;p30"/>
                <p:cNvSpPr/>
                <p:nvPr/>
              </p:nvSpPr>
              <p:spPr>
                <a:xfrm>
                  <a:off x="4381340" y="1840704"/>
                  <a:ext cx="156938" cy="181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938" h="181135" extrusionOk="0">
                      <a:moveTo>
                        <a:pt x="0" y="0"/>
                      </a:moveTo>
                      <a:lnTo>
                        <a:pt x="20152" y="0"/>
                      </a:lnTo>
                      <a:cubicBezTo>
                        <a:pt x="95359" y="0"/>
                        <a:pt x="156939" y="61545"/>
                        <a:pt x="156939" y="136786"/>
                      </a:cubicBezTo>
                      <a:lnTo>
                        <a:pt x="156939" y="181136"/>
                      </a:lnTo>
                      <a:lnTo>
                        <a:pt x="82309" y="181136"/>
                      </a:lnTo>
                      <a:lnTo>
                        <a:pt x="82309" y="162478"/>
                      </a:lnTo>
                      <a:cubicBezTo>
                        <a:pt x="82309" y="94646"/>
                        <a:pt x="48733" y="70143"/>
                        <a:pt x="34" y="71741"/>
                      </a:cubicBezTo>
                      <a:lnTo>
                        <a:pt x="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5" name="Google Shape;1295;p30"/>
                <p:cNvSpPr/>
                <p:nvPr/>
              </p:nvSpPr>
              <p:spPr>
                <a:xfrm>
                  <a:off x="4432079" y="2021024"/>
                  <a:ext cx="132436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436" h="23721" extrusionOk="0">
                      <a:moveTo>
                        <a:pt x="0" y="23721"/>
                      </a:moveTo>
                      <a:lnTo>
                        <a:pt x="0" y="11861"/>
                      </a:lnTo>
                      <a:cubicBezTo>
                        <a:pt x="0" y="5336"/>
                        <a:pt x="5336" y="0"/>
                        <a:pt x="11860" y="0"/>
                      </a:cubicBezTo>
                      <a:lnTo>
                        <a:pt x="120576" y="0"/>
                      </a:lnTo>
                      <a:cubicBezTo>
                        <a:pt x="127101" y="0"/>
                        <a:pt x="132436" y="5336"/>
                        <a:pt x="132436" y="11861"/>
                      </a:cubicBezTo>
                      <a:lnTo>
                        <a:pt x="132436" y="23721"/>
                      </a:lnTo>
                      <a:lnTo>
                        <a:pt x="0" y="2372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6" name="Google Shape;1296;p30"/>
                <p:cNvSpPr/>
                <p:nvPr/>
              </p:nvSpPr>
              <p:spPr>
                <a:xfrm>
                  <a:off x="4493284" y="2021024"/>
                  <a:ext cx="71230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230" h="23721" extrusionOk="0">
                      <a:moveTo>
                        <a:pt x="0" y="0"/>
                      </a:moveTo>
                      <a:lnTo>
                        <a:pt x="59370" y="0"/>
                      </a:lnTo>
                      <a:cubicBezTo>
                        <a:pt x="65895" y="0"/>
                        <a:pt x="71231" y="5336"/>
                        <a:pt x="71231" y="11861"/>
                      </a:cubicBezTo>
                      <a:lnTo>
                        <a:pt x="71231" y="23721"/>
                      </a:lnTo>
                      <a:lnTo>
                        <a:pt x="0" y="2372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7" name="Google Shape;1297;p30"/>
                <p:cNvSpPr/>
                <p:nvPr/>
              </p:nvSpPr>
              <p:spPr>
                <a:xfrm>
                  <a:off x="4453489" y="2009877"/>
                  <a:ext cx="99131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48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49"/>
                        <a:pt x="5607" y="11249"/>
                      </a:cubicBezTo>
                      <a:lnTo>
                        <a:pt x="93524" y="11249"/>
                      </a:lnTo>
                      <a:cubicBezTo>
                        <a:pt x="96617" y="11249"/>
                        <a:pt x="99131" y="8700"/>
                        <a:pt x="99131" y="5607"/>
                      </a:cubicBezTo>
                      <a:lnTo>
                        <a:pt x="99131" y="5607"/>
                      </a:lnTo>
                      <a:cubicBezTo>
                        <a:pt x="99131" y="2515"/>
                        <a:pt x="96583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8" name="Google Shape;1298;p30"/>
                <p:cNvSpPr/>
                <p:nvPr/>
              </p:nvSpPr>
              <p:spPr>
                <a:xfrm>
                  <a:off x="4451585" y="1992137"/>
                  <a:ext cx="99199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99" h="11248" extrusionOk="0">
                      <a:moveTo>
                        <a:pt x="93558" y="34"/>
                      </a:moveTo>
                      <a:lnTo>
                        <a:pt x="5641" y="34"/>
                      </a:lnTo>
                      <a:cubicBezTo>
                        <a:pt x="2549" y="34"/>
                        <a:pt x="0" y="2549"/>
                        <a:pt x="0" y="5641"/>
                      </a:cubicBezTo>
                      <a:lnTo>
                        <a:pt x="0" y="5641"/>
                      </a:lnTo>
                      <a:cubicBezTo>
                        <a:pt x="0" y="8734"/>
                        <a:pt x="2549" y="11249"/>
                        <a:pt x="5641" y="11249"/>
                      </a:cubicBezTo>
                      <a:lnTo>
                        <a:pt x="93558" y="11249"/>
                      </a:lnTo>
                      <a:cubicBezTo>
                        <a:pt x="96651" y="11249"/>
                        <a:pt x="99200" y="8700"/>
                        <a:pt x="99200" y="5607"/>
                      </a:cubicBezTo>
                      <a:lnTo>
                        <a:pt x="99200" y="5607"/>
                      </a:lnTo>
                      <a:cubicBezTo>
                        <a:pt x="99200" y="2515"/>
                        <a:pt x="96685" y="0"/>
                        <a:pt x="9355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9" name="Google Shape;1299;p30"/>
                <p:cNvSpPr/>
                <p:nvPr/>
              </p:nvSpPr>
              <p:spPr>
                <a:xfrm>
                  <a:off x="4449751" y="1974466"/>
                  <a:ext cx="99165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65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65" y="8666"/>
                        <a:pt x="99165" y="5607"/>
                      </a:cubicBezTo>
                      <a:lnTo>
                        <a:pt x="99165" y="5607"/>
                      </a:lnTo>
                      <a:cubicBezTo>
                        <a:pt x="99165" y="2515"/>
                        <a:pt x="96651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0" name="Google Shape;1300;p30"/>
                <p:cNvSpPr/>
                <p:nvPr/>
              </p:nvSpPr>
              <p:spPr>
                <a:xfrm>
                  <a:off x="4447881" y="1956760"/>
                  <a:ext cx="99131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49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32" y="8700"/>
                        <a:pt x="99132" y="5607"/>
                      </a:cubicBezTo>
                      <a:lnTo>
                        <a:pt x="99132" y="5607"/>
                      </a:lnTo>
                      <a:cubicBezTo>
                        <a:pt x="99132" y="2515"/>
                        <a:pt x="96617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1" name="Google Shape;1301;p30"/>
                <p:cNvSpPr/>
                <p:nvPr/>
              </p:nvSpPr>
              <p:spPr>
                <a:xfrm>
                  <a:off x="4446074" y="1936907"/>
                  <a:ext cx="99074" cy="15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74" h="15507" extrusionOk="0">
                      <a:moveTo>
                        <a:pt x="93156" y="6"/>
                      </a:moveTo>
                      <a:lnTo>
                        <a:pt x="5341" y="4288"/>
                      </a:lnTo>
                      <a:cubicBezTo>
                        <a:pt x="2249" y="4424"/>
                        <a:pt x="-130" y="7074"/>
                        <a:pt x="6" y="10167"/>
                      </a:cubicBezTo>
                      <a:lnTo>
                        <a:pt x="6" y="10167"/>
                      </a:lnTo>
                      <a:cubicBezTo>
                        <a:pt x="142" y="13259"/>
                        <a:pt x="2792" y="15638"/>
                        <a:pt x="5885" y="15502"/>
                      </a:cubicBezTo>
                      <a:lnTo>
                        <a:pt x="93734" y="11220"/>
                      </a:lnTo>
                      <a:cubicBezTo>
                        <a:pt x="96826" y="11084"/>
                        <a:pt x="99205" y="8434"/>
                        <a:pt x="99069" y="5341"/>
                      </a:cubicBezTo>
                      <a:lnTo>
                        <a:pt x="99069" y="5341"/>
                      </a:lnTo>
                      <a:cubicBezTo>
                        <a:pt x="98899" y="2249"/>
                        <a:pt x="96283" y="-130"/>
                        <a:pt x="93190" y="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2" name="Google Shape;1302;p30"/>
                <p:cNvSpPr/>
                <p:nvPr/>
              </p:nvSpPr>
              <p:spPr>
                <a:xfrm>
                  <a:off x="4437315" y="1910952"/>
                  <a:ext cx="97595" cy="2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95" h="27725" extrusionOk="0">
                      <a:moveTo>
                        <a:pt x="90939" y="99"/>
                      </a:moveTo>
                      <a:lnTo>
                        <a:pt x="4551" y="16582"/>
                      </a:lnTo>
                      <a:cubicBezTo>
                        <a:pt x="1526" y="17159"/>
                        <a:pt x="-479" y="20116"/>
                        <a:pt x="99" y="23175"/>
                      </a:cubicBezTo>
                      <a:lnTo>
                        <a:pt x="99" y="23175"/>
                      </a:lnTo>
                      <a:cubicBezTo>
                        <a:pt x="677" y="26199"/>
                        <a:pt x="3633" y="28204"/>
                        <a:pt x="6658" y="27626"/>
                      </a:cubicBezTo>
                      <a:lnTo>
                        <a:pt x="93012" y="11110"/>
                      </a:lnTo>
                      <a:cubicBezTo>
                        <a:pt x="96036" y="10532"/>
                        <a:pt x="98075" y="7576"/>
                        <a:pt x="97498" y="4551"/>
                      </a:cubicBezTo>
                      <a:lnTo>
                        <a:pt x="97498" y="4551"/>
                      </a:lnTo>
                      <a:cubicBezTo>
                        <a:pt x="96920" y="1526"/>
                        <a:pt x="93963" y="-478"/>
                        <a:pt x="90939" y="9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3" name="Google Shape;1303;p30"/>
                <p:cNvSpPr/>
                <p:nvPr/>
              </p:nvSpPr>
              <p:spPr>
                <a:xfrm>
                  <a:off x="4429531" y="1882948"/>
                  <a:ext cx="90598" cy="49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598" h="49035" extrusionOk="0">
                      <a:moveTo>
                        <a:pt x="82580" y="542"/>
                      </a:moveTo>
                      <a:lnTo>
                        <a:pt x="3193" y="38366"/>
                      </a:lnTo>
                      <a:cubicBezTo>
                        <a:pt x="406" y="39692"/>
                        <a:pt x="-783" y="43056"/>
                        <a:pt x="542" y="45843"/>
                      </a:cubicBezTo>
                      <a:lnTo>
                        <a:pt x="542" y="45843"/>
                      </a:lnTo>
                      <a:cubicBezTo>
                        <a:pt x="1867" y="48630"/>
                        <a:pt x="5232" y="49819"/>
                        <a:pt x="8018" y="48494"/>
                      </a:cubicBezTo>
                      <a:lnTo>
                        <a:pt x="87405" y="10669"/>
                      </a:lnTo>
                      <a:cubicBezTo>
                        <a:pt x="90192" y="9344"/>
                        <a:pt x="91382" y="5980"/>
                        <a:pt x="90056" y="3193"/>
                      </a:cubicBezTo>
                      <a:lnTo>
                        <a:pt x="90056" y="3193"/>
                      </a:lnTo>
                      <a:cubicBezTo>
                        <a:pt x="88731" y="406"/>
                        <a:pt x="85332" y="-783"/>
                        <a:pt x="82546" y="54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4" name="Google Shape;1304;p30"/>
                <p:cNvSpPr/>
                <p:nvPr/>
              </p:nvSpPr>
              <p:spPr>
                <a:xfrm>
                  <a:off x="4422838" y="1855265"/>
                  <a:ext cx="71972" cy="7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972" h="74814" extrusionOk="0">
                      <a:moveTo>
                        <a:pt x="62324" y="1718"/>
                      </a:moveTo>
                      <a:lnTo>
                        <a:pt x="1560" y="65302"/>
                      </a:lnTo>
                      <a:cubicBezTo>
                        <a:pt x="-581" y="67545"/>
                        <a:pt x="-513" y="71113"/>
                        <a:pt x="1730" y="73254"/>
                      </a:cubicBezTo>
                      <a:lnTo>
                        <a:pt x="1730" y="73254"/>
                      </a:lnTo>
                      <a:cubicBezTo>
                        <a:pt x="3973" y="75395"/>
                        <a:pt x="7541" y="75327"/>
                        <a:pt x="9682" y="73085"/>
                      </a:cubicBezTo>
                      <a:lnTo>
                        <a:pt x="70412" y="9500"/>
                      </a:lnTo>
                      <a:cubicBezTo>
                        <a:pt x="72553" y="7257"/>
                        <a:pt x="72485" y="3689"/>
                        <a:pt x="70242" y="1548"/>
                      </a:cubicBezTo>
                      <a:lnTo>
                        <a:pt x="70242" y="1548"/>
                      </a:lnTo>
                      <a:cubicBezTo>
                        <a:pt x="67999" y="-593"/>
                        <a:pt x="64431" y="-491"/>
                        <a:pt x="62324" y="17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5" name="Google Shape;1305;p30"/>
                <p:cNvSpPr/>
                <p:nvPr/>
              </p:nvSpPr>
              <p:spPr>
                <a:xfrm>
                  <a:off x="4416185" y="1835374"/>
                  <a:ext cx="45386" cy="92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86" h="92221" extrusionOk="0">
                      <a:moveTo>
                        <a:pt x="34619" y="3427"/>
                      </a:moveTo>
                      <a:lnTo>
                        <a:pt x="431" y="84445"/>
                      </a:lnTo>
                      <a:cubicBezTo>
                        <a:pt x="-758" y="87299"/>
                        <a:pt x="601" y="90596"/>
                        <a:pt x="3422" y="91785"/>
                      </a:cubicBezTo>
                      <a:lnTo>
                        <a:pt x="3422" y="91785"/>
                      </a:lnTo>
                      <a:cubicBezTo>
                        <a:pt x="6277" y="92975"/>
                        <a:pt x="9573" y="91649"/>
                        <a:pt x="10762" y="88795"/>
                      </a:cubicBezTo>
                      <a:lnTo>
                        <a:pt x="44951" y="7777"/>
                      </a:lnTo>
                      <a:cubicBezTo>
                        <a:pt x="46140" y="4956"/>
                        <a:pt x="44815" y="1625"/>
                        <a:pt x="41960" y="436"/>
                      </a:cubicBezTo>
                      <a:lnTo>
                        <a:pt x="41960" y="436"/>
                      </a:lnTo>
                      <a:cubicBezTo>
                        <a:pt x="39105" y="-753"/>
                        <a:pt x="35809" y="572"/>
                        <a:pt x="34585" y="342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6" name="Google Shape;1306;p30"/>
                <p:cNvSpPr/>
                <p:nvPr/>
              </p:nvSpPr>
              <p:spPr>
                <a:xfrm>
                  <a:off x="4407685" y="1824165"/>
                  <a:ext cx="19556" cy="98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6" h="98768" extrusionOk="0">
                      <a:moveTo>
                        <a:pt x="8354" y="5086"/>
                      </a:moveTo>
                      <a:lnTo>
                        <a:pt x="28" y="92629"/>
                      </a:lnTo>
                      <a:cubicBezTo>
                        <a:pt x="-279" y="95722"/>
                        <a:pt x="1999" y="98440"/>
                        <a:pt x="5091" y="98746"/>
                      </a:cubicBezTo>
                      <a:lnTo>
                        <a:pt x="5091" y="98746"/>
                      </a:lnTo>
                      <a:cubicBezTo>
                        <a:pt x="8149" y="99018"/>
                        <a:pt x="10902" y="96775"/>
                        <a:pt x="11208" y="93683"/>
                      </a:cubicBezTo>
                      <a:lnTo>
                        <a:pt x="19534" y="6140"/>
                      </a:lnTo>
                      <a:cubicBezTo>
                        <a:pt x="19806" y="3047"/>
                        <a:pt x="17563" y="294"/>
                        <a:pt x="14471" y="22"/>
                      </a:cubicBezTo>
                      <a:lnTo>
                        <a:pt x="14471" y="22"/>
                      </a:lnTo>
                      <a:cubicBezTo>
                        <a:pt x="11378" y="-250"/>
                        <a:pt x="8625" y="1993"/>
                        <a:pt x="8320" y="508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7" name="Google Shape;1307;p30"/>
                <p:cNvSpPr/>
                <p:nvPr/>
              </p:nvSpPr>
              <p:spPr>
                <a:xfrm>
                  <a:off x="4380117" y="1825037"/>
                  <a:ext cx="11486" cy="99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86" h="99165" extrusionOk="0">
                      <a:moveTo>
                        <a:pt x="238" y="5607"/>
                      </a:moveTo>
                      <a:lnTo>
                        <a:pt x="0" y="93524"/>
                      </a:lnTo>
                      <a:cubicBezTo>
                        <a:pt x="0" y="96617"/>
                        <a:pt x="2515" y="99166"/>
                        <a:pt x="5607" y="99166"/>
                      </a:cubicBezTo>
                      <a:lnTo>
                        <a:pt x="5607" y="99166"/>
                      </a:lnTo>
                      <a:cubicBezTo>
                        <a:pt x="8700" y="99166"/>
                        <a:pt x="11249" y="96651"/>
                        <a:pt x="11249" y="93558"/>
                      </a:cubicBezTo>
                      <a:lnTo>
                        <a:pt x="11486" y="5641"/>
                      </a:lnTo>
                      <a:cubicBezTo>
                        <a:pt x="11486" y="2549"/>
                        <a:pt x="8971" y="34"/>
                        <a:pt x="5879" y="0"/>
                      </a:cubicBezTo>
                      <a:lnTo>
                        <a:pt x="5879" y="0"/>
                      </a:lnTo>
                      <a:cubicBezTo>
                        <a:pt x="2787" y="0"/>
                        <a:pt x="272" y="2515"/>
                        <a:pt x="238" y="560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08" name="Google Shape;1308;p30"/>
              <p:cNvGrpSpPr/>
              <p:nvPr/>
            </p:nvGrpSpPr>
            <p:grpSpPr>
              <a:xfrm flipH="1">
                <a:off x="8101743" y="3785367"/>
                <a:ext cx="1282941" cy="330190"/>
                <a:chOff x="2195175" y="2564277"/>
                <a:chExt cx="575181" cy="148034"/>
              </a:xfrm>
            </p:grpSpPr>
            <p:sp>
              <p:nvSpPr>
                <p:cNvPr id="1309" name="Google Shape;1309;p30"/>
                <p:cNvSpPr/>
                <p:nvPr/>
              </p:nvSpPr>
              <p:spPr>
                <a:xfrm>
                  <a:off x="2692873" y="2596358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0" name="Google Shape;1310;p30"/>
                <p:cNvSpPr/>
                <p:nvPr/>
              </p:nvSpPr>
              <p:spPr>
                <a:xfrm>
                  <a:off x="2692873" y="2606622"/>
                  <a:ext cx="63822" cy="11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384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385"/>
                      </a:lnTo>
                      <a:lnTo>
                        <a:pt x="0" y="11385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1" name="Google Shape;1311;p30"/>
                <p:cNvSpPr/>
                <p:nvPr/>
              </p:nvSpPr>
              <p:spPr>
                <a:xfrm>
                  <a:off x="2744731" y="2566146"/>
                  <a:ext cx="25624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143107" extrusionOk="0">
                      <a:moveTo>
                        <a:pt x="25624" y="0"/>
                      </a:moveTo>
                      <a:lnTo>
                        <a:pt x="12812" y="0"/>
                      </a:lnTo>
                      <a:cubicBezTo>
                        <a:pt x="5777" y="0"/>
                        <a:pt x="0" y="5777"/>
                        <a:pt x="0" y="12812"/>
                      </a:cubicBezTo>
                      <a:lnTo>
                        <a:pt x="0" y="130295"/>
                      </a:lnTo>
                      <a:cubicBezTo>
                        <a:pt x="0" y="137330"/>
                        <a:pt x="5777" y="143107"/>
                        <a:pt x="12812" y="143107"/>
                      </a:cubicBezTo>
                      <a:lnTo>
                        <a:pt x="25624" y="143107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2" name="Google Shape;1312;p30"/>
                <p:cNvSpPr/>
                <p:nvPr/>
              </p:nvSpPr>
              <p:spPr>
                <a:xfrm>
                  <a:off x="2744731" y="2632280"/>
                  <a:ext cx="25624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76974" extrusionOk="0">
                      <a:moveTo>
                        <a:pt x="0" y="0"/>
                      </a:moveTo>
                      <a:lnTo>
                        <a:pt x="0" y="64162"/>
                      </a:lnTo>
                      <a:cubicBezTo>
                        <a:pt x="0" y="71197"/>
                        <a:pt x="5777" y="76974"/>
                        <a:pt x="12812" y="76974"/>
                      </a:cubicBezTo>
                      <a:lnTo>
                        <a:pt x="25624" y="76974"/>
                      </a:lnTo>
                      <a:lnTo>
                        <a:pt x="2562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3" name="Google Shape;1313;p30"/>
                <p:cNvSpPr/>
                <p:nvPr/>
              </p:nvSpPr>
              <p:spPr>
                <a:xfrm>
                  <a:off x="2272625" y="2564277"/>
                  <a:ext cx="423680" cy="148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680" h="148034" extrusionOk="0">
                      <a:moveTo>
                        <a:pt x="14341" y="0"/>
                      </a:moveTo>
                      <a:lnTo>
                        <a:pt x="409339" y="0"/>
                      </a:lnTo>
                      <a:cubicBezTo>
                        <a:pt x="417257" y="0"/>
                        <a:pt x="423680" y="6661"/>
                        <a:pt x="423680" y="14783"/>
                      </a:cubicBezTo>
                      <a:lnTo>
                        <a:pt x="423680" y="133252"/>
                      </a:lnTo>
                      <a:cubicBezTo>
                        <a:pt x="423680" y="141408"/>
                        <a:pt x="417257" y="148035"/>
                        <a:pt x="409339" y="148035"/>
                      </a:cubicBezTo>
                      <a:lnTo>
                        <a:pt x="14341" y="148035"/>
                      </a:lnTo>
                      <a:cubicBezTo>
                        <a:pt x="6457" y="148035"/>
                        <a:pt x="0" y="141374"/>
                        <a:pt x="0" y="133252"/>
                      </a:cubicBezTo>
                      <a:lnTo>
                        <a:pt x="0" y="14783"/>
                      </a:lnTo>
                      <a:cubicBezTo>
                        <a:pt x="0" y="6661"/>
                        <a:pt x="6457" y="0"/>
                        <a:pt x="1434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4" name="Google Shape;1314;p30"/>
                <p:cNvSpPr/>
                <p:nvPr/>
              </p:nvSpPr>
              <p:spPr>
                <a:xfrm>
                  <a:off x="2285267" y="2573283"/>
                  <a:ext cx="397954" cy="130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954" h="130295" extrusionOk="0">
                      <a:moveTo>
                        <a:pt x="12608" y="0"/>
                      </a:moveTo>
                      <a:lnTo>
                        <a:pt x="385312" y="0"/>
                      </a:lnTo>
                      <a:cubicBezTo>
                        <a:pt x="392245" y="0"/>
                        <a:pt x="397954" y="5845"/>
                        <a:pt x="397954" y="13016"/>
                      </a:cubicBezTo>
                      <a:lnTo>
                        <a:pt x="397954" y="117279"/>
                      </a:lnTo>
                      <a:cubicBezTo>
                        <a:pt x="397954" y="124416"/>
                        <a:pt x="392245" y="130295"/>
                        <a:pt x="385312" y="130295"/>
                      </a:cubicBezTo>
                      <a:lnTo>
                        <a:pt x="12608" y="130295"/>
                      </a:lnTo>
                      <a:cubicBezTo>
                        <a:pt x="5675" y="130295"/>
                        <a:pt x="0" y="124416"/>
                        <a:pt x="0" y="117279"/>
                      </a:cubicBezTo>
                      <a:lnTo>
                        <a:pt x="0" y="13016"/>
                      </a:lnTo>
                      <a:cubicBezTo>
                        <a:pt x="0" y="5845"/>
                        <a:pt x="5675" y="0"/>
                        <a:pt x="12608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15" name="Google Shape;1315;p30"/>
                <p:cNvGrpSpPr/>
                <p:nvPr/>
              </p:nvGrpSpPr>
              <p:grpSpPr>
                <a:xfrm>
                  <a:off x="2445264" y="2583716"/>
                  <a:ext cx="207540" cy="106166"/>
                  <a:chOff x="2445264" y="2583716"/>
                  <a:chExt cx="207540" cy="106166"/>
                </a:xfrm>
              </p:grpSpPr>
              <p:sp>
                <p:nvSpPr>
                  <p:cNvPr id="1316" name="Google Shape;1316;p30"/>
                  <p:cNvSpPr/>
                  <p:nvPr/>
                </p:nvSpPr>
                <p:spPr>
                  <a:xfrm>
                    <a:off x="2445264" y="2628813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17" name="Google Shape;1317;p30"/>
                  <p:cNvSpPr/>
                  <p:nvPr/>
                </p:nvSpPr>
                <p:spPr>
                  <a:xfrm>
                    <a:off x="2599110" y="2627216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18" name="Google Shape;1318;p30"/>
                  <p:cNvSpPr/>
                  <p:nvPr/>
                </p:nvSpPr>
                <p:spPr>
                  <a:xfrm>
                    <a:off x="2494643" y="2583716"/>
                    <a:ext cx="106166" cy="1061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166" h="106166" extrusionOk="0">
                        <a:moveTo>
                          <a:pt x="53083" y="106166"/>
                        </a:moveTo>
                        <a:cubicBezTo>
                          <a:pt x="82309" y="106166"/>
                          <a:pt x="106166" y="82309"/>
                          <a:pt x="106166" y="53083"/>
                        </a:cubicBezTo>
                        <a:cubicBezTo>
                          <a:pt x="106166" y="23857"/>
                          <a:pt x="82309" y="0"/>
                          <a:pt x="53083" y="0"/>
                        </a:cubicBezTo>
                        <a:cubicBezTo>
                          <a:pt x="23857" y="0"/>
                          <a:pt x="0" y="23857"/>
                          <a:pt x="0" y="53083"/>
                        </a:cubicBezTo>
                        <a:cubicBezTo>
                          <a:pt x="0" y="82309"/>
                          <a:pt x="23823" y="106166"/>
                          <a:pt x="53083" y="106166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19" name="Google Shape;1319;p30"/>
                  <p:cNvSpPr/>
                  <p:nvPr/>
                </p:nvSpPr>
                <p:spPr>
                  <a:xfrm>
                    <a:off x="2503037" y="2592110"/>
                    <a:ext cx="89378" cy="89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89378" extrusionOk="0">
                        <a:moveTo>
                          <a:pt x="44689" y="89378"/>
                        </a:moveTo>
                        <a:cubicBezTo>
                          <a:pt x="69328" y="89378"/>
                          <a:pt x="89378" y="69294"/>
                          <a:pt x="89378" y="44689"/>
                        </a:cubicBezTo>
                        <a:cubicBezTo>
                          <a:pt x="89378" y="20085"/>
                          <a:pt x="69294" y="0"/>
                          <a:pt x="44689" y="0"/>
                        </a:cubicBezTo>
                        <a:cubicBezTo>
                          <a:pt x="20085" y="0"/>
                          <a:pt x="0" y="20085"/>
                          <a:pt x="0" y="44689"/>
                        </a:cubicBezTo>
                        <a:cubicBezTo>
                          <a:pt x="0" y="69294"/>
                          <a:pt x="20085" y="89378"/>
                          <a:pt x="44689" y="8937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20" name="Google Shape;1320;p30"/>
                  <p:cNvSpPr/>
                  <p:nvPr/>
                </p:nvSpPr>
                <p:spPr>
                  <a:xfrm>
                    <a:off x="2503037" y="2592110"/>
                    <a:ext cx="89378" cy="463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46388" extrusionOk="0">
                        <a:moveTo>
                          <a:pt x="44689" y="0"/>
                        </a:moveTo>
                        <a:cubicBezTo>
                          <a:pt x="69362" y="0"/>
                          <a:pt x="89378" y="20017"/>
                          <a:pt x="89378" y="44689"/>
                        </a:cubicBezTo>
                        <a:cubicBezTo>
                          <a:pt x="89378" y="45267"/>
                          <a:pt x="89378" y="45811"/>
                          <a:pt x="89310" y="46388"/>
                        </a:cubicBezTo>
                        <a:lnTo>
                          <a:pt x="34" y="46388"/>
                        </a:lnTo>
                        <a:cubicBezTo>
                          <a:pt x="34" y="45811"/>
                          <a:pt x="0" y="45267"/>
                          <a:pt x="0" y="44689"/>
                        </a:cubicBezTo>
                        <a:cubicBezTo>
                          <a:pt x="0" y="20017"/>
                          <a:pt x="20017" y="0"/>
                          <a:pt x="44689" y="0"/>
                        </a:cubicBezTo>
                        <a:close/>
                      </a:path>
                    </a:pathLst>
                  </a:custGeom>
                  <a:solidFill>
                    <a:srgbClr val="74D9E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21" name="Google Shape;1321;p30"/>
                  <p:cNvSpPr/>
                  <p:nvPr/>
                </p:nvSpPr>
                <p:spPr>
                  <a:xfrm>
                    <a:off x="2546877" y="2599961"/>
                    <a:ext cx="46223" cy="379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223" h="37994" extrusionOk="0">
                        <a:moveTo>
                          <a:pt x="42004" y="18318"/>
                        </a:moveTo>
                        <a:cubicBezTo>
                          <a:pt x="44961" y="24673"/>
                          <a:pt x="46320" y="31401"/>
                          <a:pt x="46218" y="37994"/>
                        </a:cubicBezTo>
                        <a:lnTo>
                          <a:pt x="0" y="37994"/>
                        </a:lnTo>
                        <a:lnTo>
                          <a:pt x="26168" y="0"/>
                        </a:lnTo>
                        <a:cubicBezTo>
                          <a:pt x="32829" y="4384"/>
                          <a:pt x="38368" y="10603"/>
                          <a:pt x="42004" y="18318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22" name="Google Shape;1322;p30"/>
                  <p:cNvSpPr/>
                  <p:nvPr/>
                </p:nvSpPr>
                <p:spPr>
                  <a:xfrm>
                    <a:off x="2527812" y="2592375"/>
                    <a:ext cx="42887" cy="46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887" h="46361" extrusionOk="0">
                        <a:moveTo>
                          <a:pt x="23687" y="143"/>
                        </a:moveTo>
                        <a:cubicBezTo>
                          <a:pt x="30722" y="687"/>
                          <a:pt x="37212" y="2828"/>
                          <a:pt x="42888" y="6193"/>
                        </a:cubicBezTo>
                        <a:lnTo>
                          <a:pt x="20085" y="46362"/>
                        </a:lnTo>
                        <a:lnTo>
                          <a:pt x="0" y="4833"/>
                        </a:lnTo>
                        <a:cubicBezTo>
                          <a:pt x="7069" y="1231"/>
                          <a:pt x="15225" y="-536"/>
                          <a:pt x="23721" y="14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23" name="Google Shape;1323;p30"/>
                  <p:cNvSpPr/>
                  <p:nvPr/>
                </p:nvSpPr>
                <p:spPr>
                  <a:xfrm>
                    <a:off x="2503770" y="2600402"/>
                    <a:ext cx="46199" cy="38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199" h="38572" extrusionOk="0">
                        <a:moveTo>
                          <a:pt x="5554" y="15021"/>
                        </a:moveTo>
                        <a:cubicBezTo>
                          <a:pt x="8953" y="8836"/>
                          <a:pt x="13540" y="3806"/>
                          <a:pt x="18944" y="0"/>
                        </a:cubicBezTo>
                        <a:lnTo>
                          <a:pt x="46199" y="37349"/>
                        </a:lnTo>
                        <a:lnTo>
                          <a:pt x="49" y="38572"/>
                        </a:lnTo>
                        <a:cubicBezTo>
                          <a:pt x="-325" y="30620"/>
                          <a:pt x="1442" y="22497"/>
                          <a:pt x="5520" y="1502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324" name="Google Shape;1324;p30"/>
                  <p:cNvGrpSpPr/>
                  <p:nvPr/>
                </p:nvGrpSpPr>
                <p:grpSpPr>
                  <a:xfrm>
                    <a:off x="2527089" y="2609748"/>
                    <a:ext cx="30439" cy="37610"/>
                    <a:chOff x="4840276" y="2840598"/>
                    <a:chExt cx="30439" cy="37610"/>
                  </a:xfrm>
                </p:grpSpPr>
                <p:sp>
                  <p:nvSpPr>
                    <p:cNvPr id="1325" name="Google Shape;1325;p30"/>
                    <p:cNvSpPr/>
                    <p:nvPr/>
                  </p:nvSpPr>
                  <p:spPr>
                    <a:xfrm>
                      <a:off x="4850500" y="2857984"/>
                      <a:ext cx="20215" cy="202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215" h="20224" extrusionOk="0">
                          <a:moveTo>
                            <a:pt x="8171" y="184"/>
                          </a:moveTo>
                          <a:cubicBezTo>
                            <a:pt x="13642" y="-869"/>
                            <a:pt x="18978" y="2699"/>
                            <a:pt x="20031" y="8171"/>
                          </a:cubicBezTo>
                          <a:cubicBezTo>
                            <a:pt x="21085" y="13642"/>
                            <a:pt x="17516" y="18944"/>
                            <a:pt x="12045" y="20031"/>
                          </a:cubicBezTo>
                          <a:cubicBezTo>
                            <a:pt x="6573" y="21119"/>
                            <a:pt x="1238" y="17516"/>
                            <a:pt x="184" y="12045"/>
                          </a:cubicBezTo>
                          <a:cubicBezTo>
                            <a:pt x="-869" y="6573"/>
                            <a:pt x="2699" y="1238"/>
                            <a:pt x="8171" y="184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26" name="Google Shape;1326;p30"/>
                    <p:cNvSpPr/>
                    <p:nvPr/>
                  </p:nvSpPr>
                  <p:spPr>
                    <a:xfrm>
                      <a:off x="4840276" y="2840598"/>
                      <a:ext cx="20501" cy="2569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501" h="25692" extrusionOk="0">
                          <a:moveTo>
                            <a:pt x="14351" y="25692"/>
                          </a:moveTo>
                          <a:lnTo>
                            <a:pt x="20502" y="21410"/>
                          </a:lnTo>
                          <a:lnTo>
                            <a:pt x="6806" y="1597"/>
                          </a:lnTo>
                          <a:cubicBezTo>
                            <a:pt x="5651" y="-68"/>
                            <a:pt x="3306" y="-510"/>
                            <a:pt x="1606" y="646"/>
                          </a:cubicBezTo>
                          <a:lnTo>
                            <a:pt x="1606" y="646"/>
                          </a:lnTo>
                          <a:cubicBezTo>
                            <a:pt x="-93" y="1835"/>
                            <a:pt x="-501" y="4180"/>
                            <a:pt x="655" y="5845"/>
                          </a:cubicBezTo>
                          <a:lnTo>
                            <a:pt x="14317" y="25658"/>
                          </a:ln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sp>
              <p:nvSpPr>
                <p:cNvPr id="1327" name="Google Shape;1327;p30"/>
                <p:cNvSpPr/>
                <p:nvPr/>
              </p:nvSpPr>
              <p:spPr>
                <a:xfrm>
                  <a:off x="2310041" y="2586265"/>
                  <a:ext cx="102360" cy="102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360" h="102360" extrusionOk="0">
                      <a:moveTo>
                        <a:pt x="51180" y="0"/>
                      </a:moveTo>
                      <a:cubicBezTo>
                        <a:pt x="79421" y="0"/>
                        <a:pt x="102360" y="22939"/>
                        <a:pt x="102360" y="51180"/>
                      </a:cubicBezTo>
                      <a:cubicBezTo>
                        <a:pt x="102360" y="79421"/>
                        <a:pt x="79421" y="102360"/>
                        <a:pt x="51180" y="102360"/>
                      </a:cubicBezTo>
                      <a:cubicBezTo>
                        <a:pt x="22939" y="102360"/>
                        <a:pt x="0" y="79421"/>
                        <a:pt x="0" y="51180"/>
                      </a:cubicBezTo>
                      <a:cubicBezTo>
                        <a:pt x="0" y="22939"/>
                        <a:pt x="22939" y="0"/>
                        <a:pt x="51180" y="0"/>
                      </a:cubicBezTo>
                      <a:lnTo>
                        <a:pt x="51180" y="0"/>
                      </a:lnTo>
                      <a:close/>
                      <a:moveTo>
                        <a:pt x="51180" y="41936"/>
                      </a:moveTo>
                      <a:cubicBezTo>
                        <a:pt x="46048" y="41936"/>
                        <a:pt x="41903" y="46082"/>
                        <a:pt x="41903" y="51180"/>
                      </a:cubicBezTo>
                      <a:cubicBezTo>
                        <a:pt x="41903" y="56278"/>
                        <a:pt x="46048" y="60458"/>
                        <a:pt x="51180" y="60458"/>
                      </a:cubicBezTo>
                      <a:cubicBezTo>
                        <a:pt x="56312" y="60458"/>
                        <a:pt x="60458" y="56312"/>
                        <a:pt x="60458" y="51180"/>
                      </a:cubicBezTo>
                      <a:cubicBezTo>
                        <a:pt x="60458" y="46048"/>
                        <a:pt x="56312" y="41936"/>
                        <a:pt x="51180" y="41936"/>
                      </a:cubicBezTo>
                      <a:lnTo>
                        <a:pt x="51180" y="41936"/>
                      </a:lnTo>
                      <a:close/>
                      <a:moveTo>
                        <a:pt x="57263" y="30110"/>
                      </a:moveTo>
                      <a:cubicBezTo>
                        <a:pt x="64502" y="32183"/>
                        <a:pt x="70177" y="37892"/>
                        <a:pt x="72284" y="45097"/>
                      </a:cubicBezTo>
                      <a:lnTo>
                        <a:pt x="89073" y="45097"/>
                      </a:lnTo>
                      <a:cubicBezTo>
                        <a:pt x="86490" y="28784"/>
                        <a:pt x="73576" y="15905"/>
                        <a:pt x="57297" y="13322"/>
                      </a:cubicBezTo>
                      <a:lnTo>
                        <a:pt x="57297" y="30110"/>
                      </a:lnTo>
                      <a:lnTo>
                        <a:pt x="57297" y="30110"/>
                      </a:lnTo>
                      <a:close/>
                      <a:moveTo>
                        <a:pt x="72284" y="57263"/>
                      </a:moveTo>
                      <a:cubicBezTo>
                        <a:pt x="70177" y="64502"/>
                        <a:pt x="64502" y="70177"/>
                        <a:pt x="57263" y="72284"/>
                      </a:cubicBezTo>
                      <a:lnTo>
                        <a:pt x="57263" y="89072"/>
                      </a:lnTo>
                      <a:cubicBezTo>
                        <a:pt x="73576" y="86456"/>
                        <a:pt x="86456" y="73576"/>
                        <a:pt x="89038" y="57263"/>
                      </a:cubicBezTo>
                      <a:lnTo>
                        <a:pt x="72250" y="57263"/>
                      </a:lnTo>
                      <a:close/>
                      <a:moveTo>
                        <a:pt x="45131" y="72284"/>
                      </a:moveTo>
                      <a:cubicBezTo>
                        <a:pt x="37926" y="70177"/>
                        <a:pt x="32217" y="64502"/>
                        <a:pt x="30144" y="57263"/>
                      </a:cubicBezTo>
                      <a:lnTo>
                        <a:pt x="13356" y="57263"/>
                      </a:lnTo>
                      <a:cubicBezTo>
                        <a:pt x="15939" y="73576"/>
                        <a:pt x="28853" y="86456"/>
                        <a:pt x="45131" y="89072"/>
                      </a:cubicBezTo>
                      <a:lnTo>
                        <a:pt x="45131" y="72284"/>
                      </a:lnTo>
                      <a:lnTo>
                        <a:pt x="45131" y="72284"/>
                      </a:lnTo>
                      <a:close/>
                      <a:moveTo>
                        <a:pt x="30144" y="45131"/>
                      </a:moveTo>
                      <a:cubicBezTo>
                        <a:pt x="32217" y="37892"/>
                        <a:pt x="37926" y="32217"/>
                        <a:pt x="45131" y="30144"/>
                      </a:cubicBezTo>
                      <a:lnTo>
                        <a:pt x="45131" y="13356"/>
                      </a:lnTo>
                      <a:cubicBezTo>
                        <a:pt x="28853" y="15939"/>
                        <a:pt x="15939" y="28853"/>
                        <a:pt x="13356" y="45131"/>
                      </a:cubicBezTo>
                      <a:lnTo>
                        <a:pt x="30144" y="4513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8" name="Google Shape;1328;p30"/>
                <p:cNvSpPr/>
                <p:nvPr/>
              </p:nvSpPr>
              <p:spPr>
                <a:xfrm>
                  <a:off x="2208836" y="2598499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9" name="Google Shape;1329;p30"/>
                <p:cNvSpPr/>
                <p:nvPr/>
              </p:nvSpPr>
              <p:spPr>
                <a:xfrm>
                  <a:off x="2208836" y="2608729"/>
                  <a:ext cx="63822" cy="11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41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419"/>
                      </a:lnTo>
                      <a:lnTo>
                        <a:pt x="0" y="11419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0" name="Google Shape;1330;p30"/>
                <p:cNvSpPr/>
                <p:nvPr/>
              </p:nvSpPr>
              <p:spPr>
                <a:xfrm>
                  <a:off x="2195175" y="2568219"/>
                  <a:ext cx="25623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143107" extrusionOk="0">
                      <a:moveTo>
                        <a:pt x="0" y="34"/>
                      </a:moveTo>
                      <a:lnTo>
                        <a:pt x="12812" y="34"/>
                      </a:lnTo>
                      <a:cubicBezTo>
                        <a:pt x="19847" y="34"/>
                        <a:pt x="25624" y="5811"/>
                        <a:pt x="25624" y="12846"/>
                      </a:cubicBezTo>
                      <a:lnTo>
                        <a:pt x="25624" y="130295"/>
                      </a:lnTo>
                      <a:cubicBezTo>
                        <a:pt x="25624" y="137330"/>
                        <a:pt x="19847" y="143107"/>
                        <a:pt x="12812" y="143107"/>
                      </a:cubicBezTo>
                      <a:lnTo>
                        <a:pt x="0" y="1431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1" name="Google Shape;1331;p30"/>
                <p:cNvSpPr/>
                <p:nvPr/>
              </p:nvSpPr>
              <p:spPr>
                <a:xfrm>
                  <a:off x="2195175" y="2634387"/>
                  <a:ext cx="25623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76974" extrusionOk="0">
                      <a:moveTo>
                        <a:pt x="25624" y="0"/>
                      </a:moveTo>
                      <a:lnTo>
                        <a:pt x="25624" y="64162"/>
                      </a:lnTo>
                      <a:cubicBezTo>
                        <a:pt x="25624" y="71197"/>
                        <a:pt x="19847" y="76974"/>
                        <a:pt x="12812" y="76974"/>
                      </a:cubicBezTo>
                      <a:lnTo>
                        <a:pt x="0" y="76974"/>
                      </a:lnTo>
                      <a:lnTo>
                        <a:pt x="0" y="0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2" name="Google Shape;1332;p30"/>
                <p:cNvSpPr/>
                <p:nvPr/>
              </p:nvSpPr>
              <p:spPr>
                <a:xfrm>
                  <a:off x="2350924" y="2627556"/>
                  <a:ext cx="19982" cy="19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48" extrusionOk="0">
                      <a:moveTo>
                        <a:pt x="9991" y="19949"/>
                      </a:moveTo>
                      <a:cubicBezTo>
                        <a:pt x="15463" y="19949"/>
                        <a:pt x="19983" y="15463"/>
                        <a:pt x="19983" y="9958"/>
                      </a:cubicBezTo>
                      <a:cubicBezTo>
                        <a:pt x="19983" y="4452"/>
                        <a:pt x="15497" y="0"/>
                        <a:pt x="9991" y="0"/>
                      </a:cubicBezTo>
                      <a:cubicBezTo>
                        <a:pt x="4486" y="0"/>
                        <a:pt x="0" y="4486"/>
                        <a:pt x="0" y="9958"/>
                      </a:cubicBezTo>
                      <a:cubicBezTo>
                        <a:pt x="0" y="15429"/>
                        <a:pt x="4486" y="19949"/>
                        <a:pt x="9991" y="199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33" name="Google Shape;1333;p30"/>
              <p:cNvSpPr/>
              <p:nvPr/>
            </p:nvSpPr>
            <p:spPr>
              <a:xfrm flipH="1">
                <a:off x="8083202" y="3204759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34732"/>
                    </a:moveTo>
                    <a:lnTo>
                      <a:pt x="0" y="17366"/>
                    </a:lnTo>
                    <a:cubicBezTo>
                      <a:pt x="0" y="7816"/>
                      <a:pt x="7816" y="0"/>
                      <a:pt x="17366" y="0"/>
                    </a:cubicBezTo>
                    <a:lnTo>
                      <a:pt x="176650" y="0"/>
                    </a:lnTo>
                    <a:cubicBezTo>
                      <a:pt x="186199" y="0"/>
                      <a:pt x="194016" y="7816"/>
                      <a:pt x="194016" y="17366"/>
                    </a:cubicBezTo>
                    <a:lnTo>
                      <a:pt x="194016" y="34732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30"/>
              <p:cNvSpPr/>
              <p:nvPr/>
            </p:nvSpPr>
            <p:spPr>
              <a:xfrm flipH="1">
                <a:off x="8083155" y="3204683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0" y="0"/>
                    </a:moveTo>
                    <a:lnTo>
                      <a:pt x="86999" y="0"/>
                    </a:lnTo>
                    <a:cubicBezTo>
                      <a:pt x="96549" y="0"/>
                      <a:pt x="104365" y="7816"/>
                      <a:pt x="104365" y="17366"/>
                    </a:cubicBezTo>
                    <a:lnTo>
                      <a:pt x="104365" y="34732"/>
                    </a:lnTo>
                    <a:lnTo>
                      <a:pt x="0" y="347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30"/>
              <p:cNvSpPr/>
              <p:nvPr/>
            </p:nvSpPr>
            <p:spPr>
              <a:xfrm flipH="1">
                <a:off x="8173818" y="1893996"/>
                <a:ext cx="241297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08205" h="587653" extrusionOk="0">
                    <a:moveTo>
                      <a:pt x="0" y="0"/>
                    </a:moveTo>
                    <a:lnTo>
                      <a:pt x="108206" y="0"/>
                    </a:lnTo>
                    <a:lnTo>
                      <a:pt x="108206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30"/>
              <p:cNvSpPr/>
              <p:nvPr/>
            </p:nvSpPr>
            <p:spPr>
              <a:xfrm flipH="1">
                <a:off x="8349631" y="1893996"/>
                <a:ext cx="34480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5462" h="587653" extrusionOk="0">
                    <a:moveTo>
                      <a:pt x="0" y="0"/>
                    </a:moveTo>
                    <a:lnTo>
                      <a:pt x="15463" y="0"/>
                    </a:lnTo>
                    <a:lnTo>
                      <a:pt x="15463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30"/>
              <p:cNvSpPr/>
              <p:nvPr/>
            </p:nvSpPr>
            <p:spPr>
              <a:xfrm flipH="1">
                <a:off x="8073120" y="1957215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0"/>
                    </a:moveTo>
                    <a:lnTo>
                      <a:pt x="0" y="17366"/>
                    </a:lnTo>
                    <a:cubicBezTo>
                      <a:pt x="0" y="26915"/>
                      <a:pt x="7816" y="34732"/>
                      <a:pt x="17366" y="34732"/>
                    </a:cubicBezTo>
                    <a:lnTo>
                      <a:pt x="176650" y="34732"/>
                    </a:lnTo>
                    <a:cubicBezTo>
                      <a:pt x="186199" y="34732"/>
                      <a:pt x="194015" y="26915"/>
                      <a:pt x="194015" y="17366"/>
                    </a:cubicBezTo>
                    <a:lnTo>
                      <a:pt x="1940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8" name="Google Shape;1338;p30"/>
              <p:cNvSpPr/>
              <p:nvPr/>
            </p:nvSpPr>
            <p:spPr>
              <a:xfrm flipH="1">
                <a:off x="8073073" y="1957291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34" y="34732"/>
                    </a:moveTo>
                    <a:lnTo>
                      <a:pt x="86999" y="34732"/>
                    </a:lnTo>
                    <a:cubicBezTo>
                      <a:pt x="96549" y="34732"/>
                      <a:pt x="104365" y="26915"/>
                      <a:pt x="104365" y="17366"/>
                    </a:cubicBezTo>
                    <a:lnTo>
                      <a:pt x="104365" y="0"/>
                    </a:lnTo>
                    <a:lnTo>
                      <a:pt x="0" y="0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30"/>
              <p:cNvSpPr/>
              <p:nvPr/>
            </p:nvSpPr>
            <p:spPr>
              <a:xfrm flipH="1">
                <a:off x="7910239" y="1296679"/>
                <a:ext cx="510257" cy="588921"/>
              </a:xfrm>
              <a:custGeom>
                <a:avLst/>
                <a:gdLst/>
                <a:ahLst/>
                <a:cxnLst/>
                <a:rect l="l" t="t" r="r" b="b"/>
                <a:pathLst>
                  <a:path w="228815" h="264090" extrusionOk="0">
                    <a:moveTo>
                      <a:pt x="228781" y="0"/>
                    </a:moveTo>
                    <a:lnTo>
                      <a:pt x="199419" y="0"/>
                    </a:lnTo>
                    <a:cubicBezTo>
                      <a:pt x="89718" y="0"/>
                      <a:pt x="0" y="89718"/>
                      <a:pt x="0" y="199419"/>
                    </a:cubicBezTo>
                    <a:lnTo>
                      <a:pt x="0" y="264091"/>
                    </a:lnTo>
                    <a:lnTo>
                      <a:pt x="108817" y="264091"/>
                    </a:lnTo>
                    <a:lnTo>
                      <a:pt x="108817" y="236904"/>
                    </a:lnTo>
                    <a:cubicBezTo>
                      <a:pt x="108817" y="140491"/>
                      <a:pt x="157754" y="102258"/>
                      <a:pt x="228815" y="104603"/>
                    </a:cubicBezTo>
                    <a:lnTo>
                      <a:pt x="228815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340;p30"/>
              <p:cNvSpPr/>
              <p:nvPr/>
            </p:nvSpPr>
            <p:spPr>
              <a:xfrm flipH="1">
                <a:off x="7910215" y="1381587"/>
                <a:ext cx="403173" cy="504107"/>
              </a:xfrm>
              <a:custGeom>
                <a:avLst/>
                <a:gdLst/>
                <a:ahLst/>
                <a:cxnLst/>
                <a:rect l="l" t="t" r="r" b="b"/>
                <a:pathLst>
                  <a:path w="180795" h="226057" extrusionOk="0">
                    <a:moveTo>
                      <a:pt x="0" y="226024"/>
                    </a:moveTo>
                    <a:lnTo>
                      <a:pt x="60797" y="226024"/>
                    </a:lnTo>
                    <a:lnTo>
                      <a:pt x="60797" y="198836"/>
                    </a:lnTo>
                    <a:cubicBezTo>
                      <a:pt x="60797" y="102423"/>
                      <a:pt x="109735" y="64191"/>
                      <a:pt x="180796" y="66536"/>
                    </a:cubicBezTo>
                    <a:lnTo>
                      <a:pt x="180796" y="29"/>
                    </a:lnTo>
                    <a:cubicBezTo>
                      <a:pt x="25420" y="-1908"/>
                      <a:pt x="34" y="93214"/>
                      <a:pt x="34" y="198599"/>
                    </a:cubicBezTo>
                    <a:lnTo>
                      <a:pt x="34" y="226058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30"/>
              <p:cNvSpPr/>
              <p:nvPr/>
            </p:nvSpPr>
            <p:spPr>
              <a:xfrm flipH="1">
                <a:off x="8075319" y="1883080"/>
                <a:ext cx="430606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93097" h="34595" extrusionOk="0">
                    <a:moveTo>
                      <a:pt x="0" y="34596"/>
                    </a:moveTo>
                    <a:lnTo>
                      <a:pt x="0" y="17298"/>
                    </a:lnTo>
                    <a:cubicBezTo>
                      <a:pt x="0" y="7783"/>
                      <a:pt x="7782" y="0"/>
                      <a:pt x="17298" y="0"/>
                    </a:cubicBezTo>
                    <a:lnTo>
                      <a:pt x="175800" y="0"/>
                    </a:lnTo>
                    <a:cubicBezTo>
                      <a:pt x="185316" y="0"/>
                      <a:pt x="193098" y="7783"/>
                      <a:pt x="193098" y="17298"/>
                    </a:cubicBezTo>
                    <a:lnTo>
                      <a:pt x="193098" y="34596"/>
                    </a:lnTo>
                    <a:lnTo>
                      <a:pt x="0" y="3459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 flipH="1">
                <a:off x="8075272" y="1883080"/>
                <a:ext cx="231597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03855" h="34595" extrusionOk="0">
                    <a:moveTo>
                      <a:pt x="0" y="0"/>
                    </a:moveTo>
                    <a:lnTo>
                      <a:pt x="86558" y="0"/>
                    </a:lnTo>
                    <a:cubicBezTo>
                      <a:pt x="96073" y="0"/>
                      <a:pt x="103856" y="7783"/>
                      <a:pt x="103856" y="17298"/>
                    </a:cubicBezTo>
                    <a:lnTo>
                      <a:pt x="103856" y="34596"/>
                    </a:lnTo>
                    <a:lnTo>
                      <a:pt x="0" y="34596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 flipH="1">
                <a:off x="7833734" y="1205338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34596" y="0"/>
                    </a:moveTo>
                    <a:lnTo>
                      <a:pt x="17298" y="0"/>
                    </a:lnTo>
                    <a:cubicBezTo>
                      <a:pt x="7782" y="0"/>
                      <a:pt x="0" y="7782"/>
                      <a:pt x="0" y="17298"/>
                    </a:cubicBezTo>
                    <a:lnTo>
                      <a:pt x="0" y="175800"/>
                    </a:lnTo>
                    <a:cubicBezTo>
                      <a:pt x="0" y="185315"/>
                      <a:pt x="7782" y="193098"/>
                      <a:pt x="17298" y="193098"/>
                    </a:cubicBezTo>
                    <a:lnTo>
                      <a:pt x="34596" y="193098"/>
                    </a:lnTo>
                    <a:lnTo>
                      <a:pt x="3459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 flipH="1">
                <a:off x="7833734" y="1404394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0" y="0"/>
                    </a:moveTo>
                    <a:lnTo>
                      <a:pt x="0" y="86558"/>
                    </a:lnTo>
                    <a:cubicBezTo>
                      <a:pt x="0" y="96073"/>
                      <a:pt x="7782" y="103856"/>
                      <a:pt x="17298" y="103856"/>
                    </a:cubicBezTo>
                    <a:lnTo>
                      <a:pt x="34596" y="103856"/>
                    </a:lnTo>
                    <a:lnTo>
                      <a:pt x="3459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 flipH="1">
                <a:off x="7573432" y="1207461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0" y="0"/>
                    </a:moveTo>
                    <a:lnTo>
                      <a:pt x="17298" y="0"/>
                    </a:lnTo>
                    <a:cubicBezTo>
                      <a:pt x="26814" y="0"/>
                      <a:pt x="34596" y="7782"/>
                      <a:pt x="34596" y="17298"/>
                    </a:cubicBezTo>
                    <a:lnTo>
                      <a:pt x="34596" y="175800"/>
                    </a:lnTo>
                    <a:cubicBezTo>
                      <a:pt x="34596" y="185316"/>
                      <a:pt x="26814" y="193098"/>
                      <a:pt x="17298" y="193098"/>
                    </a:cubicBezTo>
                    <a:lnTo>
                      <a:pt x="0" y="1930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6" name="Google Shape;1346;p30"/>
              <p:cNvSpPr/>
              <p:nvPr/>
            </p:nvSpPr>
            <p:spPr>
              <a:xfrm flipH="1">
                <a:off x="7573432" y="1406516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34596" y="0"/>
                    </a:moveTo>
                    <a:lnTo>
                      <a:pt x="34596" y="86558"/>
                    </a:lnTo>
                    <a:cubicBezTo>
                      <a:pt x="34596" y="96073"/>
                      <a:pt x="26814" y="103856"/>
                      <a:pt x="17298" y="103856"/>
                    </a:cubicBezTo>
                    <a:lnTo>
                      <a:pt x="0" y="103856"/>
                    </a:lnTo>
                    <a:lnTo>
                      <a:pt x="0" y="0"/>
                    </a:lnTo>
                    <a:lnTo>
                      <a:pt x="34562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7" name="Google Shape;1347;p30"/>
              <p:cNvSpPr/>
              <p:nvPr/>
            </p:nvSpPr>
            <p:spPr>
              <a:xfrm flipH="1">
                <a:off x="7637967" y="1298423"/>
                <a:ext cx="203632" cy="241373"/>
              </a:xfrm>
              <a:custGeom>
                <a:avLst/>
                <a:gdLst/>
                <a:ahLst/>
                <a:cxnLst/>
                <a:rect l="l" t="t" r="r" b="b"/>
                <a:pathLst>
                  <a:path w="91315" h="108239" extrusionOk="0">
                    <a:moveTo>
                      <a:pt x="0" y="0"/>
                    </a:moveTo>
                    <a:lnTo>
                      <a:pt x="91315" y="0"/>
                    </a:lnTo>
                    <a:lnTo>
                      <a:pt x="91315" y="108240"/>
                    </a:lnTo>
                    <a:lnTo>
                      <a:pt x="0" y="10824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8" name="Google Shape;1348;p30"/>
              <p:cNvSpPr/>
              <p:nvPr/>
            </p:nvSpPr>
            <p:spPr>
              <a:xfrm flipH="1">
                <a:off x="7118158" y="3283892"/>
                <a:ext cx="423711" cy="1859887"/>
              </a:xfrm>
              <a:custGeom>
                <a:avLst/>
                <a:gdLst/>
                <a:ahLst/>
                <a:cxnLst/>
                <a:rect l="l" t="t" r="r" b="b"/>
                <a:pathLst>
                  <a:path w="190005" h="822959" extrusionOk="0">
                    <a:moveTo>
                      <a:pt x="0" y="0"/>
                    </a:moveTo>
                    <a:lnTo>
                      <a:pt x="190005" y="0"/>
                    </a:lnTo>
                    <a:lnTo>
                      <a:pt x="190005" y="822960"/>
                    </a:lnTo>
                    <a:lnTo>
                      <a:pt x="0" y="82296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49" name="Google Shape;1349;p30"/>
              <p:cNvGrpSpPr/>
              <p:nvPr/>
            </p:nvGrpSpPr>
            <p:grpSpPr>
              <a:xfrm flipH="1">
                <a:off x="6779665" y="2350914"/>
                <a:ext cx="1054096" cy="932360"/>
                <a:chOff x="4168463" y="2302169"/>
                <a:chExt cx="472583" cy="418005"/>
              </a:xfrm>
            </p:grpSpPr>
            <p:sp>
              <p:nvSpPr>
                <p:cNvPr id="1350" name="Google Shape;1350;p30"/>
                <p:cNvSpPr/>
                <p:nvPr/>
              </p:nvSpPr>
              <p:spPr>
                <a:xfrm>
                  <a:off x="4193679" y="2335916"/>
                  <a:ext cx="425889" cy="37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372126" extrusionOk="0">
                      <a:moveTo>
                        <a:pt x="150618" y="0"/>
                      </a:moveTo>
                      <a:lnTo>
                        <a:pt x="269324" y="0"/>
                      </a:lnTo>
                      <a:lnTo>
                        <a:pt x="425889" y="123396"/>
                      </a:lnTo>
                      <a:lnTo>
                        <a:pt x="425889" y="372126"/>
                      </a:lnTo>
                      <a:lnTo>
                        <a:pt x="0" y="372126"/>
                      </a:lnTo>
                      <a:lnTo>
                        <a:pt x="0" y="123396"/>
                      </a:lnTo>
                      <a:lnTo>
                        <a:pt x="15061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1" name="Google Shape;1351;p30"/>
                <p:cNvSpPr/>
                <p:nvPr/>
              </p:nvSpPr>
              <p:spPr>
                <a:xfrm>
                  <a:off x="4193679" y="2459312"/>
                  <a:ext cx="425889" cy="248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248695" extrusionOk="0">
                      <a:moveTo>
                        <a:pt x="0" y="0"/>
                      </a:moveTo>
                      <a:lnTo>
                        <a:pt x="425889" y="0"/>
                      </a:lnTo>
                      <a:lnTo>
                        <a:pt x="425889" y="248696"/>
                      </a:lnTo>
                      <a:lnTo>
                        <a:pt x="0" y="248696"/>
                      </a:lnTo>
                      <a:close/>
                    </a:path>
                  </a:pathLst>
                </a:custGeom>
                <a:solidFill>
                  <a:srgbClr val="161D1E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4488798" y="2459312"/>
                  <a:ext cx="8778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81" h="216920" extrusionOk="0">
                      <a:moveTo>
                        <a:pt x="0" y="0"/>
                      </a:moveTo>
                      <a:lnTo>
                        <a:pt x="87781" y="0"/>
                      </a:lnTo>
                      <a:lnTo>
                        <a:pt x="87781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4250229" y="2458904"/>
                  <a:ext cx="6015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1" h="216920" extrusionOk="0">
                      <a:moveTo>
                        <a:pt x="0" y="0"/>
                      </a:moveTo>
                      <a:lnTo>
                        <a:pt x="60152" y="0"/>
                      </a:lnTo>
                      <a:lnTo>
                        <a:pt x="60152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4" name="Google Shape;1354;p30"/>
                <p:cNvSpPr/>
                <p:nvPr/>
              </p:nvSpPr>
              <p:spPr>
                <a:xfrm>
                  <a:off x="4423412" y="2335916"/>
                  <a:ext cx="153166" cy="123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66" h="123396" extrusionOk="0">
                      <a:moveTo>
                        <a:pt x="0" y="0"/>
                      </a:moveTo>
                      <a:lnTo>
                        <a:pt x="65385" y="123396"/>
                      </a:lnTo>
                      <a:lnTo>
                        <a:pt x="153167" y="123396"/>
                      </a:lnTo>
                      <a:lnTo>
                        <a:pt x="224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5" name="Google Shape;1355;p30"/>
                <p:cNvSpPr/>
                <p:nvPr/>
              </p:nvSpPr>
              <p:spPr>
                <a:xfrm>
                  <a:off x="4250229" y="2335916"/>
                  <a:ext cx="114356" cy="122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56" h="122988" extrusionOk="0">
                      <a:moveTo>
                        <a:pt x="0" y="122989"/>
                      </a:moveTo>
                      <a:lnTo>
                        <a:pt x="114357" y="0"/>
                      </a:lnTo>
                      <a:lnTo>
                        <a:pt x="60186" y="122989"/>
                      </a:lnTo>
                      <a:lnTo>
                        <a:pt x="0" y="122989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6" name="Google Shape;1356;p30"/>
                <p:cNvSpPr/>
                <p:nvPr/>
              </p:nvSpPr>
              <p:spPr>
                <a:xfrm>
                  <a:off x="4177741" y="2448267"/>
                  <a:ext cx="8394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94" h="241219" extrusionOk="0">
                      <a:moveTo>
                        <a:pt x="0" y="0"/>
                      </a:moveTo>
                      <a:lnTo>
                        <a:pt x="8394" y="0"/>
                      </a:lnTo>
                      <a:lnTo>
                        <a:pt x="8394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7" name="Google Shape;1357;p30"/>
                <p:cNvSpPr/>
                <p:nvPr/>
              </p:nvSpPr>
              <p:spPr>
                <a:xfrm>
                  <a:off x="4627351" y="2449660"/>
                  <a:ext cx="8428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8" h="241219" extrusionOk="0">
                      <a:moveTo>
                        <a:pt x="0" y="0"/>
                      </a:moveTo>
                      <a:lnTo>
                        <a:pt x="8428" y="0"/>
                      </a:lnTo>
                      <a:lnTo>
                        <a:pt x="8428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8" name="Google Shape;1358;p30"/>
                <p:cNvSpPr/>
                <p:nvPr/>
              </p:nvSpPr>
              <p:spPr>
                <a:xfrm>
                  <a:off x="4177809" y="2324463"/>
                  <a:ext cx="159657" cy="131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57" h="131858" extrusionOk="0">
                      <a:moveTo>
                        <a:pt x="0" y="125231"/>
                      </a:moveTo>
                      <a:lnTo>
                        <a:pt x="5166" y="131858"/>
                      </a:lnTo>
                      <a:lnTo>
                        <a:pt x="159658" y="10705"/>
                      </a:lnTo>
                      <a:lnTo>
                        <a:pt x="159658" y="0"/>
                      </a:lnTo>
                      <a:lnTo>
                        <a:pt x="0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9" name="Google Shape;1359;p30"/>
                <p:cNvSpPr/>
                <p:nvPr/>
              </p:nvSpPr>
              <p:spPr>
                <a:xfrm>
                  <a:off x="4476086" y="2325890"/>
                  <a:ext cx="159623" cy="131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23" h="131824" extrusionOk="0">
                      <a:moveTo>
                        <a:pt x="159623" y="125231"/>
                      </a:moveTo>
                      <a:lnTo>
                        <a:pt x="154458" y="131824"/>
                      </a:lnTo>
                      <a:lnTo>
                        <a:pt x="0" y="10671"/>
                      </a:lnTo>
                      <a:lnTo>
                        <a:pt x="0" y="0"/>
                      </a:lnTo>
                      <a:lnTo>
                        <a:pt x="159623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0" name="Google Shape;1360;p30"/>
                <p:cNvSpPr/>
                <p:nvPr/>
              </p:nvSpPr>
              <p:spPr>
                <a:xfrm>
                  <a:off x="4337398" y="232408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0"/>
                      </a:lnTo>
                      <a:lnTo>
                        <a:pt x="0" y="1169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1" name="Google Shape;1361;p30"/>
                <p:cNvSpPr/>
                <p:nvPr/>
              </p:nvSpPr>
              <p:spPr>
                <a:xfrm>
                  <a:off x="4337398" y="230216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2" name="Google Shape;1362;p30"/>
                <p:cNvSpPr/>
                <p:nvPr/>
              </p:nvSpPr>
              <p:spPr>
                <a:xfrm>
                  <a:off x="4168463" y="2676233"/>
                  <a:ext cx="472583" cy="43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583" h="43941" extrusionOk="0">
                      <a:moveTo>
                        <a:pt x="0" y="0"/>
                      </a:moveTo>
                      <a:lnTo>
                        <a:pt x="472584" y="0"/>
                      </a:lnTo>
                      <a:lnTo>
                        <a:pt x="472584" y="43942"/>
                      </a:lnTo>
                      <a:lnTo>
                        <a:pt x="0" y="4394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3" name="Google Shape;1363;p30"/>
                <p:cNvSpPr/>
                <p:nvPr/>
              </p:nvSpPr>
              <p:spPr>
                <a:xfrm>
                  <a:off x="43505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4" name="Google Shape;1364;p30"/>
                <p:cNvSpPr/>
                <p:nvPr/>
              </p:nvSpPr>
              <p:spPr>
                <a:xfrm>
                  <a:off x="43510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65" name="Google Shape;1365;p30"/>
              <p:cNvGrpSpPr/>
              <p:nvPr/>
            </p:nvGrpSpPr>
            <p:grpSpPr>
              <a:xfrm flipH="1">
                <a:off x="6590802" y="3914640"/>
                <a:ext cx="328827" cy="429717"/>
                <a:chOff x="5612846" y="2845934"/>
                <a:chExt cx="147423" cy="192655"/>
              </a:xfrm>
            </p:grpSpPr>
            <p:sp>
              <p:nvSpPr>
                <p:cNvPr id="1366" name="Google Shape;1366;p30"/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7" name="Google Shape;1367;p30"/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8" name="Google Shape;1368;p30"/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9" name="Google Shape;1369;p30"/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0" name="Google Shape;1370;p30"/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1" name="Google Shape;1371;p30"/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372" name="Google Shape;1372;p30"/>
            <p:cNvSpPr/>
            <p:nvPr/>
          </p:nvSpPr>
          <p:spPr>
            <a:xfrm flipH="1">
              <a:off x="9189886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3" name="Google Shape;1373;p30"/>
            <p:cNvSpPr/>
            <p:nvPr/>
          </p:nvSpPr>
          <p:spPr>
            <a:xfrm flipH="1">
              <a:off x="7950907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30"/>
            <p:cNvSpPr/>
            <p:nvPr/>
          </p:nvSpPr>
          <p:spPr>
            <a:xfrm flipH="1">
              <a:off x="8570359" y="4422664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75" name="Google Shape;1375;p30"/>
            <p:cNvGrpSpPr/>
            <p:nvPr/>
          </p:nvGrpSpPr>
          <p:grpSpPr>
            <a:xfrm flipH="1">
              <a:off x="7133162" y="4525117"/>
              <a:ext cx="501352" cy="617327"/>
              <a:chOff x="5292342" y="3091129"/>
              <a:chExt cx="224771" cy="276766"/>
            </a:xfrm>
          </p:grpSpPr>
          <p:sp>
            <p:nvSpPr>
              <p:cNvPr id="1376" name="Google Shape;1376;p30"/>
              <p:cNvSpPr/>
              <p:nvPr/>
            </p:nvSpPr>
            <p:spPr>
              <a:xfrm>
                <a:off x="5378390" y="3254253"/>
                <a:ext cx="44247" cy="113642"/>
              </a:xfrm>
              <a:custGeom>
                <a:avLst/>
                <a:gdLst/>
                <a:ahLst/>
                <a:cxnLst/>
                <a:rect l="l" t="t" r="r" b="b"/>
                <a:pathLst>
                  <a:path w="44247" h="113642" extrusionOk="0">
                    <a:moveTo>
                      <a:pt x="0" y="0"/>
                    </a:moveTo>
                    <a:lnTo>
                      <a:pt x="44247" y="0"/>
                    </a:lnTo>
                    <a:lnTo>
                      <a:pt x="44247" y="113643"/>
                    </a:lnTo>
                    <a:lnTo>
                      <a:pt x="0" y="11364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7" name="Google Shape;1377;p30"/>
              <p:cNvSpPr/>
              <p:nvPr/>
            </p:nvSpPr>
            <p:spPr>
              <a:xfrm>
                <a:off x="5292342" y="3091129"/>
                <a:ext cx="224771" cy="224770"/>
              </a:xfrm>
              <a:custGeom>
                <a:avLst/>
                <a:gdLst/>
                <a:ahLst/>
                <a:cxnLst/>
                <a:rect l="l" t="t" r="r" b="b"/>
                <a:pathLst>
                  <a:path w="224771" h="224770" extrusionOk="0">
                    <a:moveTo>
                      <a:pt x="112385" y="224771"/>
                    </a:moveTo>
                    <a:cubicBezTo>
                      <a:pt x="174271" y="224771"/>
                      <a:pt x="224771" y="174305"/>
                      <a:pt x="224771" y="112386"/>
                    </a:cubicBezTo>
                    <a:cubicBezTo>
                      <a:pt x="224771" y="50466"/>
                      <a:pt x="174305" y="0"/>
                      <a:pt x="112385" y="0"/>
                    </a:cubicBezTo>
                    <a:cubicBezTo>
                      <a:pt x="50466" y="0"/>
                      <a:pt x="0" y="50500"/>
                      <a:pt x="0" y="112386"/>
                    </a:cubicBezTo>
                    <a:cubicBezTo>
                      <a:pt x="0" y="174271"/>
                      <a:pt x="50466" y="224771"/>
                      <a:pt x="112385" y="22477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8" name="Google Shape;1378;p30"/>
              <p:cNvSpPr/>
              <p:nvPr/>
            </p:nvSpPr>
            <p:spPr>
              <a:xfrm>
                <a:off x="5310116" y="3108903"/>
                <a:ext cx="189189" cy="189223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189223" extrusionOk="0">
                    <a:moveTo>
                      <a:pt x="94612" y="189224"/>
                    </a:moveTo>
                    <a:cubicBezTo>
                      <a:pt x="146710" y="189224"/>
                      <a:pt x="189190" y="146744"/>
                      <a:pt x="189190" y="94612"/>
                    </a:cubicBezTo>
                    <a:cubicBezTo>
                      <a:pt x="189190" y="42480"/>
                      <a:pt x="146710" y="0"/>
                      <a:pt x="94612" y="0"/>
                    </a:cubicBezTo>
                    <a:cubicBezTo>
                      <a:pt x="42514" y="0"/>
                      <a:pt x="0" y="42514"/>
                      <a:pt x="0" y="94612"/>
                    </a:cubicBezTo>
                    <a:cubicBezTo>
                      <a:pt x="0" y="146709"/>
                      <a:pt x="42480" y="189224"/>
                      <a:pt x="94612" y="18922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9" name="Google Shape;1379;p30"/>
              <p:cNvSpPr/>
              <p:nvPr/>
            </p:nvSpPr>
            <p:spPr>
              <a:xfrm>
                <a:off x="5310116" y="3108937"/>
                <a:ext cx="189189" cy="98180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98180" extrusionOk="0">
                    <a:moveTo>
                      <a:pt x="94578" y="0"/>
                    </a:moveTo>
                    <a:cubicBezTo>
                      <a:pt x="146845" y="0"/>
                      <a:pt x="189190" y="42378"/>
                      <a:pt x="189190" y="94612"/>
                    </a:cubicBezTo>
                    <a:cubicBezTo>
                      <a:pt x="189190" y="95801"/>
                      <a:pt x="189190" y="96991"/>
                      <a:pt x="189122" y="98180"/>
                    </a:cubicBezTo>
                    <a:lnTo>
                      <a:pt x="68" y="98180"/>
                    </a:lnTo>
                    <a:cubicBezTo>
                      <a:pt x="68" y="96991"/>
                      <a:pt x="0" y="95801"/>
                      <a:pt x="0" y="94612"/>
                    </a:cubicBezTo>
                    <a:cubicBezTo>
                      <a:pt x="0" y="42378"/>
                      <a:pt x="42378" y="0"/>
                      <a:pt x="946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30"/>
              <p:cNvSpPr/>
              <p:nvPr/>
            </p:nvSpPr>
            <p:spPr>
              <a:xfrm>
                <a:off x="5402893" y="3125521"/>
                <a:ext cx="97853" cy="80440"/>
              </a:xfrm>
              <a:custGeom>
                <a:avLst/>
                <a:gdLst/>
                <a:ahLst/>
                <a:cxnLst/>
                <a:rect l="l" t="t" r="r" b="b"/>
                <a:pathLst>
                  <a:path w="97853" h="80440" extrusionOk="0">
                    <a:moveTo>
                      <a:pt x="88902" y="38810"/>
                    </a:moveTo>
                    <a:cubicBezTo>
                      <a:pt x="95223" y="52302"/>
                      <a:pt x="98078" y="66507"/>
                      <a:pt x="97840" y="80440"/>
                    </a:cubicBezTo>
                    <a:lnTo>
                      <a:pt x="0" y="80440"/>
                    </a:lnTo>
                    <a:lnTo>
                      <a:pt x="55428" y="0"/>
                    </a:lnTo>
                    <a:cubicBezTo>
                      <a:pt x="69497" y="9278"/>
                      <a:pt x="81256" y="22429"/>
                      <a:pt x="88902" y="3877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30"/>
              <p:cNvSpPr/>
              <p:nvPr/>
            </p:nvSpPr>
            <p:spPr>
              <a:xfrm>
                <a:off x="5362485" y="3109487"/>
                <a:ext cx="90873" cy="98173"/>
              </a:xfrm>
              <a:custGeom>
                <a:avLst/>
                <a:gdLst/>
                <a:ahLst/>
                <a:cxnLst/>
                <a:rect l="l" t="t" r="r" b="b"/>
                <a:pathLst>
                  <a:path w="90873" h="98173" extrusionOk="0">
                    <a:moveTo>
                      <a:pt x="50228" y="299"/>
                    </a:moveTo>
                    <a:cubicBezTo>
                      <a:pt x="65080" y="1455"/>
                      <a:pt x="78877" y="6008"/>
                      <a:pt x="90874" y="13111"/>
                    </a:cubicBezTo>
                    <a:lnTo>
                      <a:pt x="42548" y="98173"/>
                    </a:lnTo>
                    <a:lnTo>
                      <a:pt x="0" y="10257"/>
                    </a:lnTo>
                    <a:cubicBezTo>
                      <a:pt x="15055" y="2610"/>
                      <a:pt x="32217" y="-1128"/>
                      <a:pt x="50228" y="29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30"/>
              <p:cNvSpPr/>
              <p:nvPr/>
            </p:nvSpPr>
            <p:spPr>
              <a:xfrm>
                <a:off x="5311712" y="3126507"/>
                <a:ext cx="97738" cy="81629"/>
              </a:xfrm>
              <a:custGeom>
                <a:avLst/>
                <a:gdLst/>
                <a:ahLst/>
                <a:cxnLst/>
                <a:rect l="l" t="t" r="r" b="b"/>
                <a:pathLst>
                  <a:path w="97738" h="81629" extrusionOk="0">
                    <a:moveTo>
                      <a:pt x="11657" y="31775"/>
                    </a:moveTo>
                    <a:cubicBezTo>
                      <a:pt x="18862" y="18725"/>
                      <a:pt x="28649" y="8054"/>
                      <a:pt x="40068" y="0"/>
                    </a:cubicBezTo>
                    <a:lnTo>
                      <a:pt x="97739" y="79047"/>
                    </a:lnTo>
                    <a:lnTo>
                      <a:pt x="103" y="81630"/>
                    </a:lnTo>
                    <a:cubicBezTo>
                      <a:pt x="-679" y="64808"/>
                      <a:pt x="2991" y="47578"/>
                      <a:pt x="11691" y="3174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83" name="Google Shape;1383;p30"/>
              <p:cNvGrpSpPr/>
              <p:nvPr/>
            </p:nvGrpSpPr>
            <p:grpSpPr>
              <a:xfrm>
                <a:off x="5361045" y="3146273"/>
                <a:ext cx="64409" cy="79667"/>
                <a:chOff x="5361045" y="3146273"/>
                <a:chExt cx="64409" cy="79667"/>
              </a:xfrm>
            </p:grpSpPr>
            <p:sp>
              <p:nvSpPr>
                <p:cNvPr id="1384" name="Google Shape;1384;p30"/>
                <p:cNvSpPr/>
                <p:nvPr/>
              </p:nvSpPr>
              <p:spPr>
                <a:xfrm>
                  <a:off x="5382608" y="3183094"/>
                  <a:ext cx="42846" cy="42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46" h="42846" extrusionOk="0">
                      <a:moveTo>
                        <a:pt x="17328" y="404"/>
                      </a:moveTo>
                      <a:cubicBezTo>
                        <a:pt x="28951" y="-1873"/>
                        <a:pt x="40166" y="5705"/>
                        <a:pt x="42442" y="17328"/>
                      </a:cubicBezTo>
                      <a:cubicBezTo>
                        <a:pt x="44719" y="28951"/>
                        <a:pt x="37141" y="40199"/>
                        <a:pt x="25518" y="42442"/>
                      </a:cubicBezTo>
                      <a:cubicBezTo>
                        <a:pt x="13896" y="44719"/>
                        <a:pt x="2647" y="37141"/>
                        <a:pt x="404" y="25518"/>
                      </a:cubicBezTo>
                      <a:cubicBezTo>
                        <a:pt x="-1873" y="13930"/>
                        <a:pt x="5706" y="2681"/>
                        <a:pt x="17328" y="43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5" name="Google Shape;1385;p30"/>
                <p:cNvSpPr/>
                <p:nvPr/>
              </p:nvSpPr>
              <p:spPr>
                <a:xfrm>
                  <a:off x="5361045" y="3146273"/>
                  <a:ext cx="43376" cy="54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76" h="54353" extrusionOk="0">
                      <a:moveTo>
                        <a:pt x="30327" y="54353"/>
                      </a:moveTo>
                      <a:lnTo>
                        <a:pt x="43376" y="45348"/>
                      </a:lnTo>
                      <a:lnTo>
                        <a:pt x="14456" y="3411"/>
                      </a:lnTo>
                      <a:cubicBezTo>
                        <a:pt x="11975" y="-191"/>
                        <a:pt x="6980" y="-1075"/>
                        <a:pt x="3411" y="1406"/>
                      </a:cubicBezTo>
                      <a:lnTo>
                        <a:pt x="3411" y="1406"/>
                      </a:lnTo>
                      <a:cubicBezTo>
                        <a:pt x="-191" y="3853"/>
                        <a:pt x="-1075" y="8815"/>
                        <a:pt x="1406" y="12451"/>
                      </a:cubicBezTo>
                      <a:lnTo>
                        <a:pt x="30361" y="5435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386" name="Google Shape;1386;p30"/>
          <p:cNvGrpSpPr/>
          <p:nvPr/>
        </p:nvGrpSpPr>
        <p:grpSpPr>
          <a:xfrm>
            <a:off x="856778" y="-42346"/>
            <a:ext cx="1392653" cy="3806820"/>
            <a:chOff x="7569444" y="2914051"/>
            <a:chExt cx="456473" cy="1247769"/>
          </a:xfrm>
        </p:grpSpPr>
        <p:sp>
          <p:nvSpPr>
            <p:cNvPr id="1387" name="Google Shape;1387;p30"/>
            <p:cNvSpPr/>
            <p:nvPr/>
          </p:nvSpPr>
          <p:spPr>
            <a:xfrm>
              <a:off x="7774605" y="2946357"/>
              <a:ext cx="43737" cy="824553"/>
            </a:xfrm>
            <a:custGeom>
              <a:avLst/>
              <a:gdLst/>
              <a:ahLst/>
              <a:cxnLst/>
              <a:rect l="l" t="t" r="r" b="b"/>
              <a:pathLst>
                <a:path w="43737" h="349017" extrusionOk="0">
                  <a:moveTo>
                    <a:pt x="0" y="0"/>
                  </a:moveTo>
                  <a:lnTo>
                    <a:pt x="43738" y="0"/>
                  </a:lnTo>
                  <a:lnTo>
                    <a:pt x="43738" y="349017"/>
                  </a:lnTo>
                  <a:lnTo>
                    <a:pt x="0" y="34901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30"/>
            <p:cNvSpPr/>
            <p:nvPr/>
          </p:nvSpPr>
          <p:spPr>
            <a:xfrm>
              <a:off x="7705754" y="2914051"/>
              <a:ext cx="181440" cy="72386"/>
            </a:xfrm>
            <a:custGeom>
              <a:avLst/>
              <a:gdLst/>
              <a:ahLst/>
              <a:cxnLst/>
              <a:rect l="l" t="t" r="r" b="b"/>
              <a:pathLst>
                <a:path w="181440" h="72386" extrusionOk="0">
                  <a:moveTo>
                    <a:pt x="36193" y="0"/>
                  </a:moveTo>
                  <a:lnTo>
                    <a:pt x="145248" y="0"/>
                  </a:lnTo>
                  <a:cubicBezTo>
                    <a:pt x="165162" y="0"/>
                    <a:pt x="181441" y="16278"/>
                    <a:pt x="181441" y="36193"/>
                  </a:cubicBezTo>
                  <a:lnTo>
                    <a:pt x="181441" y="36193"/>
                  </a:lnTo>
                  <a:cubicBezTo>
                    <a:pt x="181441" y="56108"/>
                    <a:pt x="165162" y="72386"/>
                    <a:pt x="145248" y="72386"/>
                  </a:cubicBezTo>
                  <a:lnTo>
                    <a:pt x="36193" y="72386"/>
                  </a:lnTo>
                  <a:cubicBezTo>
                    <a:pt x="16279" y="72386"/>
                    <a:pt x="0" y="56108"/>
                    <a:pt x="0" y="36193"/>
                  </a:cubicBezTo>
                  <a:lnTo>
                    <a:pt x="0" y="36193"/>
                  </a:lnTo>
                  <a:cubicBezTo>
                    <a:pt x="0" y="16278"/>
                    <a:pt x="16279" y="0"/>
                    <a:pt x="36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1389;p30"/>
            <p:cNvSpPr/>
            <p:nvPr/>
          </p:nvSpPr>
          <p:spPr>
            <a:xfrm>
              <a:off x="7735761" y="3795302"/>
              <a:ext cx="122717" cy="69735"/>
            </a:xfrm>
            <a:custGeom>
              <a:avLst/>
              <a:gdLst/>
              <a:ahLst/>
              <a:cxnLst/>
              <a:rect l="l" t="t" r="r" b="b"/>
              <a:pathLst>
                <a:path w="122717" h="69735" extrusionOk="0">
                  <a:moveTo>
                    <a:pt x="0" y="69736"/>
                  </a:moveTo>
                  <a:lnTo>
                    <a:pt x="122717" y="69736"/>
                  </a:lnTo>
                  <a:lnTo>
                    <a:pt x="122717" y="9924"/>
                  </a:lnTo>
                  <a:cubicBezTo>
                    <a:pt x="122717" y="4452"/>
                    <a:pt x="118231" y="0"/>
                    <a:pt x="112794" y="0"/>
                  </a:cubicBezTo>
                  <a:lnTo>
                    <a:pt x="9924" y="0"/>
                  </a:lnTo>
                  <a:cubicBezTo>
                    <a:pt x="4452" y="0"/>
                    <a:pt x="0" y="4486"/>
                    <a:pt x="0" y="9924"/>
                  </a:cubicBezTo>
                  <a:lnTo>
                    <a:pt x="0" y="697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30"/>
            <p:cNvSpPr/>
            <p:nvPr/>
          </p:nvSpPr>
          <p:spPr>
            <a:xfrm>
              <a:off x="7735897" y="3795268"/>
              <a:ext cx="122444" cy="8292"/>
            </a:xfrm>
            <a:custGeom>
              <a:avLst/>
              <a:gdLst/>
              <a:ahLst/>
              <a:cxnLst/>
              <a:rect l="l" t="t" r="r" b="b"/>
              <a:pathLst>
                <a:path w="122444" h="8292" extrusionOk="0">
                  <a:moveTo>
                    <a:pt x="122445" y="8292"/>
                  </a:moveTo>
                  <a:cubicBezTo>
                    <a:pt x="121663" y="3603"/>
                    <a:pt x="117551" y="0"/>
                    <a:pt x="112658" y="0"/>
                  </a:cubicBezTo>
                  <a:lnTo>
                    <a:pt x="9788" y="0"/>
                  </a:lnTo>
                  <a:cubicBezTo>
                    <a:pt x="4894" y="0"/>
                    <a:pt x="782" y="3603"/>
                    <a:pt x="0" y="8292"/>
                  </a:cubicBezTo>
                  <a:lnTo>
                    <a:pt x="122445" y="82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1" name="Google Shape;1391;p30"/>
            <p:cNvSpPr/>
            <p:nvPr/>
          </p:nvSpPr>
          <p:spPr>
            <a:xfrm>
              <a:off x="7761249" y="3757172"/>
              <a:ext cx="71740" cy="39727"/>
            </a:xfrm>
            <a:custGeom>
              <a:avLst/>
              <a:gdLst/>
              <a:ahLst/>
              <a:cxnLst/>
              <a:rect l="l" t="t" r="r" b="b"/>
              <a:pathLst>
                <a:path w="71740" h="39727" extrusionOk="0">
                  <a:moveTo>
                    <a:pt x="0" y="39727"/>
                  </a:moveTo>
                  <a:lnTo>
                    <a:pt x="71741" y="39727"/>
                  </a:lnTo>
                  <a:lnTo>
                    <a:pt x="71741" y="9923"/>
                  </a:lnTo>
                  <a:cubicBezTo>
                    <a:pt x="71741" y="4452"/>
                    <a:pt x="67289" y="0"/>
                    <a:pt x="61818" y="0"/>
                  </a:cubicBezTo>
                  <a:lnTo>
                    <a:pt x="9958" y="0"/>
                  </a:lnTo>
                  <a:cubicBezTo>
                    <a:pt x="4486" y="0"/>
                    <a:pt x="34" y="4452"/>
                    <a:pt x="34" y="9923"/>
                  </a:cubicBezTo>
                  <a:lnTo>
                    <a:pt x="34" y="397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1392;p30"/>
            <p:cNvSpPr/>
            <p:nvPr/>
          </p:nvSpPr>
          <p:spPr>
            <a:xfrm>
              <a:off x="7761556" y="3757138"/>
              <a:ext cx="71196" cy="7646"/>
            </a:xfrm>
            <a:custGeom>
              <a:avLst/>
              <a:gdLst/>
              <a:ahLst/>
              <a:cxnLst/>
              <a:rect l="l" t="t" r="r" b="b"/>
              <a:pathLst>
                <a:path w="71196" h="7646" extrusionOk="0">
                  <a:moveTo>
                    <a:pt x="71163" y="7646"/>
                  </a:moveTo>
                  <a:cubicBezTo>
                    <a:pt x="70110" y="3262"/>
                    <a:pt x="66167" y="0"/>
                    <a:pt x="61512" y="0"/>
                  </a:cubicBezTo>
                  <a:lnTo>
                    <a:pt x="9652" y="0"/>
                  </a:lnTo>
                  <a:cubicBezTo>
                    <a:pt x="4996" y="0"/>
                    <a:pt x="1020" y="3262"/>
                    <a:pt x="0" y="7646"/>
                  </a:cubicBezTo>
                  <a:lnTo>
                    <a:pt x="71197" y="76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30"/>
            <p:cNvSpPr/>
            <p:nvPr/>
          </p:nvSpPr>
          <p:spPr>
            <a:xfrm>
              <a:off x="7578755" y="3861231"/>
              <a:ext cx="171280" cy="178790"/>
            </a:xfrm>
            <a:custGeom>
              <a:avLst/>
              <a:gdLst/>
              <a:ahLst/>
              <a:cxnLst/>
              <a:rect l="l" t="t" r="r" b="b"/>
              <a:pathLst>
                <a:path w="171280" h="178790" extrusionOk="0">
                  <a:moveTo>
                    <a:pt x="112216" y="0"/>
                  </a:moveTo>
                  <a:lnTo>
                    <a:pt x="171281" y="54850"/>
                  </a:lnTo>
                  <a:lnTo>
                    <a:pt x="28750" y="178791"/>
                  </a:lnTo>
                  <a:lnTo>
                    <a:pt x="0" y="152079"/>
                  </a:lnTo>
                  <a:lnTo>
                    <a:pt x="112250" y="0"/>
                  </a:lnTo>
                  <a:lnTo>
                    <a:pt x="112250" y="0"/>
                  </a:lnTo>
                  <a:close/>
                  <a:moveTo>
                    <a:pt x="108410" y="63312"/>
                  </a:moveTo>
                  <a:cubicBezTo>
                    <a:pt x="105419" y="60458"/>
                    <a:pt x="100593" y="60594"/>
                    <a:pt x="97738" y="63584"/>
                  </a:cubicBezTo>
                  <a:lnTo>
                    <a:pt x="51996" y="111910"/>
                  </a:lnTo>
                  <a:cubicBezTo>
                    <a:pt x="49141" y="114900"/>
                    <a:pt x="49277" y="119726"/>
                    <a:pt x="52302" y="122581"/>
                  </a:cubicBezTo>
                  <a:lnTo>
                    <a:pt x="52302" y="122581"/>
                  </a:lnTo>
                  <a:cubicBezTo>
                    <a:pt x="55326" y="125436"/>
                    <a:pt x="60119" y="125300"/>
                    <a:pt x="62973" y="122309"/>
                  </a:cubicBezTo>
                  <a:lnTo>
                    <a:pt x="108715" y="73984"/>
                  </a:lnTo>
                  <a:cubicBezTo>
                    <a:pt x="111570" y="70959"/>
                    <a:pt x="111434" y="66167"/>
                    <a:pt x="108444" y="63312"/>
                  </a:cubicBezTo>
                  <a:lnTo>
                    <a:pt x="108444" y="633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30"/>
            <p:cNvSpPr/>
            <p:nvPr/>
          </p:nvSpPr>
          <p:spPr>
            <a:xfrm>
              <a:off x="7845327" y="3860042"/>
              <a:ext cx="171279" cy="178824"/>
            </a:xfrm>
            <a:custGeom>
              <a:avLst/>
              <a:gdLst/>
              <a:ahLst/>
              <a:cxnLst/>
              <a:rect l="l" t="t" r="r" b="b"/>
              <a:pathLst>
                <a:path w="171279" h="178824" extrusionOk="0">
                  <a:moveTo>
                    <a:pt x="59064" y="0"/>
                  </a:moveTo>
                  <a:lnTo>
                    <a:pt x="0" y="54850"/>
                  </a:lnTo>
                  <a:lnTo>
                    <a:pt x="142529" y="178825"/>
                  </a:lnTo>
                  <a:lnTo>
                    <a:pt x="171280" y="152113"/>
                  </a:lnTo>
                  <a:lnTo>
                    <a:pt x="59030" y="34"/>
                  </a:lnTo>
                  <a:lnTo>
                    <a:pt x="59030" y="34"/>
                  </a:lnTo>
                  <a:close/>
                  <a:moveTo>
                    <a:pt x="62871" y="63312"/>
                  </a:moveTo>
                  <a:cubicBezTo>
                    <a:pt x="65895" y="60458"/>
                    <a:pt x="70686" y="60594"/>
                    <a:pt x="73541" y="63584"/>
                  </a:cubicBezTo>
                  <a:lnTo>
                    <a:pt x="119284" y="111910"/>
                  </a:lnTo>
                  <a:cubicBezTo>
                    <a:pt x="122139" y="114934"/>
                    <a:pt x="122003" y="119726"/>
                    <a:pt x="119012" y="122581"/>
                  </a:cubicBezTo>
                  <a:lnTo>
                    <a:pt x="119012" y="122581"/>
                  </a:lnTo>
                  <a:cubicBezTo>
                    <a:pt x="115987" y="125435"/>
                    <a:pt x="111196" y="125300"/>
                    <a:pt x="108341" y="122309"/>
                  </a:cubicBezTo>
                  <a:lnTo>
                    <a:pt x="62599" y="73983"/>
                  </a:lnTo>
                  <a:cubicBezTo>
                    <a:pt x="59744" y="70959"/>
                    <a:pt x="59880" y="66167"/>
                    <a:pt x="62904" y="63312"/>
                  </a:cubicBezTo>
                  <a:lnTo>
                    <a:pt x="62904" y="633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30"/>
            <p:cNvSpPr/>
            <p:nvPr/>
          </p:nvSpPr>
          <p:spPr>
            <a:xfrm>
              <a:off x="7679538" y="3848961"/>
              <a:ext cx="80741" cy="80717"/>
            </a:xfrm>
            <a:custGeom>
              <a:avLst/>
              <a:gdLst/>
              <a:ahLst/>
              <a:cxnLst/>
              <a:rect l="l" t="t" r="r" b="b"/>
              <a:pathLst>
                <a:path w="80741" h="80717" extrusionOk="0">
                  <a:moveTo>
                    <a:pt x="12928" y="69942"/>
                  </a:moveTo>
                  <a:cubicBezTo>
                    <a:pt x="29241" y="85099"/>
                    <a:pt x="54797" y="84147"/>
                    <a:pt x="69953" y="67835"/>
                  </a:cubicBezTo>
                  <a:cubicBezTo>
                    <a:pt x="85110" y="51488"/>
                    <a:pt x="84193" y="25966"/>
                    <a:pt x="67847" y="10775"/>
                  </a:cubicBezTo>
                  <a:cubicBezTo>
                    <a:pt x="51534" y="-4382"/>
                    <a:pt x="25978" y="-3430"/>
                    <a:pt x="10787" y="12882"/>
                  </a:cubicBezTo>
                  <a:cubicBezTo>
                    <a:pt x="-4369" y="29229"/>
                    <a:pt x="-3452" y="54751"/>
                    <a:pt x="12894" y="699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30"/>
            <p:cNvSpPr/>
            <p:nvPr/>
          </p:nvSpPr>
          <p:spPr>
            <a:xfrm>
              <a:off x="7835027" y="3847805"/>
              <a:ext cx="80683" cy="80683"/>
            </a:xfrm>
            <a:custGeom>
              <a:avLst/>
              <a:gdLst/>
              <a:ahLst/>
              <a:cxnLst/>
              <a:rect l="l" t="t" r="r" b="b"/>
              <a:pathLst>
                <a:path w="80683" h="80683" extrusionOk="0">
                  <a:moveTo>
                    <a:pt x="67835" y="69908"/>
                  </a:moveTo>
                  <a:cubicBezTo>
                    <a:pt x="51488" y="85065"/>
                    <a:pt x="25966" y="84113"/>
                    <a:pt x="10775" y="67801"/>
                  </a:cubicBezTo>
                  <a:cubicBezTo>
                    <a:pt x="-4382" y="51488"/>
                    <a:pt x="-3430" y="25932"/>
                    <a:pt x="12882" y="10775"/>
                  </a:cubicBezTo>
                  <a:cubicBezTo>
                    <a:pt x="29194" y="-4381"/>
                    <a:pt x="54751" y="-3430"/>
                    <a:pt x="69907" y="12882"/>
                  </a:cubicBezTo>
                  <a:cubicBezTo>
                    <a:pt x="85065" y="29229"/>
                    <a:pt x="84113" y="54751"/>
                    <a:pt x="67801" y="699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30"/>
            <p:cNvSpPr/>
            <p:nvPr/>
          </p:nvSpPr>
          <p:spPr>
            <a:xfrm>
              <a:off x="7577226" y="3998731"/>
              <a:ext cx="139844" cy="148884"/>
            </a:xfrm>
            <a:custGeom>
              <a:avLst/>
              <a:gdLst/>
              <a:ahLst/>
              <a:cxnLst/>
              <a:rect l="l" t="t" r="r" b="b"/>
              <a:pathLst>
                <a:path w="139844" h="148884" extrusionOk="0">
                  <a:moveTo>
                    <a:pt x="0" y="43874"/>
                  </a:moveTo>
                  <a:lnTo>
                    <a:pt x="50025" y="0"/>
                  </a:lnTo>
                  <a:lnTo>
                    <a:pt x="139844" y="127509"/>
                  </a:lnTo>
                  <a:lnTo>
                    <a:pt x="115478" y="148885"/>
                  </a:lnTo>
                  <a:lnTo>
                    <a:pt x="0" y="43874"/>
                  </a:lnTo>
                  <a:lnTo>
                    <a:pt x="0" y="43874"/>
                  </a:lnTo>
                  <a:close/>
                  <a:moveTo>
                    <a:pt x="94917" y="101884"/>
                  </a:moveTo>
                  <a:lnTo>
                    <a:pt x="94917" y="101884"/>
                  </a:lnTo>
                  <a:cubicBezTo>
                    <a:pt x="97500" y="99709"/>
                    <a:pt x="97772" y="95802"/>
                    <a:pt x="95564" y="93253"/>
                  </a:cubicBezTo>
                  <a:lnTo>
                    <a:pt x="60322" y="52234"/>
                  </a:lnTo>
                  <a:cubicBezTo>
                    <a:pt x="58113" y="49685"/>
                    <a:pt x="54239" y="49379"/>
                    <a:pt x="51656" y="51588"/>
                  </a:cubicBezTo>
                  <a:lnTo>
                    <a:pt x="51656" y="51588"/>
                  </a:lnTo>
                  <a:cubicBezTo>
                    <a:pt x="49107" y="53797"/>
                    <a:pt x="48802" y="57671"/>
                    <a:pt x="51010" y="60220"/>
                  </a:cubicBezTo>
                  <a:lnTo>
                    <a:pt x="86252" y="101239"/>
                  </a:lnTo>
                  <a:cubicBezTo>
                    <a:pt x="88427" y="103788"/>
                    <a:pt x="92335" y="104093"/>
                    <a:pt x="94883" y="1018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8" name="Google Shape;1398;p30"/>
            <p:cNvSpPr/>
            <p:nvPr/>
          </p:nvSpPr>
          <p:spPr>
            <a:xfrm>
              <a:off x="7878257" y="3997576"/>
              <a:ext cx="139844" cy="148884"/>
            </a:xfrm>
            <a:custGeom>
              <a:avLst/>
              <a:gdLst/>
              <a:ahLst/>
              <a:cxnLst/>
              <a:rect l="l" t="t" r="r" b="b"/>
              <a:pathLst>
                <a:path w="139844" h="148884" extrusionOk="0">
                  <a:moveTo>
                    <a:pt x="139844" y="43874"/>
                  </a:moveTo>
                  <a:lnTo>
                    <a:pt x="89820" y="0"/>
                  </a:lnTo>
                  <a:lnTo>
                    <a:pt x="0" y="127509"/>
                  </a:lnTo>
                  <a:lnTo>
                    <a:pt x="24366" y="148884"/>
                  </a:lnTo>
                  <a:lnTo>
                    <a:pt x="139844" y="43874"/>
                  </a:lnTo>
                  <a:lnTo>
                    <a:pt x="139844" y="43874"/>
                  </a:lnTo>
                  <a:close/>
                  <a:moveTo>
                    <a:pt x="44927" y="101884"/>
                  </a:moveTo>
                  <a:lnTo>
                    <a:pt x="44927" y="101884"/>
                  </a:lnTo>
                  <a:cubicBezTo>
                    <a:pt x="42378" y="99709"/>
                    <a:pt x="42072" y="95801"/>
                    <a:pt x="44281" y="93252"/>
                  </a:cubicBezTo>
                  <a:lnTo>
                    <a:pt x="79523" y="52268"/>
                  </a:lnTo>
                  <a:cubicBezTo>
                    <a:pt x="81732" y="49685"/>
                    <a:pt x="85606" y="49413"/>
                    <a:pt x="88155" y="51622"/>
                  </a:cubicBezTo>
                  <a:lnTo>
                    <a:pt x="88155" y="51622"/>
                  </a:lnTo>
                  <a:cubicBezTo>
                    <a:pt x="90703" y="53831"/>
                    <a:pt x="91010" y="57705"/>
                    <a:pt x="88800" y="60254"/>
                  </a:cubicBezTo>
                  <a:lnTo>
                    <a:pt x="53559" y="101273"/>
                  </a:lnTo>
                  <a:cubicBezTo>
                    <a:pt x="51350" y="103821"/>
                    <a:pt x="47476" y="104127"/>
                    <a:pt x="44893" y="1019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9" name="Google Shape;1399;p30"/>
            <p:cNvSpPr/>
            <p:nvPr/>
          </p:nvSpPr>
          <p:spPr>
            <a:xfrm>
              <a:off x="7569444" y="3987823"/>
              <a:ext cx="66646" cy="66675"/>
            </a:xfrm>
            <a:custGeom>
              <a:avLst/>
              <a:gdLst/>
              <a:ahLst/>
              <a:cxnLst/>
              <a:rect l="l" t="t" r="r" b="b"/>
              <a:pathLst>
                <a:path w="66646" h="66675" extrusionOk="0">
                  <a:moveTo>
                    <a:pt x="55291" y="58384"/>
                  </a:moveTo>
                  <a:cubicBezTo>
                    <a:pt x="69123" y="46252"/>
                    <a:pt x="70516" y="25182"/>
                    <a:pt x="58384" y="11350"/>
                  </a:cubicBezTo>
                  <a:cubicBezTo>
                    <a:pt x="46252" y="-2482"/>
                    <a:pt x="25182" y="-3875"/>
                    <a:pt x="11350" y="8291"/>
                  </a:cubicBezTo>
                  <a:cubicBezTo>
                    <a:pt x="-2482" y="20424"/>
                    <a:pt x="-3875" y="41494"/>
                    <a:pt x="8291" y="55325"/>
                  </a:cubicBezTo>
                  <a:cubicBezTo>
                    <a:pt x="20424" y="69157"/>
                    <a:pt x="41494" y="70550"/>
                    <a:pt x="55325" y="58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30"/>
            <p:cNvSpPr/>
            <p:nvPr/>
          </p:nvSpPr>
          <p:spPr>
            <a:xfrm>
              <a:off x="7959242" y="3986668"/>
              <a:ext cx="66675" cy="66680"/>
            </a:xfrm>
            <a:custGeom>
              <a:avLst/>
              <a:gdLst/>
              <a:ahLst/>
              <a:cxnLst/>
              <a:rect l="l" t="t" r="r" b="b"/>
              <a:pathLst>
                <a:path w="66675" h="66680" extrusionOk="0">
                  <a:moveTo>
                    <a:pt x="55325" y="58384"/>
                  </a:moveTo>
                  <a:cubicBezTo>
                    <a:pt x="69157" y="46252"/>
                    <a:pt x="70550" y="25181"/>
                    <a:pt x="58384" y="11350"/>
                  </a:cubicBezTo>
                  <a:cubicBezTo>
                    <a:pt x="46252" y="-2482"/>
                    <a:pt x="25182" y="-3875"/>
                    <a:pt x="11350" y="8291"/>
                  </a:cubicBezTo>
                  <a:cubicBezTo>
                    <a:pt x="-2482" y="20423"/>
                    <a:pt x="-3875" y="41494"/>
                    <a:pt x="8292" y="55325"/>
                  </a:cubicBezTo>
                  <a:cubicBezTo>
                    <a:pt x="20423" y="69157"/>
                    <a:pt x="41494" y="70550"/>
                    <a:pt x="55325" y="584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1401;p30"/>
            <p:cNvSpPr/>
            <p:nvPr/>
          </p:nvSpPr>
          <p:spPr>
            <a:xfrm>
              <a:off x="7693791" y="3864562"/>
              <a:ext cx="206598" cy="49514"/>
            </a:xfrm>
            <a:custGeom>
              <a:avLst/>
              <a:gdLst/>
              <a:ahLst/>
              <a:cxnLst/>
              <a:rect l="l" t="t" r="r" b="b"/>
              <a:pathLst>
                <a:path w="206598" h="49514" extrusionOk="0">
                  <a:moveTo>
                    <a:pt x="22939" y="0"/>
                  </a:moveTo>
                  <a:lnTo>
                    <a:pt x="183684" y="0"/>
                  </a:lnTo>
                  <a:cubicBezTo>
                    <a:pt x="214236" y="0"/>
                    <a:pt x="214236" y="49515"/>
                    <a:pt x="183684" y="49515"/>
                  </a:cubicBezTo>
                  <a:lnTo>
                    <a:pt x="22939" y="49515"/>
                  </a:lnTo>
                  <a:cubicBezTo>
                    <a:pt x="-7646" y="49515"/>
                    <a:pt x="-7646" y="0"/>
                    <a:pt x="229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30"/>
            <p:cNvSpPr/>
            <p:nvPr/>
          </p:nvSpPr>
          <p:spPr>
            <a:xfrm>
              <a:off x="7696544" y="4116996"/>
              <a:ext cx="77585" cy="32556"/>
            </a:xfrm>
            <a:custGeom>
              <a:avLst/>
              <a:gdLst/>
              <a:ahLst/>
              <a:cxnLst/>
              <a:rect l="l" t="t" r="r" b="b"/>
              <a:pathLst>
                <a:path w="77585" h="32556" extrusionOk="0">
                  <a:moveTo>
                    <a:pt x="0" y="32557"/>
                  </a:moveTo>
                  <a:lnTo>
                    <a:pt x="2447" y="0"/>
                  </a:lnTo>
                  <a:lnTo>
                    <a:pt x="77585" y="20526"/>
                  </a:lnTo>
                  <a:lnTo>
                    <a:pt x="77314" y="24468"/>
                  </a:lnTo>
                  <a:lnTo>
                    <a:pt x="0" y="3255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30"/>
            <p:cNvSpPr/>
            <p:nvPr/>
          </p:nvSpPr>
          <p:spPr>
            <a:xfrm>
              <a:off x="7821198" y="4115840"/>
              <a:ext cx="77620" cy="32523"/>
            </a:xfrm>
            <a:custGeom>
              <a:avLst/>
              <a:gdLst/>
              <a:ahLst/>
              <a:cxnLst/>
              <a:rect l="l" t="t" r="r" b="b"/>
              <a:pathLst>
                <a:path w="77620" h="32523" extrusionOk="0">
                  <a:moveTo>
                    <a:pt x="77620" y="32523"/>
                  </a:moveTo>
                  <a:lnTo>
                    <a:pt x="75172" y="0"/>
                  </a:lnTo>
                  <a:lnTo>
                    <a:pt x="0" y="20493"/>
                  </a:lnTo>
                  <a:lnTo>
                    <a:pt x="306" y="24435"/>
                  </a:lnTo>
                  <a:lnTo>
                    <a:pt x="77620" y="3252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30"/>
            <p:cNvSpPr/>
            <p:nvPr/>
          </p:nvSpPr>
          <p:spPr>
            <a:xfrm>
              <a:off x="7670017" y="4095145"/>
              <a:ext cx="66633" cy="66675"/>
            </a:xfrm>
            <a:custGeom>
              <a:avLst/>
              <a:gdLst/>
              <a:ahLst/>
              <a:cxnLst/>
              <a:rect l="l" t="t" r="r" b="b"/>
              <a:pathLst>
                <a:path w="66633" h="66675" extrusionOk="0">
                  <a:moveTo>
                    <a:pt x="55278" y="58384"/>
                  </a:moveTo>
                  <a:cubicBezTo>
                    <a:pt x="69110" y="46252"/>
                    <a:pt x="70503" y="25182"/>
                    <a:pt x="58370" y="11350"/>
                  </a:cubicBezTo>
                  <a:cubicBezTo>
                    <a:pt x="46238" y="-2482"/>
                    <a:pt x="25168" y="-3875"/>
                    <a:pt x="11337" y="8291"/>
                  </a:cubicBezTo>
                  <a:cubicBezTo>
                    <a:pt x="-2495" y="20424"/>
                    <a:pt x="-3855" y="41494"/>
                    <a:pt x="8278" y="55325"/>
                  </a:cubicBezTo>
                  <a:cubicBezTo>
                    <a:pt x="20410" y="69157"/>
                    <a:pt x="41480" y="70550"/>
                    <a:pt x="55278" y="58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30"/>
            <p:cNvSpPr/>
            <p:nvPr/>
          </p:nvSpPr>
          <p:spPr>
            <a:xfrm>
              <a:off x="7858678" y="4093955"/>
              <a:ext cx="66646" cy="66680"/>
            </a:xfrm>
            <a:custGeom>
              <a:avLst/>
              <a:gdLst/>
              <a:ahLst/>
              <a:cxnLst/>
              <a:rect l="l" t="t" r="r" b="b"/>
              <a:pathLst>
                <a:path w="66646" h="66680" extrusionOk="0">
                  <a:moveTo>
                    <a:pt x="11355" y="58384"/>
                  </a:moveTo>
                  <a:cubicBezTo>
                    <a:pt x="-2476" y="46252"/>
                    <a:pt x="-3870" y="25182"/>
                    <a:pt x="8263" y="11350"/>
                  </a:cubicBezTo>
                  <a:cubicBezTo>
                    <a:pt x="20395" y="-2482"/>
                    <a:pt x="41465" y="-3875"/>
                    <a:pt x="55297" y="8291"/>
                  </a:cubicBezTo>
                  <a:cubicBezTo>
                    <a:pt x="69128" y="20424"/>
                    <a:pt x="70522" y="41494"/>
                    <a:pt x="58355" y="55325"/>
                  </a:cubicBezTo>
                  <a:cubicBezTo>
                    <a:pt x="46223" y="69157"/>
                    <a:pt x="25153" y="70550"/>
                    <a:pt x="11321" y="584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30"/>
            <p:cNvSpPr/>
            <p:nvPr/>
          </p:nvSpPr>
          <p:spPr>
            <a:xfrm>
              <a:off x="7582799" y="4001246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8" y="39897"/>
                  </a:moveTo>
                  <a:cubicBezTo>
                    <a:pt x="30959" y="39897"/>
                    <a:pt x="39897" y="30925"/>
                    <a:pt x="39897" y="19949"/>
                  </a:cubicBezTo>
                  <a:cubicBezTo>
                    <a:pt x="39897" y="8972"/>
                    <a:pt x="30925" y="0"/>
                    <a:pt x="19948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5"/>
                    <a:pt x="8971" y="39897"/>
                    <a:pt x="19948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1407;p30"/>
            <p:cNvSpPr/>
            <p:nvPr/>
          </p:nvSpPr>
          <p:spPr>
            <a:xfrm>
              <a:off x="7972631" y="4000056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8" y="39897"/>
                  </a:moveTo>
                  <a:cubicBezTo>
                    <a:pt x="30959" y="39897"/>
                    <a:pt x="39897" y="30925"/>
                    <a:pt x="39897" y="19949"/>
                  </a:cubicBezTo>
                  <a:cubicBezTo>
                    <a:pt x="39897" y="8972"/>
                    <a:pt x="30925" y="0"/>
                    <a:pt x="19948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5"/>
                    <a:pt x="8971" y="39897"/>
                    <a:pt x="19948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30"/>
            <p:cNvSpPr/>
            <p:nvPr/>
          </p:nvSpPr>
          <p:spPr>
            <a:xfrm>
              <a:off x="7592212" y="4010625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1" y="16347"/>
                    <a:pt x="21071" y="10535"/>
                  </a:cubicBezTo>
                  <a:cubicBezTo>
                    <a:pt x="21071" y="4724"/>
                    <a:pt x="16347" y="0"/>
                    <a:pt x="10535" y="0"/>
                  </a:cubicBezTo>
                  <a:cubicBezTo>
                    <a:pt x="4724" y="0"/>
                    <a:pt x="0" y="4724"/>
                    <a:pt x="0" y="10535"/>
                  </a:cubicBezTo>
                  <a:cubicBezTo>
                    <a:pt x="0" y="16347"/>
                    <a:pt x="4724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1409;p30"/>
            <p:cNvSpPr/>
            <p:nvPr/>
          </p:nvSpPr>
          <p:spPr>
            <a:xfrm>
              <a:off x="7982045" y="4009470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6" y="21070"/>
                    <a:pt x="21070" y="16346"/>
                    <a:pt x="21070" y="10535"/>
                  </a:cubicBezTo>
                  <a:cubicBezTo>
                    <a:pt x="21070" y="4724"/>
                    <a:pt x="16346" y="0"/>
                    <a:pt x="10535" y="0"/>
                  </a:cubicBezTo>
                  <a:cubicBezTo>
                    <a:pt x="4723" y="0"/>
                    <a:pt x="0" y="4724"/>
                    <a:pt x="0" y="10535"/>
                  </a:cubicBezTo>
                  <a:cubicBezTo>
                    <a:pt x="0" y="16346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1410;p30"/>
            <p:cNvSpPr/>
            <p:nvPr/>
          </p:nvSpPr>
          <p:spPr>
            <a:xfrm>
              <a:off x="7683392" y="4108534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9" y="39897"/>
                  </a:moveTo>
                  <a:cubicBezTo>
                    <a:pt x="30926" y="39897"/>
                    <a:pt x="39897" y="30925"/>
                    <a:pt x="39897" y="19949"/>
                  </a:cubicBezTo>
                  <a:cubicBezTo>
                    <a:pt x="39897" y="8972"/>
                    <a:pt x="30926" y="0"/>
                    <a:pt x="19949" y="0"/>
                  </a:cubicBezTo>
                  <a:cubicBezTo>
                    <a:pt x="8972" y="0"/>
                    <a:pt x="0" y="8972"/>
                    <a:pt x="0" y="19949"/>
                  </a:cubicBezTo>
                  <a:cubicBezTo>
                    <a:pt x="0" y="30925"/>
                    <a:pt x="8972" y="39897"/>
                    <a:pt x="19949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30"/>
            <p:cNvSpPr/>
            <p:nvPr/>
          </p:nvSpPr>
          <p:spPr>
            <a:xfrm>
              <a:off x="7872072" y="4107344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9" y="39898"/>
                  </a:moveTo>
                  <a:cubicBezTo>
                    <a:pt x="30926" y="39898"/>
                    <a:pt x="39897" y="30926"/>
                    <a:pt x="39897" y="19949"/>
                  </a:cubicBezTo>
                  <a:cubicBezTo>
                    <a:pt x="39897" y="8972"/>
                    <a:pt x="30926" y="0"/>
                    <a:pt x="19949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6"/>
                    <a:pt x="8971" y="39898"/>
                    <a:pt x="19949" y="398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30"/>
            <p:cNvSpPr/>
            <p:nvPr/>
          </p:nvSpPr>
          <p:spPr>
            <a:xfrm>
              <a:off x="7692806" y="4117947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0" y="16347"/>
                    <a:pt x="21070" y="10535"/>
                  </a:cubicBezTo>
                  <a:cubicBezTo>
                    <a:pt x="21070" y="4724"/>
                    <a:pt x="16313" y="0"/>
                    <a:pt x="10535" y="0"/>
                  </a:cubicBezTo>
                  <a:cubicBezTo>
                    <a:pt x="4757" y="0"/>
                    <a:pt x="0" y="4724"/>
                    <a:pt x="0" y="10535"/>
                  </a:cubicBezTo>
                  <a:cubicBezTo>
                    <a:pt x="0" y="16347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30"/>
            <p:cNvSpPr/>
            <p:nvPr/>
          </p:nvSpPr>
          <p:spPr>
            <a:xfrm>
              <a:off x="7881486" y="4116758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0" y="16347"/>
                    <a:pt x="21070" y="10535"/>
                  </a:cubicBezTo>
                  <a:cubicBezTo>
                    <a:pt x="21070" y="4724"/>
                    <a:pt x="16347" y="0"/>
                    <a:pt x="10535" y="0"/>
                  </a:cubicBezTo>
                  <a:cubicBezTo>
                    <a:pt x="4723" y="0"/>
                    <a:pt x="0" y="4724"/>
                    <a:pt x="0" y="10535"/>
                  </a:cubicBezTo>
                  <a:cubicBezTo>
                    <a:pt x="0" y="16347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30"/>
            <p:cNvSpPr/>
            <p:nvPr/>
          </p:nvSpPr>
          <p:spPr>
            <a:xfrm>
              <a:off x="7702695" y="3872106"/>
              <a:ext cx="34494" cy="34459"/>
            </a:xfrm>
            <a:custGeom>
              <a:avLst/>
              <a:gdLst/>
              <a:ahLst/>
              <a:cxnLst/>
              <a:rect l="l" t="t" r="r" b="b"/>
              <a:pathLst>
                <a:path w="34494" h="34459" extrusionOk="0">
                  <a:moveTo>
                    <a:pt x="17264" y="34460"/>
                  </a:moveTo>
                  <a:cubicBezTo>
                    <a:pt x="26746" y="34460"/>
                    <a:pt x="34494" y="26711"/>
                    <a:pt x="34494" y="17230"/>
                  </a:cubicBezTo>
                  <a:cubicBezTo>
                    <a:pt x="34494" y="7748"/>
                    <a:pt x="26746" y="0"/>
                    <a:pt x="17264" y="0"/>
                  </a:cubicBezTo>
                  <a:cubicBezTo>
                    <a:pt x="7783" y="0"/>
                    <a:pt x="0" y="7748"/>
                    <a:pt x="0" y="17230"/>
                  </a:cubicBezTo>
                  <a:cubicBezTo>
                    <a:pt x="0" y="26711"/>
                    <a:pt x="7748" y="34460"/>
                    <a:pt x="17264" y="34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30"/>
            <p:cNvSpPr/>
            <p:nvPr/>
          </p:nvSpPr>
          <p:spPr>
            <a:xfrm>
              <a:off x="7858172" y="3870917"/>
              <a:ext cx="34460" cy="34459"/>
            </a:xfrm>
            <a:custGeom>
              <a:avLst/>
              <a:gdLst/>
              <a:ahLst/>
              <a:cxnLst/>
              <a:rect l="l" t="t" r="r" b="b"/>
              <a:pathLst>
                <a:path w="34460" h="34459" extrusionOk="0">
                  <a:moveTo>
                    <a:pt x="17230" y="34460"/>
                  </a:moveTo>
                  <a:cubicBezTo>
                    <a:pt x="26746" y="34460"/>
                    <a:pt x="34460" y="26711"/>
                    <a:pt x="34460" y="17230"/>
                  </a:cubicBezTo>
                  <a:cubicBezTo>
                    <a:pt x="34460" y="7748"/>
                    <a:pt x="26712" y="0"/>
                    <a:pt x="17230" y="0"/>
                  </a:cubicBezTo>
                  <a:cubicBezTo>
                    <a:pt x="7748" y="0"/>
                    <a:pt x="0" y="7748"/>
                    <a:pt x="0" y="17230"/>
                  </a:cubicBezTo>
                  <a:cubicBezTo>
                    <a:pt x="0" y="26711"/>
                    <a:pt x="7748" y="34460"/>
                    <a:pt x="17230" y="34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30"/>
            <p:cNvSpPr/>
            <p:nvPr/>
          </p:nvSpPr>
          <p:spPr>
            <a:xfrm>
              <a:off x="7711772" y="3880384"/>
              <a:ext cx="16509" cy="16544"/>
            </a:xfrm>
            <a:custGeom>
              <a:avLst/>
              <a:gdLst/>
              <a:ahLst/>
              <a:cxnLst/>
              <a:rect l="l" t="t" r="r" b="b"/>
              <a:pathLst>
                <a:path w="16509" h="16544" extrusionOk="0">
                  <a:moveTo>
                    <a:pt x="2614" y="14321"/>
                  </a:moveTo>
                  <a:cubicBezTo>
                    <a:pt x="5944" y="17448"/>
                    <a:pt x="11178" y="17244"/>
                    <a:pt x="14304" y="13913"/>
                  </a:cubicBezTo>
                  <a:cubicBezTo>
                    <a:pt x="17396" y="10583"/>
                    <a:pt x="17226" y="5349"/>
                    <a:pt x="13862" y="2223"/>
                  </a:cubicBezTo>
                  <a:cubicBezTo>
                    <a:pt x="10532" y="-904"/>
                    <a:pt x="5298" y="-700"/>
                    <a:pt x="2206" y="2631"/>
                  </a:cubicBezTo>
                  <a:cubicBezTo>
                    <a:pt x="-887" y="5961"/>
                    <a:pt x="-717" y="11195"/>
                    <a:pt x="2648" y="143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30"/>
            <p:cNvSpPr/>
            <p:nvPr/>
          </p:nvSpPr>
          <p:spPr>
            <a:xfrm>
              <a:off x="7867079" y="3879195"/>
              <a:ext cx="16557" cy="16544"/>
            </a:xfrm>
            <a:custGeom>
              <a:avLst/>
              <a:gdLst/>
              <a:ahLst/>
              <a:cxnLst/>
              <a:rect l="l" t="t" r="r" b="b"/>
              <a:pathLst>
                <a:path w="16557" h="16544" extrusionOk="0">
                  <a:moveTo>
                    <a:pt x="13897" y="14321"/>
                  </a:moveTo>
                  <a:cubicBezTo>
                    <a:pt x="10566" y="17448"/>
                    <a:pt x="5333" y="17244"/>
                    <a:pt x="2206" y="13914"/>
                  </a:cubicBezTo>
                  <a:cubicBezTo>
                    <a:pt x="-887" y="10583"/>
                    <a:pt x="-717" y="5349"/>
                    <a:pt x="2648" y="2223"/>
                  </a:cubicBezTo>
                  <a:cubicBezTo>
                    <a:pt x="5978" y="-904"/>
                    <a:pt x="11212" y="-700"/>
                    <a:pt x="14338" y="2631"/>
                  </a:cubicBezTo>
                  <a:cubicBezTo>
                    <a:pt x="17464" y="5961"/>
                    <a:pt x="17261" y="11195"/>
                    <a:pt x="13897" y="143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p37"/>
          <p:cNvSpPr txBox="1">
            <a:spLocks noGrp="1"/>
          </p:cNvSpPr>
          <p:nvPr>
            <p:ph type="title"/>
          </p:nvPr>
        </p:nvSpPr>
        <p:spPr>
          <a:xfrm>
            <a:off x="682371" y="284897"/>
            <a:ext cx="7797510" cy="5093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>
                <a:solidFill>
                  <a:schemeClr val="bg2"/>
                </a:solidFill>
              </a:rPr>
              <a:t>Data Quality Audit - Ensuring Reliable Insights</a:t>
            </a:r>
            <a:endParaRPr sz="2400" dirty="0">
              <a:solidFill>
                <a:schemeClr val="bg2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E83BA7-623A-9EB0-EE59-E5B69CD30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15710"/>
              </p:ext>
            </p:extLst>
          </p:nvPr>
        </p:nvGraphicFramePr>
        <p:xfrm>
          <a:off x="822642" y="941388"/>
          <a:ext cx="7498716" cy="373644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441893">
                  <a:extLst>
                    <a:ext uri="{9D8B030D-6E8A-4147-A177-3AD203B41FA5}">
                      <a16:colId xmlns:a16="http://schemas.microsoft.com/office/drawing/2014/main" val="1900262949"/>
                    </a:ext>
                  </a:extLst>
                </a:gridCol>
                <a:gridCol w="1846580">
                  <a:extLst>
                    <a:ext uri="{9D8B030D-6E8A-4147-A177-3AD203B41FA5}">
                      <a16:colId xmlns:a16="http://schemas.microsoft.com/office/drawing/2014/main" val="1024309444"/>
                    </a:ext>
                  </a:extLst>
                </a:gridCol>
                <a:gridCol w="3210243">
                  <a:extLst>
                    <a:ext uri="{9D8B030D-6E8A-4147-A177-3AD203B41FA5}">
                      <a16:colId xmlns:a16="http://schemas.microsoft.com/office/drawing/2014/main" val="1563704386"/>
                    </a:ext>
                  </a:extLst>
                </a:gridCol>
              </a:tblGrid>
              <a:tr h="5337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Montserrat" panose="00000500000000000000" pitchFamily="2" charset="0"/>
                        </a:rPr>
                        <a:t>Issue 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Montserrat" panose="00000500000000000000" pitchFamily="2" charset="0"/>
                        </a:rPr>
                        <a:t>Records Affected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Montserrat" panose="00000500000000000000" pitchFamily="2" charset="0"/>
                        </a:rPr>
                        <a:t>Resolution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428950"/>
                  </a:ext>
                </a:extLst>
              </a:tr>
              <a:tr h="533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Montserrat" panose="00000500000000000000" pitchFamily="2" charset="0"/>
                        </a:rPr>
                        <a:t>Invalid Prices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Montserrat" panose="00000500000000000000" pitchFamily="2" charset="0"/>
                        </a:rPr>
                        <a:t>8 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Montserrat" panose="00000500000000000000" pitchFamily="2" charset="0"/>
                        </a:rPr>
                        <a:t>Excluded (zero/negative prices)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5929709"/>
                  </a:ext>
                </a:extLst>
              </a:tr>
              <a:tr h="533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Montserrat" panose="00000500000000000000" pitchFamily="2" charset="0"/>
                        </a:rPr>
                        <a:t>Cost &gt; 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Montserrat" panose="00000500000000000000" pitchFamily="2" charset="0"/>
                        </a:rPr>
                        <a:t>3 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Montserrat" panose="00000500000000000000" pitchFamily="2" charset="0"/>
                        </a:rPr>
                        <a:t>Excluded (impossible economics)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5359439"/>
                  </a:ext>
                </a:extLst>
              </a:tr>
              <a:tr h="533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Montserrat" panose="00000500000000000000" pitchFamily="2" charset="0"/>
                        </a:rPr>
                        <a:t>Impossible Timestamps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Montserrat" panose="00000500000000000000" pitchFamily="2" charset="0"/>
                        </a:rPr>
                        <a:t>7 pageviews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Montserrat" panose="00000500000000000000" pitchFamily="2" charset="0"/>
                        </a:rPr>
                        <a:t>Excluded (view before session)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956379"/>
                  </a:ext>
                </a:extLst>
              </a:tr>
              <a:tr h="533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Montserrat" panose="00000500000000000000" pitchFamily="2" charset="0"/>
                        </a:rPr>
                        <a:t>Fake Test Products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Montserrat" panose="00000500000000000000" pitchFamily="2" charset="0"/>
                        </a:rPr>
                        <a:t>Product ID 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Montserrat" panose="00000500000000000000" pitchFamily="2" charset="0"/>
                        </a:rPr>
                        <a:t>Excluded from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2470329"/>
                  </a:ext>
                </a:extLst>
              </a:tr>
              <a:tr h="533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Montserrat" panose="00000500000000000000" pitchFamily="2" charset="0"/>
                        </a:rPr>
                        <a:t>Price Data Errors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Montserrat" panose="00000500000000000000" pitchFamily="2" charset="0"/>
                        </a:rPr>
                        <a:t>Products 3 &amp;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Montserrat" panose="00000500000000000000" pitchFamily="2" charset="0"/>
                        </a:rPr>
                        <a:t>Corrected to $49.99 &amp; $24.99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2793637"/>
                  </a:ext>
                </a:extLst>
              </a:tr>
              <a:tr h="5337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Montserrat" panose="00000500000000000000" pitchFamily="2" charset="0"/>
                        </a:rPr>
                        <a:t>Text Inconsistencies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Montserrat" panose="00000500000000000000" pitchFamily="2" charset="0"/>
                        </a:rPr>
                        <a:t>Multiple fields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Montserrat" panose="00000500000000000000" pitchFamily="2" charset="0"/>
                        </a:rPr>
                        <a:t>Standardized (trim, lowercase)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444386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0C8DA-5827-EB97-BEF5-20E3A5953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6" y="224100"/>
            <a:ext cx="7717500" cy="630900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Data Governance Recommendations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0B911-72BD-3E4A-771B-4C93D3DFE9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4826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Montserrat" panose="00000500000000000000" pitchFamily="2" charset="0"/>
              </a:rPr>
              <a:t>Validation at Entry</a:t>
            </a:r>
            <a:r>
              <a:rPr lang="en-US" dirty="0">
                <a:latin typeface="Montserrat" panose="00000500000000000000" pitchFamily="2" charset="0"/>
              </a:rPr>
              <a:t>: Implement database constraints (price &gt; 0, COGS ≤ price, NOT NULL timestamps)</a:t>
            </a:r>
          </a:p>
          <a:p>
            <a:pPr marL="482600" indent="-342900" algn="just">
              <a:lnSpc>
                <a:spcPct val="150000"/>
              </a:lnSpc>
              <a:buFont typeface="+mj-lt"/>
              <a:buAutoNum type="arabicPeriod"/>
            </a:pPr>
            <a:endParaRPr lang="en-US" dirty="0">
              <a:latin typeface="Montserrat" panose="00000500000000000000" pitchFamily="2" charset="0"/>
            </a:endParaRPr>
          </a:p>
          <a:p>
            <a:pPr marL="4826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Montserrat" panose="00000500000000000000" pitchFamily="2" charset="0"/>
              </a:rPr>
              <a:t>Referential Integrity</a:t>
            </a:r>
            <a:r>
              <a:rPr lang="en-US" dirty="0">
                <a:latin typeface="Montserrat" panose="00000500000000000000" pitchFamily="2" charset="0"/>
              </a:rPr>
              <a:t>: Enforce foreign key constraints (</a:t>
            </a:r>
            <a:r>
              <a:rPr lang="en-US" dirty="0" err="1">
                <a:latin typeface="Montserrat" panose="00000500000000000000" pitchFamily="2" charset="0"/>
              </a:rPr>
              <a:t>session_id</a:t>
            </a:r>
            <a:r>
              <a:rPr lang="en-US" dirty="0">
                <a:latin typeface="Montserrat" panose="00000500000000000000" pitchFamily="2" charset="0"/>
              </a:rPr>
              <a:t>, </a:t>
            </a:r>
            <a:r>
              <a:rPr lang="en-US" dirty="0" err="1">
                <a:latin typeface="Montserrat" panose="00000500000000000000" pitchFamily="2" charset="0"/>
              </a:rPr>
              <a:t>product_id</a:t>
            </a:r>
            <a:r>
              <a:rPr lang="en-US" dirty="0">
                <a:latin typeface="Montserrat" panose="00000500000000000000" pitchFamily="2" charset="0"/>
              </a:rPr>
              <a:t> must exist)</a:t>
            </a:r>
          </a:p>
          <a:p>
            <a:pPr marL="482600" indent="-342900" algn="just">
              <a:lnSpc>
                <a:spcPct val="150000"/>
              </a:lnSpc>
              <a:buFont typeface="+mj-lt"/>
              <a:buAutoNum type="arabicPeriod"/>
            </a:pPr>
            <a:endParaRPr lang="en-US" dirty="0">
              <a:latin typeface="Montserrat" panose="00000500000000000000" pitchFamily="2" charset="0"/>
            </a:endParaRPr>
          </a:p>
          <a:p>
            <a:pPr marL="4826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Montserrat" panose="00000500000000000000" pitchFamily="2" charset="0"/>
              </a:rPr>
              <a:t>Automated Quality Checks</a:t>
            </a:r>
            <a:r>
              <a:rPr lang="en-US" dirty="0">
                <a:latin typeface="Montserrat" panose="00000500000000000000" pitchFamily="2" charset="0"/>
              </a:rPr>
              <a:t>: Weekly data quality dashboard flagging anomalies before analysis</a:t>
            </a:r>
          </a:p>
          <a:p>
            <a:endParaRPr lang="en-US" dirty="0"/>
          </a:p>
        </p:txBody>
      </p:sp>
      <p:grpSp>
        <p:nvGrpSpPr>
          <p:cNvPr id="4" name="Google Shape;1268;p30">
            <a:extLst>
              <a:ext uri="{FF2B5EF4-FFF2-40B4-BE49-F238E27FC236}">
                <a16:creationId xmlns:a16="http://schemas.microsoft.com/office/drawing/2014/main" id="{F944BABC-004F-4E76-42B8-F9FE4E7C2B04}"/>
              </a:ext>
            </a:extLst>
          </p:cNvPr>
          <p:cNvGrpSpPr/>
          <p:nvPr/>
        </p:nvGrpSpPr>
        <p:grpSpPr>
          <a:xfrm>
            <a:off x="9381243" y="2317392"/>
            <a:ext cx="3180479" cy="3938442"/>
            <a:chOff x="6590802" y="1205338"/>
            <a:chExt cx="3180479" cy="3938442"/>
          </a:xfrm>
        </p:grpSpPr>
        <p:grpSp>
          <p:nvGrpSpPr>
            <p:cNvPr id="5" name="Google Shape;1269;p30">
              <a:extLst>
                <a:ext uri="{FF2B5EF4-FFF2-40B4-BE49-F238E27FC236}">
                  <a16:creationId xmlns:a16="http://schemas.microsoft.com/office/drawing/2014/main" id="{8ED90204-758B-383E-47AF-D8D8D6D8682A}"/>
                </a:ext>
              </a:extLst>
            </p:cNvPr>
            <p:cNvGrpSpPr/>
            <p:nvPr/>
          </p:nvGrpSpPr>
          <p:grpSpPr>
            <a:xfrm>
              <a:off x="6590802" y="1205338"/>
              <a:ext cx="3180479" cy="3938442"/>
              <a:chOff x="6590802" y="1205338"/>
              <a:chExt cx="3180479" cy="3938442"/>
            </a:xfrm>
          </p:grpSpPr>
          <p:sp>
            <p:nvSpPr>
              <p:cNvPr id="20" name="Google Shape;1270;p30">
                <a:extLst>
                  <a:ext uri="{FF2B5EF4-FFF2-40B4-BE49-F238E27FC236}">
                    <a16:creationId xmlns:a16="http://schemas.microsoft.com/office/drawing/2014/main" id="{0967CDB6-9B8E-C6F0-5D2E-D7804A3E66CF}"/>
                  </a:ext>
                </a:extLst>
              </p:cNvPr>
              <p:cNvSpPr/>
              <p:nvPr/>
            </p:nvSpPr>
            <p:spPr>
              <a:xfrm flipH="1">
                <a:off x="8147676" y="3172468"/>
                <a:ext cx="289800" cy="213712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95835" extrusionOk="0">
                    <a:moveTo>
                      <a:pt x="64978" y="95835"/>
                    </a:moveTo>
                    <a:cubicBezTo>
                      <a:pt x="100763" y="95835"/>
                      <a:pt x="129955" y="74323"/>
                      <a:pt x="129955" y="47918"/>
                    </a:cubicBezTo>
                    <a:cubicBezTo>
                      <a:pt x="129955" y="21512"/>
                      <a:pt x="100763" y="0"/>
                      <a:pt x="64978" y="0"/>
                    </a:cubicBezTo>
                    <a:cubicBezTo>
                      <a:pt x="29192" y="0"/>
                      <a:pt x="0" y="21546"/>
                      <a:pt x="0" y="47918"/>
                    </a:cubicBezTo>
                    <a:cubicBezTo>
                      <a:pt x="0" y="74289"/>
                      <a:pt x="29192" y="95835"/>
                      <a:pt x="64978" y="95835"/>
                    </a:cubicBezTo>
                    <a:close/>
                  </a:path>
                </a:pathLst>
              </a:custGeom>
              <a:solidFill>
                <a:srgbClr val="0057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1271;p30">
                <a:extLst>
                  <a:ext uri="{FF2B5EF4-FFF2-40B4-BE49-F238E27FC236}">
                    <a16:creationId xmlns:a16="http://schemas.microsoft.com/office/drawing/2014/main" id="{C75EFCB9-8230-E224-DD94-D4897A72D4CD}"/>
                  </a:ext>
                </a:extLst>
              </p:cNvPr>
              <p:cNvSpPr/>
              <p:nvPr/>
            </p:nvSpPr>
            <p:spPr>
              <a:xfrm flipH="1">
                <a:off x="8148662" y="3265703"/>
                <a:ext cx="289724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21" h="59098" extrusionOk="0">
                    <a:moveTo>
                      <a:pt x="0" y="0"/>
                    </a:moveTo>
                    <a:lnTo>
                      <a:pt x="129921" y="0"/>
                    </a:lnTo>
                    <a:lnTo>
                      <a:pt x="129921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1272;p30">
                <a:extLst>
                  <a:ext uri="{FF2B5EF4-FFF2-40B4-BE49-F238E27FC236}">
                    <a16:creationId xmlns:a16="http://schemas.microsoft.com/office/drawing/2014/main" id="{7E1D6791-64BC-DA51-9511-CC3B33C34ADF}"/>
                  </a:ext>
                </a:extLst>
              </p:cNvPr>
              <p:cNvSpPr/>
              <p:nvPr/>
            </p:nvSpPr>
            <p:spPr>
              <a:xfrm flipH="1">
                <a:off x="8099110" y="3217341"/>
                <a:ext cx="394079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717" h="25929" extrusionOk="0">
                    <a:moveTo>
                      <a:pt x="163736" y="0"/>
                    </a:moveTo>
                    <a:lnTo>
                      <a:pt x="12982" y="0"/>
                    </a:lnTo>
                    <a:cubicBezTo>
                      <a:pt x="5845" y="0"/>
                      <a:pt x="0" y="5845"/>
                      <a:pt x="0" y="12982"/>
                    </a:cubicBezTo>
                    <a:lnTo>
                      <a:pt x="0" y="12982"/>
                    </a:lnTo>
                    <a:cubicBezTo>
                      <a:pt x="0" y="20119"/>
                      <a:pt x="5845" y="25930"/>
                      <a:pt x="12982" y="25930"/>
                    </a:cubicBezTo>
                    <a:lnTo>
                      <a:pt x="163736" y="25930"/>
                    </a:lnTo>
                    <a:cubicBezTo>
                      <a:pt x="170872" y="25930"/>
                      <a:pt x="176718" y="20085"/>
                      <a:pt x="176718" y="12948"/>
                    </a:cubicBezTo>
                    <a:lnTo>
                      <a:pt x="176718" y="12948"/>
                    </a:lnTo>
                    <a:cubicBezTo>
                      <a:pt x="176718" y="5811"/>
                      <a:pt x="170872" y="0"/>
                      <a:pt x="163736" y="0"/>
                    </a:cubicBezTo>
                    <a:close/>
                  </a:path>
                </a:pathLst>
              </a:custGeom>
              <a:solidFill>
                <a:srgbClr val="0049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1273;p30">
                <a:extLst>
                  <a:ext uri="{FF2B5EF4-FFF2-40B4-BE49-F238E27FC236}">
                    <a16:creationId xmlns:a16="http://schemas.microsoft.com/office/drawing/2014/main" id="{210D3C79-EA68-1047-BA1B-E22184689652}"/>
                  </a:ext>
                </a:extLst>
              </p:cNvPr>
              <p:cNvSpPr/>
              <p:nvPr/>
            </p:nvSpPr>
            <p:spPr>
              <a:xfrm flipH="1">
                <a:off x="8394275" y="3275785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9"/>
                    </a:lnTo>
                    <a:lnTo>
                      <a:pt x="0" y="33169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1274;p30">
                <a:extLst>
                  <a:ext uri="{FF2B5EF4-FFF2-40B4-BE49-F238E27FC236}">
                    <a16:creationId xmlns:a16="http://schemas.microsoft.com/office/drawing/2014/main" id="{E9B5CA4B-7DC1-3579-203E-A723D813AC0D}"/>
                  </a:ext>
                </a:extLst>
              </p:cNvPr>
              <p:cNvSpPr/>
              <p:nvPr/>
            </p:nvSpPr>
            <p:spPr>
              <a:xfrm flipH="1">
                <a:off x="9082312" y="3273815"/>
                <a:ext cx="289800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59098" extrusionOk="0">
                    <a:moveTo>
                      <a:pt x="0" y="0"/>
                    </a:moveTo>
                    <a:lnTo>
                      <a:pt x="129955" y="0"/>
                    </a:lnTo>
                    <a:lnTo>
                      <a:pt x="129955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1275;p30">
                <a:extLst>
                  <a:ext uri="{FF2B5EF4-FFF2-40B4-BE49-F238E27FC236}">
                    <a16:creationId xmlns:a16="http://schemas.microsoft.com/office/drawing/2014/main" id="{C1360193-7EB8-B0FF-0FCD-905816D8422D}"/>
                  </a:ext>
                </a:extLst>
              </p:cNvPr>
              <p:cNvSpPr/>
              <p:nvPr/>
            </p:nvSpPr>
            <p:spPr>
              <a:xfrm flipH="1">
                <a:off x="9030259" y="3225453"/>
                <a:ext cx="393927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649" h="25929" extrusionOk="0">
                    <a:moveTo>
                      <a:pt x="12948" y="0"/>
                    </a:moveTo>
                    <a:lnTo>
                      <a:pt x="163702" y="0"/>
                    </a:lnTo>
                    <a:cubicBezTo>
                      <a:pt x="170838" y="0"/>
                      <a:pt x="176650" y="5811"/>
                      <a:pt x="176650" y="12948"/>
                    </a:cubicBezTo>
                    <a:lnTo>
                      <a:pt x="176650" y="12948"/>
                    </a:lnTo>
                    <a:cubicBezTo>
                      <a:pt x="176650" y="20085"/>
                      <a:pt x="170838" y="25930"/>
                      <a:pt x="163702" y="25930"/>
                    </a:cubicBezTo>
                    <a:lnTo>
                      <a:pt x="12948" y="25930"/>
                    </a:lnTo>
                    <a:cubicBezTo>
                      <a:pt x="5811" y="25930"/>
                      <a:pt x="0" y="20085"/>
                      <a:pt x="0" y="12948"/>
                    </a:cubicBezTo>
                    <a:lnTo>
                      <a:pt x="0" y="12948"/>
                    </a:lnTo>
                    <a:cubicBezTo>
                      <a:pt x="0" y="5811"/>
                      <a:pt x="5811" y="0"/>
                      <a:pt x="129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1276;p30">
                <a:extLst>
                  <a:ext uri="{FF2B5EF4-FFF2-40B4-BE49-F238E27FC236}">
                    <a16:creationId xmlns:a16="http://schemas.microsoft.com/office/drawing/2014/main" id="{73DA3B40-F3B9-3898-634D-DB9D3587A775}"/>
                  </a:ext>
                </a:extLst>
              </p:cNvPr>
              <p:cNvSpPr/>
              <p:nvPr/>
            </p:nvSpPr>
            <p:spPr>
              <a:xfrm flipH="1">
                <a:off x="7715701" y="3357802"/>
                <a:ext cx="2055581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921785" h="387929" extrusionOk="0">
                    <a:moveTo>
                      <a:pt x="38776" y="34"/>
                    </a:moveTo>
                    <a:lnTo>
                      <a:pt x="883010" y="34"/>
                    </a:lnTo>
                    <a:cubicBezTo>
                      <a:pt x="904420" y="34"/>
                      <a:pt x="921786" y="17400"/>
                      <a:pt x="921786" y="38810"/>
                    </a:cubicBezTo>
                    <a:lnTo>
                      <a:pt x="921786" y="349153"/>
                    </a:lnTo>
                    <a:cubicBezTo>
                      <a:pt x="921786" y="370563"/>
                      <a:pt x="904420" y="387929"/>
                      <a:pt x="883010" y="387929"/>
                    </a:cubicBezTo>
                    <a:lnTo>
                      <a:pt x="38776" y="387929"/>
                    </a:lnTo>
                    <a:cubicBezTo>
                      <a:pt x="17366" y="387929"/>
                      <a:pt x="0" y="370563"/>
                      <a:pt x="0" y="349153"/>
                    </a:cubicBezTo>
                    <a:lnTo>
                      <a:pt x="0" y="38776"/>
                    </a:lnTo>
                    <a:cubicBezTo>
                      <a:pt x="0" y="17366"/>
                      <a:pt x="17366" y="0"/>
                      <a:pt x="387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1277;p30">
                <a:extLst>
                  <a:ext uri="{FF2B5EF4-FFF2-40B4-BE49-F238E27FC236}">
                    <a16:creationId xmlns:a16="http://schemas.microsoft.com/office/drawing/2014/main" id="{E57416F3-7002-EA51-1CF0-224D2BAD3908}"/>
                  </a:ext>
                </a:extLst>
              </p:cNvPr>
              <p:cNvSpPr/>
              <p:nvPr/>
            </p:nvSpPr>
            <p:spPr>
              <a:xfrm flipH="1">
                <a:off x="7715625" y="3766299"/>
                <a:ext cx="2055656" cy="373162"/>
              </a:xfrm>
              <a:custGeom>
                <a:avLst/>
                <a:gdLst/>
                <a:ahLst/>
                <a:cxnLst/>
                <a:rect l="l" t="t" r="r" b="b"/>
                <a:pathLst>
                  <a:path w="921819" h="167337" extrusionOk="0">
                    <a:moveTo>
                      <a:pt x="921786" y="0"/>
                    </a:moveTo>
                    <a:lnTo>
                      <a:pt x="921786" y="128528"/>
                    </a:lnTo>
                    <a:cubicBezTo>
                      <a:pt x="921786" y="149870"/>
                      <a:pt x="904318" y="167338"/>
                      <a:pt x="883010" y="167338"/>
                    </a:cubicBezTo>
                    <a:lnTo>
                      <a:pt x="38776" y="167338"/>
                    </a:lnTo>
                    <a:cubicBezTo>
                      <a:pt x="17434" y="167338"/>
                      <a:pt x="0" y="149870"/>
                      <a:pt x="0" y="128528"/>
                    </a:cubicBezTo>
                    <a:lnTo>
                      <a:pt x="0" y="0"/>
                    </a:lnTo>
                    <a:lnTo>
                      <a:pt x="92182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1278;p30">
                <a:extLst>
                  <a:ext uri="{FF2B5EF4-FFF2-40B4-BE49-F238E27FC236}">
                    <a16:creationId xmlns:a16="http://schemas.microsoft.com/office/drawing/2014/main" id="{F41BF2BF-012B-2DC8-EF07-90685558A0DB}"/>
                  </a:ext>
                </a:extLst>
              </p:cNvPr>
              <p:cNvSpPr/>
              <p:nvPr/>
            </p:nvSpPr>
            <p:spPr>
              <a:xfrm flipH="1">
                <a:off x="9664275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38776" y="0"/>
                    </a:moveTo>
                    <a:lnTo>
                      <a:pt x="47986" y="0"/>
                    </a:lnTo>
                    <a:lnTo>
                      <a:pt x="47986" y="387929"/>
                    </a:lnTo>
                    <a:lnTo>
                      <a:pt x="38776" y="387929"/>
                    </a:lnTo>
                    <a:cubicBezTo>
                      <a:pt x="17434" y="387929"/>
                      <a:pt x="0" y="370461"/>
                      <a:pt x="0" y="349153"/>
                    </a:cubicBezTo>
                    <a:lnTo>
                      <a:pt x="0" y="38810"/>
                    </a:lnTo>
                    <a:cubicBezTo>
                      <a:pt x="0" y="17468"/>
                      <a:pt x="17434" y="34"/>
                      <a:pt x="38776" y="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1279;p30">
                <a:extLst>
                  <a:ext uri="{FF2B5EF4-FFF2-40B4-BE49-F238E27FC236}">
                    <a16:creationId xmlns:a16="http://schemas.microsoft.com/office/drawing/2014/main" id="{C84D182C-4231-1BF1-1EEB-78BA65F8CCAA}"/>
                  </a:ext>
                </a:extLst>
              </p:cNvPr>
              <p:cNvSpPr/>
              <p:nvPr/>
            </p:nvSpPr>
            <p:spPr>
              <a:xfrm flipH="1">
                <a:off x="9664199" y="3766299"/>
                <a:ext cx="107082" cy="373088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4" extrusionOk="0">
                    <a:moveTo>
                      <a:pt x="47986" y="0"/>
                    </a:moveTo>
                    <a:lnTo>
                      <a:pt x="47986" y="167304"/>
                    </a:lnTo>
                    <a:lnTo>
                      <a:pt x="38776" y="167304"/>
                    </a:lnTo>
                    <a:cubicBezTo>
                      <a:pt x="17434" y="167304"/>
                      <a:pt x="0" y="149836"/>
                      <a:pt x="0" y="128528"/>
                    </a:cubicBezTo>
                    <a:lnTo>
                      <a:pt x="0" y="0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1280;p30">
                <a:extLst>
                  <a:ext uri="{FF2B5EF4-FFF2-40B4-BE49-F238E27FC236}">
                    <a16:creationId xmlns:a16="http://schemas.microsoft.com/office/drawing/2014/main" id="{D47E0DCB-DA05-B2BF-8200-ADB6E23F5835}"/>
                  </a:ext>
                </a:extLst>
              </p:cNvPr>
              <p:cNvSpPr/>
              <p:nvPr/>
            </p:nvSpPr>
            <p:spPr>
              <a:xfrm flipH="1">
                <a:off x="7715263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9210" y="387929"/>
                    </a:moveTo>
                    <a:lnTo>
                      <a:pt x="0" y="387929"/>
                    </a:lnTo>
                    <a:lnTo>
                      <a:pt x="0" y="0"/>
                    </a:lnTo>
                    <a:lnTo>
                      <a:pt x="9210" y="0"/>
                    </a:lnTo>
                    <a:cubicBezTo>
                      <a:pt x="30552" y="0"/>
                      <a:pt x="47986" y="17468"/>
                      <a:pt x="47986" y="38776"/>
                    </a:cubicBezTo>
                    <a:lnTo>
                      <a:pt x="47986" y="349119"/>
                    </a:lnTo>
                    <a:cubicBezTo>
                      <a:pt x="47986" y="370461"/>
                      <a:pt x="30518" y="387895"/>
                      <a:pt x="9210" y="3878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1281;p30">
                <a:extLst>
                  <a:ext uri="{FF2B5EF4-FFF2-40B4-BE49-F238E27FC236}">
                    <a16:creationId xmlns:a16="http://schemas.microsoft.com/office/drawing/2014/main" id="{331B155B-4426-40DA-5520-D856935CD864}"/>
                  </a:ext>
                </a:extLst>
              </p:cNvPr>
              <p:cNvSpPr/>
              <p:nvPr/>
            </p:nvSpPr>
            <p:spPr>
              <a:xfrm flipH="1">
                <a:off x="7715188" y="3766374"/>
                <a:ext cx="107082" cy="373086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3" extrusionOk="0">
                    <a:moveTo>
                      <a:pt x="9210" y="167304"/>
                    </a:moveTo>
                    <a:lnTo>
                      <a:pt x="0" y="167304"/>
                    </a:lnTo>
                    <a:lnTo>
                      <a:pt x="0" y="0"/>
                    </a:lnTo>
                    <a:lnTo>
                      <a:pt x="48020" y="0"/>
                    </a:lnTo>
                    <a:lnTo>
                      <a:pt x="48020" y="128528"/>
                    </a:lnTo>
                    <a:cubicBezTo>
                      <a:pt x="48020" y="149870"/>
                      <a:pt x="30552" y="167304"/>
                      <a:pt x="9244" y="1673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1282;p30">
                <a:extLst>
                  <a:ext uri="{FF2B5EF4-FFF2-40B4-BE49-F238E27FC236}">
                    <a16:creationId xmlns:a16="http://schemas.microsoft.com/office/drawing/2014/main" id="{B67F6298-E947-F8B6-2FE7-80657CF063AE}"/>
                  </a:ext>
                </a:extLst>
              </p:cNvPr>
              <p:cNvSpPr/>
              <p:nvPr/>
            </p:nvSpPr>
            <p:spPr>
              <a:xfrm flipH="1">
                <a:off x="7912634" y="3457557"/>
                <a:ext cx="1728040" cy="75026"/>
              </a:xfrm>
              <a:custGeom>
                <a:avLst/>
                <a:gdLst/>
                <a:ahLst/>
                <a:cxnLst/>
                <a:rect l="l" t="t" r="r" b="b"/>
                <a:pathLst>
                  <a:path w="774906" h="33644" extrusionOk="0">
                    <a:moveTo>
                      <a:pt x="16822" y="0"/>
                    </a:moveTo>
                    <a:lnTo>
                      <a:pt x="758084" y="0"/>
                    </a:lnTo>
                    <a:cubicBezTo>
                      <a:pt x="767328" y="0"/>
                      <a:pt x="774907" y="7578"/>
                      <a:pt x="774907" y="16822"/>
                    </a:cubicBezTo>
                    <a:lnTo>
                      <a:pt x="774907" y="16822"/>
                    </a:lnTo>
                    <a:cubicBezTo>
                      <a:pt x="774907" y="26066"/>
                      <a:pt x="767328" y="33644"/>
                      <a:pt x="758084" y="33644"/>
                    </a:cubicBezTo>
                    <a:lnTo>
                      <a:pt x="16822" y="33644"/>
                    </a:lnTo>
                    <a:cubicBezTo>
                      <a:pt x="7545" y="33644"/>
                      <a:pt x="0" y="26066"/>
                      <a:pt x="0" y="16822"/>
                    </a:cubicBezTo>
                    <a:lnTo>
                      <a:pt x="0" y="16822"/>
                    </a:lnTo>
                    <a:cubicBezTo>
                      <a:pt x="0" y="7578"/>
                      <a:pt x="7579" y="0"/>
                      <a:pt x="16822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1283;p30">
                <a:extLst>
                  <a:ext uri="{FF2B5EF4-FFF2-40B4-BE49-F238E27FC236}">
                    <a16:creationId xmlns:a16="http://schemas.microsoft.com/office/drawing/2014/main" id="{DC02D89F-0D14-1E95-D4FD-70049AEFB292}"/>
                  </a:ext>
                </a:extLst>
              </p:cNvPr>
              <p:cNvSpPr/>
              <p:nvPr/>
            </p:nvSpPr>
            <p:spPr>
              <a:xfrm flipH="1">
                <a:off x="9328001" y="3283897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8"/>
                    </a:lnTo>
                    <a:lnTo>
                      <a:pt x="0" y="33168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4" name="Google Shape;1284;p30">
                <a:extLst>
                  <a:ext uri="{FF2B5EF4-FFF2-40B4-BE49-F238E27FC236}">
                    <a16:creationId xmlns:a16="http://schemas.microsoft.com/office/drawing/2014/main" id="{3FAE5535-7A70-9A3B-453D-3AB522E71EC3}"/>
                  </a:ext>
                </a:extLst>
              </p:cNvPr>
              <p:cNvGrpSpPr/>
              <p:nvPr/>
            </p:nvGrpSpPr>
            <p:grpSpPr>
              <a:xfrm flipH="1">
                <a:off x="7950758" y="3766296"/>
                <a:ext cx="1585011" cy="675315"/>
                <a:chOff x="4439952" y="2779427"/>
                <a:chExt cx="710608" cy="302764"/>
              </a:xfrm>
            </p:grpSpPr>
            <p:sp>
              <p:nvSpPr>
                <p:cNvPr id="119" name="Google Shape;1285;p30">
                  <a:extLst>
                    <a:ext uri="{FF2B5EF4-FFF2-40B4-BE49-F238E27FC236}">
                      <a16:creationId xmlns:a16="http://schemas.microsoft.com/office/drawing/2014/main" id="{D76BE952-24A2-6967-B66B-D570DFABBC0D}"/>
                    </a:ext>
                  </a:extLst>
                </p:cNvPr>
                <p:cNvSpPr/>
                <p:nvPr/>
              </p:nvSpPr>
              <p:spPr>
                <a:xfrm>
                  <a:off x="4439952" y="2779427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" name="Google Shape;1286;p30">
                  <a:extLst>
                    <a:ext uri="{FF2B5EF4-FFF2-40B4-BE49-F238E27FC236}">
                      <a16:creationId xmlns:a16="http://schemas.microsoft.com/office/drawing/2014/main" id="{3D66A9A9-5FD4-D41C-4E97-34040A15DCF1}"/>
                    </a:ext>
                  </a:extLst>
                </p:cNvPr>
                <p:cNvSpPr/>
                <p:nvPr/>
              </p:nvSpPr>
              <p:spPr>
                <a:xfrm>
                  <a:off x="5079499" y="2795671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" name="Google Shape;1287;p30">
                  <a:extLst>
                    <a:ext uri="{FF2B5EF4-FFF2-40B4-BE49-F238E27FC236}">
                      <a16:creationId xmlns:a16="http://schemas.microsoft.com/office/drawing/2014/main" id="{A96FAAB5-1675-88CC-AF5C-C0A330E9EBC4}"/>
                    </a:ext>
                  </a:extLst>
                </p:cNvPr>
                <p:cNvSpPr/>
                <p:nvPr/>
              </p:nvSpPr>
              <p:spPr>
                <a:xfrm>
                  <a:off x="4439952" y="3018743"/>
                  <a:ext cx="710608" cy="63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8" h="63448" extrusionOk="0">
                      <a:moveTo>
                        <a:pt x="0" y="0"/>
                      </a:moveTo>
                      <a:lnTo>
                        <a:pt x="710608" y="0"/>
                      </a:lnTo>
                      <a:lnTo>
                        <a:pt x="710608" y="63448"/>
                      </a:lnTo>
                      <a:lnTo>
                        <a:pt x="0" y="6344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" name="Google Shape;1288;p30">
                <a:extLst>
                  <a:ext uri="{FF2B5EF4-FFF2-40B4-BE49-F238E27FC236}">
                    <a16:creationId xmlns:a16="http://schemas.microsoft.com/office/drawing/2014/main" id="{4822B579-AD40-03ED-ED74-A2074DE411A9}"/>
                  </a:ext>
                </a:extLst>
              </p:cNvPr>
              <p:cNvSpPr/>
              <p:nvPr/>
            </p:nvSpPr>
            <p:spPr>
              <a:xfrm flipH="1">
                <a:off x="9376164" y="3695045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75"/>
                      <a:pt x="0" y="31945"/>
                    </a:cubicBezTo>
                    <a:cubicBezTo>
                      <a:pt x="0" y="49515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1289;p30">
                <a:extLst>
                  <a:ext uri="{FF2B5EF4-FFF2-40B4-BE49-F238E27FC236}">
                    <a16:creationId xmlns:a16="http://schemas.microsoft.com/office/drawing/2014/main" id="{A5018504-3794-1CDB-3BAA-222D7FC63A81}"/>
                  </a:ext>
                </a:extLst>
              </p:cNvPr>
              <p:cNvSpPr/>
              <p:nvPr/>
            </p:nvSpPr>
            <p:spPr>
              <a:xfrm flipH="1">
                <a:off x="7950790" y="3731353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41"/>
                      <a:pt x="0" y="31945"/>
                    </a:cubicBezTo>
                    <a:cubicBezTo>
                      <a:pt x="0" y="49549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7" name="Google Shape;1290;p30">
                <a:extLst>
                  <a:ext uri="{FF2B5EF4-FFF2-40B4-BE49-F238E27FC236}">
                    <a16:creationId xmlns:a16="http://schemas.microsoft.com/office/drawing/2014/main" id="{D3882BFC-288B-8139-850E-6E3BF662E5F2}"/>
                  </a:ext>
                </a:extLst>
              </p:cNvPr>
              <p:cNvGrpSpPr/>
              <p:nvPr/>
            </p:nvGrpSpPr>
            <p:grpSpPr>
              <a:xfrm flipH="1">
                <a:off x="7063250" y="1284726"/>
                <a:ext cx="506187" cy="975768"/>
                <a:chOff x="4380117" y="1824165"/>
                <a:chExt cx="226939" cy="437466"/>
              </a:xfrm>
            </p:grpSpPr>
            <p:sp>
              <p:nvSpPr>
                <p:cNvPr id="102" name="Google Shape;1291;p30">
                  <a:extLst>
                    <a:ext uri="{FF2B5EF4-FFF2-40B4-BE49-F238E27FC236}">
                      <a16:creationId xmlns:a16="http://schemas.microsoft.com/office/drawing/2014/main" id="{DF9534A9-4550-B1FB-D26D-049DFE9D90A4}"/>
                    </a:ext>
                  </a:extLst>
                </p:cNvPr>
                <p:cNvSpPr/>
                <p:nvPr/>
              </p:nvSpPr>
              <p:spPr>
                <a:xfrm>
                  <a:off x="4469971" y="2216942"/>
                  <a:ext cx="57501" cy="44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01" h="44689" extrusionOk="0">
                      <a:moveTo>
                        <a:pt x="57501" y="0"/>
                      </a:moveTo>
                      <a:lnTo>
                        <a:pt x="0" y="0"/>
                      </a:lnTo>
                      <a:lnTo>
                        <a:pt x="18487" y="44689"/>
                      </a:lnTo>
                      <a:lnTo>
                        <a:pt x="38776" y="44689"/>
                      </a:lnTo>
                      <a:lnTo>
                        <a:pt x="5750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" name="Google Shape;1292;p30">
                  <a:extLst>
                    <a:ext uri="{FF2B5EF4-FFF2-40B4-BE49-F238E27FC236}">
                      <a16:creationId xmlns:a16="http://schemas.microsoft.com/office/drawing/2014/main" id="{F46BE7F9-0AF3-455A-BE98-38180136550F}"/>
                    </a:ext>
                  </a:extLst>
                </p:cNvPr>
                <p:cNvSpPr/>
                <p:nvPr/>
              </p:nvSpPr>
              <p:spPr>
                <a:xfrm>
                  <a:off x="4496614" y="2025306"/>
                  <a:ext cx="110442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42" h="191602" extrusionOk="0">
                      <a:moveTo>
                        <a:pt x="48054" y="0"/>
                      </a:moveTo>
                      <a:cubicBezTo>
                        <a:pt x="48054" y="0"/>
                        <a:pt x="106234" y="59574"/>
                        <a:pt x="110279" y="62973"/>
                      </a:cubicBezTo>
                      <a:cubicBezTo>
                        <a:pt x="114323" y="66337"/>
                        <a:pt x="41937" y="191603"/>
                        <a:pt x="41937" y="191603"/>
                      </a:cubicBezTo>
                      <a:lnTo>
                        <a:pt x="0" y="191603"/>
                      </a:lnTo>
                      <a:lnTo>
                        <a:pt x="0" y="8564"/>
                      </a:lnTo>
                      <a:lnTo>
                        <a:pt x="480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" name="Google Shape;1293;p30">
                  <a:extLst>
                    <a:ext uri="{FF2B5EF4-FFF2-40B4-BE49-F238E27FC236}">
                      <a16:creationId xmlns:a16="http://schemas.microsoft.com/office/drawing/2014/main" id="{75109B84-BD42-70CC-D2C5-03618ED58387}"/>
                    </a:ext>
                  </a:extLst>
                </p:cNvPr>
                <p:cNvSpPr/>
                <p:nvPr/>
              </p:nvSpPr>
              <p:spPr>
                <a:xfrm>
                  <a:off x="4388719" y="2025306"/>
                  <a:ext cx="110410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10" h="191602" extrusionOk="0">
                      <a:moveTo>
                        <a:pt x="62391" y="0"/>
                      </a:moveTo>
                      <a:cubicBezTo>
                        <a:pt x="62391" y="0"/>
                        <a:pt x="4210" y="59574"/>
                        <a:pt x="166" y="62973"/>
                      </a:cubicBezTo>
                      <a:cubicBezTo>
                        <a:pt x="-3912" y="66337"/>
                        <a:pt x="68474" y="191603"/>
                        <a:pt x="68474" y="191603"/>
                      </a:cubicBezTo>
                      <a:lnTo>
                        <a:pt x="110410" y="191603"/>
                      </a:lnTo>
                      <a:lnTo>
                        <a:pt x="110410" y="8564"/>
                      </a:lnTo>
                      <a:lnTo>
                        <a:pt x="623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" name="Google Shape;1294;p30">
                  <a:extLst>
                    <a:ext uri="{FF2B5EF4-FFF2-40B4-BE49-F238E27FC236}">
                      <a16:creationId xmlns:a16="http://schemas.microsoft.com/office/drawing/2014/main" id="{2A8DFF4A-BD98-E708-038C-8FD106F70604}"/>
                    </a:ext>
                  </a:extLst>
                </p:cNvPr>
                <p:cNvSpPr/>
                <p:nvPr/>
              </p:nvSpPr>
              <p:spPr>
                <a:xfrm>
                  <a:off x="4381340" y="1840704"/>
                  <a:ext cx="156938" cy="181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938" h="181135" extrusionOk="0">
                      <a:moveTo>
                        <a:pt x="0" y="0"/>
                      </a:moveTo>
                      <a:lnTo>
                        <a:pt x="20152" y="0"/>
                      </a:lnTo>
                      <a:cubicBezTo>
                        <a:pt x="95359" y="0"/>
                        <a:pt x="156939" y="61545"/>
                        <a:pt x="156939" y="136786"/>
                      </a:cubicBezTo>
                      <a:lnTo>
                        <a:pt x="156939" y="181136"/>
                      </a:lnTo>
                      <a:lnTo>
                        <a:pt x="82309" y="181136"/>
                      </a:lnTo>
                      <a:lnTo>
                        <a:pt x="82309" y="162478"/>
                      </a:lnTo>
                      <a:cubicBezTo>
                        <a:pt x="82309" y="94646"/>
                        <a:pt x="48733" y="70143"/>
                        <a:pt x="34" y="71741"/>
                      </a:cubicBezTo>
                      <a:lnTo>
                        <a:pt x="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" name="Google Shape;1295;p30">
                  <a:extLst>
                    <a:ext uri="{FF2B5EF4-FFF2-40B4-BE49-F238E27FC236}">
                      <a16:creationId xmlns:a16="http://schemas.microsoft.com/office/drawing/2014/main" id="{92B746CE-D225-CF9B-D98D-E9CBDC8DC28A}"/>
                    </a:ext>
                  </a:extLst>
                </p:cNvPr>
                <p:cNvSpPr/>
                <p:nvPr/>
              </p:nvSpPr>
              <p:spPr>
                <a:xfrm>
                  <a:off x="4432079" y="2021024"/>
                  <a:ext cx="132436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436" h="23721" extrusionOk="0">
                      <a:moveTo>
                        <a:pt x="0" y="23721"/>
                      </a:moveTo>
                      <a:lnTo>
                        <a:pt x="0" y="11861"/>
                      </a:lnTo>
                      <a:cubicBezTo>
                        <a:pt x="0" y="5336"/>
                        <a:pt x="5336" y="0"/>
                        <a:pt x="11860" y="0"/>
                      </a:cubicBezTo>
                      <a:lnTo>
                        <a:pt x="120576" y="0"/>
                      </a:lnTo>
                      <a:cubicBezTo>
                        <a:pt x="127101" y="0"/>
                        <a:pt x="132436" y="5336"/>
                        <a:pt x="132436" y="11861"/>
                      </a:cubicBezTo>
                      <a:lnTo>
                        <a:pt x="132436" y="23721"/>
                      </a:lnTo>
                      <a:lnTo>
                        <a:pt x="0" y="2372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" name="Google Shape;1296;p30">
                  <a:extLst>
                    <a:ext uri="{FF2B5EF4-FFF2-40B4-BE49-F238E27FC236}">
                      <a16:creationId xmlns:a16="http://schemas.microsoft.com/office/drawing/2014/main" id="{AD6BA9E4-6BAB-6B58-2C1A-040927AB10CB}"/>
                    </a:ext>
                  </a:extLst>
                </p:cNvPr>
                <p:cNvSpPr/>
                <p:nvPr/>
              </p:nvSpPr>
              <p:spPr>
                <a:xfrm>
                  <a:off x="4493284" y="2021024"/>
                  <a:ext cx="71230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230" h="23721" extrusionOk="0">
                      <a:moveTo>
                        <a:pt x="0" y="0"/>
                      </a:moveTo>
                      <a:lnTo>
                        <a:pt x="59370" y="0"/>
                      </a:lnTo>
                      <a:cubicBezTo>
                        <a:pt x="65895" y="0"/>
                        <a:pt x="71231" y="5336"/>
                        <a:pt x="71231" y="11861"/>
                      </a:cubicBezTo>
                      <a:lnTo>
                        <a:pt x="71231" y="23721"/>
                      </a:lnTo>
                      <a:lnTo>
                        <a:pt x="0" y="2372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" name="Google Shape;1297;p30">
                  <a:extLst>
                    <a:ext uri="{FF2B5EF4-FFF2-40B4-BE49-F238E27FC236}">
                      <a16:creationId xmlns:a16="http://schemas.microsoft.com/office/drawing/2014/main" id="{0ABC2A75-E0D6-08C3-D18E-C10C1CF24017}"/>
                    </a:ext>
                  </a:extLst>
                </p:cNvPr>
                <p:cNvSpPr/>
                <p:nvPr/>
              </p:nvSpPr>
              <p:spPr>
                <a:xfrm>
                  <a:off x="4453489" y="2009877"/>
                  <a:ext cx="99131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48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49"/>
                        <a:pt x="5607" y="11249"/>
                      </a:cubicBezTo>
                      <a:lnTo>
                        <a:pt x="93524" y="11249"/>
                      </a:lnTo>
                      <a:cubicBezTo>
                        <a:pt x="96617" y="11249"/>
                        <a:pt x="99131" y="8700"/>
                        <a:pt x="99131" y="5607"/>
                      </a:cubicBezTo>
                      <a:lnTo>
                        <a:pt x="99131" y="5607"/>
                      </a:lnTo>
                      <a:cubicBezTo>
                        <a:pt x="99131" y="2515"/>
                        <a:pt x="96583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" name="Google Shape;1298;p30">
                  <a:extLst>
                    <a:ext uri="{FF2B5EF4-FFF2-40B4-BE49-F238E27FC236}">
                      <a16:creationId xmlns:a16="http://schemas.microsoft.com/office/drawing/2014/main" id="{A0482B6A-379B-6F68-6723-6A68197C36B2}"/>
                    </a:ext>
                  </a:extLst>
                </p:cNvPr>
                <p:cNvSpPr/>
                <p:nvPr/>
              </p:nvSpPr>
              <p:spPr>
                <a:xfrm>
                  <a:off x="4451585" y="1992137"/>
                  <a:ext cx="99199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99" h="11248" extrusionOk="0">
                      <a:moveTo>
                        <a:pt x="93558" y="34"/>
                      </a:moveTo>
                      <a:lnTo>
                        <a:pt x="5641" y="34"/>
                      </a:lnTo>
                      <a:cubicBezTo>
                        <a:pt x="2549" y="34"/>
                        <a:pt x="0" y="2549"/>
                        <a:pt x="0" y="5641"/>
                      </a:cubicBezTo>
                      <a:lnTo>
                        <a:pt x="0" y="5641"/>
                      </a:lnTo>
                      <a:cubicBezTo>
                        <a:pt x="0" y="8734"/>
                        <a:pt x="2549" y="11249"/>
                        <a:pt x="5641" y="11249"/>
                      </a:cubicBezTo>
                      <a:lnTo>
                        <a:pt x="93558" y="11249"/>
                      </a:lnTo>
                      <a:cubicBezTo>
                        <a:pt x="96651" y="11249"/>
                        <a:pt x="99200" y="8700"/>
                        <a:pt x="99200" y="5607"/>
                      </a:cubicBezTo>
                      <a:lnTo>
                        <a:pt x="99200" y="5607"/>
                      </a:lnTo>
                      <a:cubicBezTo>
                        <a:pt x="99200" y="2515"/>
                        <a:pt x="96685" y="0"/>
                        <a:pt x="9355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" name="Google Shape;1299;p30">
                  <a:extLst>
                    <a:ext uri="{FF2B5EF4-FFF2-40B4-BE49-F238E27FC236}">
                      <a16:creationId xmlns:a16="http://schemas.microsoft.com/office/drawing/2014/main" id="{55EA25F2-E4C6-594D-4BBA-B3150E63BA9E}"/>
                    </a:ext>
                  </a:extLst>
                </p:cNvPr>
                <p:cNvSpPr/>
                <p:nvPr/>
              </p:nvSpPr>
              <p:spPr>
                <a:xfrm>
                  <a:off x="4449751" y="1974466"/>
                  <a:ext cx="99165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65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65" y="8666"/>
                        <a:pt x="99165" y="5607"/>
                      </a:cubicBezTo>
                      <a:lnTo>
                        <a:pt x="99165" y="5607"/>
                      </a:lnTo>
                      <a:cubicBezTo>
                        <a:pt x="99165" y="2515"/>
                        <a:pt x="96651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" name="Google Shape;1300;p30">
                  <a:extLst>
                    <a:ext uri="{FF2B5EF4-FFF2-40B4-BE49-F238E27FC236}">
                      <a16:creationId xmlns:a16="http://schemas.microsoft.com/office/drawing/2014/main" id="{D463CF2C-4F8D-B77C-B5E9-D169BEF504E7}"/>
                    </a:ext>
                  </a:extLst>
                </p:cNvPr>
                <p:cNvSpPr/>
                <p:nvPr/>
              </p:nvSpPr>
              <p:spPr>
                <a:xfrm>
                  <a:off x="4447881" y="1956760"/>
                  <a:ext cx="99131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49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32" y="8700"/>
                        <a:pt x="99132" y="5607"/>
                      </a:cubicBezTo>
                      <a:lnTo>
                        <a:pt x="99132" y="5607"/>
                      </a:lnTo>
                      <a:cubicBezTo>
                        <a:pt x="99132" y="2515"/>
                        <a:pt x="96617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" name="Google Shape;1301;p30">
                  <a:extLst>
                    <a:ext uri="{FF2B5EF4-FFF2-40B4-BE49-F238E27FC236}">
                      <a16:creationId xmlns:a16="http://schemas.microsoft.com/office/drawing/2014/main" id="{1E8113B8-3D0C-D86F-6CCC-341740FCC79C}"/>
                    </a:ext>
                  </a:extLst>
                </p:cNvPr>
                <p:cNvSpPr/>
                <p:nvPr/>
              </p:nvSpPr>
              <p:spPr>
                <a:xfrm>
                  <a:off x="4446074" y="1936907"/>
                  <a:ext cx="99074" cy="15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74" h="15507" extrusionOk="0">
                      <a:moveTo>
                        <a:pt x="93156" y="6"/>
                      </a:moveTo>
                      <a:lnTo>
                        <a:pt x="5341" y="4288"/>
                      </a:lnTo>
                      <a:cubicBezTo>
                        <a:pt x="2249" y="4424"/>
                        <a:pt x="-130" y="7074"/>
                        <a:pt x="6" y="10167"/>
                      </a:cubicBezTo>
                      <a:lnTo>
                        <a:pt x="6" y="10167"/>
                      </a:lnTo>
                      <a:cubicBezTo>
                        <a:pt x="142" y="13259"/>
                        <a:pt x="2792" y="15638"/>
                        <a:pt x="5885" y="15502"/>
                      </a:cubicBezTo>
                      <a:lnTo>
                        <a:pt x="93734" y="11220"/>
                      </a:lnTo>
                      <a:cubicBezTo>
                        <a:pt x="96826" y="11084"/>
                        <a:pt x="99205" y="8434"/>
                        <a:pt x="99069" y="5341"/>
                      </a:cubicBezTo>
                      <a:lnTo>
                        <a:pt x="99069" y="5341"/>
                      </a:lnTo>
                      <a:cubicBezTo>
                        <a:pt x="98899" y="2249"/>
                        <a:pt x="96283" y="-130"/>
                        <a:pt x="93190" y="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" name="Google Shape;1302;p30">
                  <a:extLst>
                    <a:ext uri="{FF2B5EF4-FFF2-40B4-BE49-F238E27FC236}">
                      <a16:creationId xmlns:a16="http://schemas.microsoft.com/office/drawing/2014/main" id="{18F60542-AC1F-2B89-B5C5-97D4A6DE095A}"/>
                    </a:ext>
                  </a:extLst>
                </p:cNvPr>
                <p:cNvSpPr/>
                <p:nvPr/>
              </p:nvSpPr>
              <p:spPr>
                <a:xfrm>
                  <a:off x="4437315" y="1910952"/>
                  <a:ext cx="97595" cy="2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95" h="27725" extrusionOk="0">
                      <a:moveTo>
                        <a:pt x="90939" y="99"/>
                      </a:moveTo>
                      <a:lnTo>
                        <a:pt x="4551" y="16582"/>
                      </a:lnTo>
                      <a:cubicBezTo>
                        <a:pt x="1526" y="17159"/>
                        <a:pt x="-479" y="20116"/>
                        <a:pt x="99" y="23175"/>
                      </a:cubicBezTo>
                      <a:lnTo>
                        <a:pt x="99" y="23175"/>
                      </a:lnTo>
                      <a:cubicBezTo>
                        <a:pt x="677" y="26199"/>
                        <a:pt x="3633" y="28204"/>
                        <a:pt x="6658" y="27626"/>
                      </a:cubicBezTo>
                      <a:lnTo>
                        <a:pt x="93012" y="11110"/>
                      </a:lnTo>
                      <a:cubicBezTo>
                        <a:pt x="96036" y="10532"/>
                        <a:pt x="98075" y="7576"/>
                        <a:pt x="97498" y="4551"/>
                      </a:cubicBezTo>
                      <a:lnTo>
                        <a:pt x="97498" y="4551"/>
                      </a:lnTo>
                      <a:cubicBezTo>
                        <a:pt x="96920" y="1526"/>
                        <a:pt x="93963" y="-478"/>
                        <a:pt x="90939" y="9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" name="Google Shape;1303;p30">
                  <a:extLst>
                    <a:ext uri="{FF2B5EF4-FFF2-40B4-BE49-F238E27FC236}">
                      <a16:creationId xmlns:a16="http://schemas.microsoft.com/office/drawing/2014/main" id="{0D073ADD-359A-7B26-4A41-298BAE0A4050}"/>
                    </a:ext>
                  </a:extLst>
                </p:cNvPr>
                <p:cNvSpPr/>
                <p:nvPr/>
              </p:nvSpPr>
              <p:spPr>
                <a:xfrm>
                  <a:off x="4429531" y="1882948"/>
                  <a:ext cx="90598" cy="49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598" h="49035" extrusionOk="0">
                      <a:moveTo>
                        <a:pt x="82580" y="542"/>
                      </a:moveTo>
                      <a:lnTo>
                        <a:pt x="3193" y="38366"/>
                      </a:lnTo>
                      <a:cubicBezTo>
                        <a:pt x="406" y="39692"/>
                        <a:pt x="-783" y="43056"/>
                        <a:pt x="542" y="45843"/>
                      </a:cubicBezTo>
                      <a:lnTo>
                        <a:pt x="542" y="45843"/>
                      </a:lnTo>
                      <a:cubicBezTo>
                        <a:pt x="1867" y="48630"/>
                        <a:pt x="5232" y="49819"/>
                        <a:pt x="8018" y="48494"/>
                      </a:cubicBezTo>
                      <a:lnTo>
                        <a:pt x="87405" y="10669"/>
                      </a:lnTo>
                      <a:cubicBezTo>
                        <a:pt x="90192" y="9344"/>
                        <a:pt x="91382" y="5980"/>
                        <a:pt x="90056" y="3193"/>
                      </a:cubicBezTo>
                      <a:lnTo>
                        <a:pt x="90056" y="3193"/>
                      </a:lnTo>
                      <a:cubicBezTo>
                        <a:pt x="88731" y="406"/>
                        <a:pt x="85332" y="-783"/>
                        <a:pt x="82546" y="54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" name="Google Shape;1304;p30">
                  <a:extLst>
                    <a:ext uri="{FF2B5EF4-FFF2-40B4-BE49-F238E27FC236}">
                      <a16:creationId xmlns:a16="http://schemas.microsoft.com/office/drawing/2014/main" id="{69E954D0-04C8-9495-2D24-E23F45444921}"/>
                    </a:ext>
                  </a:extLst>
                </p:cNvPr>
                <p:cNvSpPr/>
                <p:nvPr/>
              </p:nvSpPr>
              <p:spPr>
                <a:xfrm>
                  <a:off x="4422838" y="1855265"/>
                  <a:ext cx="71972" cy="7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972" h="74814" extrusionOk="0">
                      <a:moveTo>
                        <a:pt x="62324" y="1718"/>
                      </a:moveTo>
                      <a:lnTo>
                        <a:pt x="1560" y="65302"/>
                      </a:lnTo>
                      <a:cubicBezTo>
                        <a:pt x="-581" y="67545"/>
                        <a:pt x="-513" y="71113"/>
                        <a:pt x="1730" y="73254"/>
                      </a:cubicBezTo>
                      <a:lnTo>
                        <a:pt x="1730" y="73254"/>
                      </a:lnTo>
                      <a:cubicBezTo>
                        <a:pt x="3973" y="75395"/>
                        <a:pt x="7541" y="75327"/>
                        <a:pt x="9682" y="73085"/>
                      </a:cubicBezTo>
                      <a:lnTo>
                        <a:pt x="70412" y="9500"/>
                      </a:lnTo>
                      <a:cubicBezTo>
                        <a:pt x="72553" y="7257"/>
                        <a:pt x="72485" y="3689"/>
                        <a:pt x="70242" y="1548"/>
                      </a:cubicBezTo>
                      <a:lnTo>
                        <a:pt x="70242" y="1548"/>
                      </a:lnTo>
                      <a:cubicBezTo>
                        <a:pt x="67999" y="-593"/>
                        <a:pt x="64431" y="-491"/>
                        <a:pt x="62324" y="17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" name="Google Shape;1305;p30">
                  <a:extLst>
                    <a:ext uri="{FF2B5EF4-FFF2-40B4-BE49-F238E27FC236}">
                      <a16:creationId xmlns:a16="http://schemas.microsoft.com/office/drawing/2014/main" id="{688961C9-A479-48D2-CD60-FDCE1D666DA9}"/>
                    </a:ext>
                  </a:extLst>
                </p:cNvPr>
                <p:cNvSpPr/>
                <p:nvPr/>
              </p:nvSpPr>
              <p:spPr>
                <a:xfrm>
                  <a:off x="4416185" y="1835374"/>
                  <a:ext cx="45386" cy="92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86" h="92221" extrusionOk="0">
                      <a:moveTo>
                        <a:pt x="34619" y="3427"/>
                      </a:moveTo>
                      <a:lnTo>
                        <a:pt x="431" y="84445"/>
                      </a:lnTo>
                      <a:cubicBezTo>
                        <a:pt x="-758" y="87299"/>
                        <a:pt x="601" y="90596"/>
                        <a:pt x="3422" y="91785"/>
                      </a:cubicBezTo>
                      <a:lnTo>
                        <a:pt x="3422" y="91785"/>
                      </a:lnTo>
                      <a:cubicBezTo>
                        <a:pt x="6277" y="92975"/>
                        <a:pt x="9573" y="91649"/>
                        <a:pt x="10762" y="88795"/>
                      </a:cubicBezTo>
                      <a:lnTo>
                        <a:pt x="44951" y="7777"/>
                      </a:lnTo>
                      <a:cubicBezTo>
                        <a:pt x="46140" y="4956"/>
                        <a:pt x="44815" y="1625"/>
                        <a:pt x="41960" y="436"/>
                      </a:cubicBezTo>
                      <a:lnTo>
                        <a:pt x="41960" y="436"/>
                      </a:lnTo>
                      <a:cubicBezTo>
                        <a:pt x="39105" y="-753"/>
                        <a:pt x="35809" y="572"/>
                        <a:pt x="34585" y="342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7" name="Google Shape;1306;p30">
                  <a:extLst>
                    <a:ext uri="{FF2B5EF4-FFF2-40B4-BE49-F238E27FC236}">
                      <a16:creationId xmlns:a16="http://schemas.microsoft.com/office/drawing/2014/main" id="{6A9CEDA6-23BF-8674-12A6-38BD1270C20D}"/>
                    </a:ext>
                  </a:extLst>
                </p:cNvPr>
                <p:cNvSpPr/>
                <p:nvPr/>
              </p:nvSpPr>
              <p:spPr>
                <a:xfrm>
                  <a:off x="4407685" y="1824165"/>
                  <a:ext cx="19556" cy="98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6" h="98768" extrusionOk="0">
                      <a:moveTo>
                        <a:pt x="8354" y="5086"/>
                      </a:moveTo>
                      <a:lnTo>
                        <a:pt x="28" y="92629"/>
                      </a:lnTo>
                      <a:cubicBezTo>
                        <a:pt x="-279" y="95722"/>
                        <a:pt x="1999" y="98440"/>
                        <a:pt x="5091" y="98746"/>
                      </a:cubicBezTo>
                      <a:lnTo>
                        <a:pt x="5091" y="98746"/>
                      </a:lnTo>
                      <a:cubicBezTo>
                        <a:pt x="8149" y="99018"/>
                        <a:pt x="10902" y="96775"/>
                        <a:pt x="11208" y="93683"/>
                      </a:cubicBezTo>
                      <a:lnTo>
                        <a:pt x="19534" y="6140"/>
                      </a:lnTo>
                      <a:cubicBezTo>
                        <a:pt x="19806" y="3047"/>
                        <a:pt x="17563" y="294"/>
                        <a:pt x="14471" y="22"/>
                      </a:cubicBezTo>
                      <a:lnTo>
                        <a:pt x="14471" y="22"/>
                      </a:lnTo>
                      <a:cubicBezTo>
                        <a:pt x="11378" y="-250"/>
                        <a:pt x="8625" y="1993"/>
                        <a:pt x="8320" y="508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" name="Google Shape;1307;p30">
                  <a:extLst>
                    <a:ext uri="{FF2B5EF4-FFF2-40B4-BE49-F238E27FC236}">
                      <a16:creationId xmlns:a16="http://schemas.microsoft.com/office/drawing/2014/main" id="{5B33221D-7023-45D5-AF54-2E963EFED57B}"/>
                    </a:ext>
                  </a:extLst>
                </p:cNvPr>
                <p:cNvSpPr/>
                <p:nvPr/>
              </p:nvSpPr>
              <p:spPr>
                <a:xfrm>
                  <a:off x="4380117" y="1825037"/>
                  <a:ext cx="11486" cy="99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86" h="99165" extrusionOk="0">
                      <a:moveTo>
                        <a:pt x="238" y="5607"/>
                      </a:moveTo>
                      <a:lnTo>
                        <a:pt x="0" y="93524"/>
                      </a:lnTo>
                      <a:cubicBezTo>
                        <a:pt x="0" y="96617"/>
                        <a:pt x="2515" y="99166"/>
                        <a:pt x="5607" y="99166"/>
                      </a:cubicBezTo>
                      <a:lnTo>
                        <a:pt x="5607" y="99166"/>
                      </a:lnTo>
                      <a:cubicBezTo>
                        <a:pt x="8700" y="99166"/>
                        <a:pt x="11249" y="96651"/>
                        <a:pt x="11249" y="93558"/>
                      </a:cubicBezTo>
                      <a:lnTo>
                        <a:pt x="11486" y="5641"/>
                      </a:lnTo>
                      <a:cubicBezTo>
                        <a:pt x="11486" y="2549"/>
                        <a:pt x="8971" y="34"/>
                        <a:pt x="5879" y="0"/>
                      </a:cubicBezTo>
                      <a:lnTo>
                        <a:pt x="5879" y="0"/>
                      </a:lnTo>
                      <a:cubicBezTo>
                        <a:pt x="2787" y="0"/>
                        <a:pt x="272" y="2515"/>
                        <a:pt x="238" y="560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8" name="Google Shape;1308;p30">
                <a:extLst>
                  <a:ext uri="{FF2B5EF4-FFF2-40B4-BE49-F238E27FC236}">
                    <a16:creationId xmlns:a16="http://schemas.microsoft.com/office/drawing/2014/main" id="{61C7CD3E-96EF-43EA-EB14-68F51F80CDCC}"/>
                  </a:ext>
                </a:extLst>
              </p:cNvPr>
              <p:cNvGrpSpPr/>
              <p:nvPr/>
            </p:nvGrpSpPr>
            <p:grpSpPr>
              <a:xfrm flipH="1">
                <a:off x="8101743" y="3785367"/>
                <a:ext cx="1282941" cy="330190"/>
                <a:chOff x="2195175" y="2564277"/>
                <a:chExt cx="575181" cy="148034"/>
              </a:xfrm>
            </p:grpSpPr>
            <p:sp>
              <p:nvSpPr>
                <p:cNvPr id="78" name="Google Shape;1309;p30">
                  <a:extLst>
                    <a:ext uri="{FF2B5EF4-FFF2-40B4-BE49-F238E27FC236}">
                      <a16:creationId xmlns:a16="http://schemas.microsoft.com/office/drawing/2014/main" id="{D8CB1DAB-B4D9-80CE-09B7-037C540A4515}"/>
                    </a:ext>
                  </a:extLst>
                </p:cNvPr>
                <p:cNvSpPr/>
                <p:nvPr/>
              </p:nvSpPr>
              <p:spPr>
                <a:xfrm>
                  <a:off x="2692873" y="2596358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" name="Google Shape;1310;p30">
                  <a:extLst>
                    <a:ext uri="{FF2B5EF4-FFF2-40B4-BE49-F238E27FC236}">
                      <a16:creationId xmlns:a16="http://schemas.microsoft.com/office/drawing/2014/main" id="{12693319-C279-17D7-7113-E24AF2A2012C}"/>
                    </a:ext>
                  </a:extLst>
                </p:cNvPr>
                <p:cNvSpPr/>
                <p:nvPr/>
              </p:nvSpPr>
              <p:spPr>
                <a:xfrm>
                  <a:off x="2692873" y="2606622"/>
                  <a:ext cx="63822" cy="11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384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385"/>
                      </a:lnTo>
                      <a:lnTo>
                        <a:pt x="0" y="11385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" name="Google Shape;1311;p30">
                  <a:extLst>
                    <a:ext uri="{FF2B5EF4-FFF2-40B4-BE49-F238E27FC236}">
                      <a16:creationId xmlns:a16="http://schemas.microsoft.com/office/drawing/2014/main" id="{66A5F91B-D2BD-3A96-2705-DA5A074C7FA0}"/>
                    </a:ext>
                  </a:extLst>
                </p:cNvPr>
                <p:cNvSpPr/>
                <p:nvPr/>
              </p:nvSpPr>
              <p:spPr>
                <a:xfrm>
                  <a:off x="2744731" y="2566146"/>
                  <a:ext cx="25624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143107" extrusionOk="0">
                      <a:moveTo>
                        <a:pt x="25624" y="0"/>
                      </a:moveTo>
                      <a:lnTo>
                        <a:pt x="12812" y="0"/>
                      </a:lnTo>
                      <a:cubicBezTo>
                        <a:pt x="5777" y="0"/>
                        <a:pt x="0" y="5777"/>
                        <a:pt x="0" y="12812"/>
                      </a:cubicBezTo>
                      <a:lnTo>
                        <a:pt x="0" y="130295"/>
                      </a:lnTo>
                      <a:cubicBezTo>
                        <a:pt x="0" y="137330"/>
                        <a:pt x="5777" y="143107"/>
                        <a:pt x="12812" y="143107"/>
                      </a:cubicBezTo>
                      <a:lnTo>
                        <a:pt x="25624" y="143107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" name="Google Shape;1312;p30">
                  <a:extLst>
                    <a:ext uri="{FF2B5EF4-FFF2-40B4-BE49-F238E27FC236}">
                      <a16:creationId xmlns:a16="http://schemas.microsoft.com/office/drawing/2014/main" id="{324FF45B-8B38-8773-D31B-7EF9E33C7DD2}"/>
                    </a:ext>
                  </a:extLst>
                </p:cNvPr>
                <p:cNvSpPr/>
                <p:nvPr/>
              </p:nvSpPr>
              <p:spPr>
                <a:xfrm>
                  <a:off x="2744731" y="2632280"/>
                  <a:ext cx="25624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76974" extrusionOk="0">
                      <a:moveTo>
                        <a:pt x="0" y="0"/>
                      </a:moveTo>
                      <a:lnTo>
                        <a:pt x="0" y="64162"/>
                      </a:lnTo>
                      <a:cubicBezTo>
                        <a:pt x="0" y="71197"/>
                        <a:pt x="5777" y="76974"/>
                        <a:pt x="12812" y="76974"/>
                      </a:cubicBezTo>
                      <a:lnTo>
                        <a:pt x="25624" y="76974"/>
                      </a:lnTo>
                      <a:lnTo>
                        <a:pt x="2562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" name="Google Shape;1313;p30">
                  <a:extLst>
                    <a:ext uri="{FF2B5EF4-FFF2-40B4-BE49-F238E27FC236}">
                      <a16:creationId xmlns:a16="http://schemas.microsoft.com/office/drawing/2014/main" id="{2D002406-9667-EBFF-7A7A-A4709EB2318D}"/>
                    </a:ext>
                  </a:extLst>
                </p:cNvPr>
                <p:cNvSpPr/>
                <p:nvPr/>
              </p:nvSpPr>
              <p:spPr>
                <a:xfrm>
                  <a:off x="2272625" y="2564277"/>
                  <a:ext cx="423680" cy="148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680" h="148034" extrusionOk="0">
                      <a:moveTo>
                        <a:pt x="14341" y="0"/>
                      </a:moveTo>
                      <a:lnTo>
                        <a:pt x="409339" y="0"/>
                      </a:lnTo>
                      <a:cubicBezTo>
                        <a:pt x="417257" y="0"/>
                        <a:pt x="423680" y="6661"/>
                        <a:pt x="423680" y="14783"/>
                      </a:cubicBezTo>
                      <a:lnTo>
                        <a:pt x="423680" y="133252"/>
                      </a:lnTo>
                      <a:cubicBezTo>
                        <a:pt x="423680" y="141408"/>
                        <a:pt x="417257" y="148035"/>
                        <a:pt x="409339" y="148035"/>
                      </a:cubicBezTo>
                      <a:lnTo>
                        <a:pt x="14341" y="148035"/>
                      </a:lnTo>
                      <a:cubicBezTo>
                        <a:pt x="6457" y="148035"/>
                        <a:pt x="0" y="141374"/>
                        <a:pt x="0" y="133252"/>
                      </a:cubicBezTo>
                      <a:lnTo>
                        <a:pt x="0" y="14783"/>
                      </a:lnTo>
                      <a:cubicBezTo>
                        <a:pt x="0" y="6661"/>
                        <a:pt x="6457" y="0"/>
                        <a:pt x="1434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" name="Google Shape;1314;p30">
                  <a:extLst>
                    <a:ext uri="{FF2B5EF4-FFF2-40B4-BE49-F238E27FC236}">
                      <a16:creationId xmlns:a16="http://schemas.microsoft.com/office/drawing/2014/main" id="{6C246F64-8C21-D7A4-8DE5-C157EBCEE8D0}"/>
                    </a:ext>
                  </a:extLst>
                </p:cNvPr>
                <p:cNvSpPr/>
                <p:nvPr/>
              </p:nvSpPr>
              <p:spPr>
                <a:xfrm>
                  <a:off x="2285267" y="2573283"/>
                  <a:ext cx="397954" cy="130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954" h="130295" extrusionOk="0">
                      <a:moveTo>
                        <a:pt x="12608" y="0"/>
                      </a:moveTo>
                      <a:lnTo>
                        <a:pt x="385312" y="0"/>
                      </a:lnTo>
                      <a:cubicBezTo>
                        <a:pt x="392245" y="0"/>
                        <a:pt x="397954" y="5845"/>
                        <a:pt x="397954" y="13016"/>
                      </a:cubicBezTo>
                      <a:lnTo>
                        <a:pt x="397954" y="117279"/>
                      </a:lnTo>
                      <a:cubicBezTo>
                        <a:pt x="397954" y="124416"/>
                        <a:pt x="392245" y="130295"/>
                        <a:pt x="385312" y="130295"/>
                      </a:cubicBezTo>
                      <a:lnTo>
                        <a:pt x="12608" y="130295"/>
                      </a:lnTo>
                      <a:cubicBezTo>
                        <a:pt x="5675" y="130295"/>
                        <a:pt x="0" y="124416"/>
                        <a:pt x="0" y="117279"/>
                      </a:cubicBezTo>
                      <a:lnTo>
                        <a:pt x="0" y="13016"/>
                      </a:lnTo>
                      <a:cubicBezTo>
                        <a:pt x="0" y="5845"/>
                        <a:pt x="5675" y="0"/>
                        <a:pt x="12608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4" name="Google Shape;1315;p30">
                  <a:extLst>
                    <a:ext uri="{FF2B5EF4-FFF2-40B4-BE49-F238E27FC236}">
                      <a16:creationId xmlns:a16="http://schemas.microsoft.com/office/drawing/2014/main" id="{AD36CEA5-682D-91A7-6F15-E907D338A5B7}"/>
                    </a:ext>
                  </a:extLst>
                </p:cNvPr>
                <p:cNvGrpSpPr/>
                <p:nvPr/>
              </p:nvGrpSpPr>
              <p:grpSpPr>
                <a:xfrm>
                  <a:off x="2445264" y="2583716"/>
                  <a:ext cx="207540" cy="106166"/>
                  <a:chOff x="2445264" y="2583716"/>
                  <a:chExt cx="207540" cy="106166"/>
                </a:xfrm>
              </p:grpSpPr>
              <p:sp>
                <p:nvSpPr>
                  <p:cNvPr id="91" name="Google Shape;1316;p30">
                    <a:extLst>
                      <a:ext uri="{FF2B5EF4-FFF2-40B4-BE49-F238E27FC236}">
                        <a16:creationId xmlns:a16="http://schemas.microsoft.com/office/drawing/2014/main" id="{963381AA-C047-2F40-7508-5930025DE6B6}"/>
                      </a:ext>
                    </a:extLst>
                  </p:cNvPr>
                  <p:cNvSpPr/>
                  <p:nvPr/>
                </p:nvSpPr>
                <p:spPr>
                  <a:xfrm>
                    <a:off x="2445264" y="2628813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" name="Google Shape;1317;p30">
                    <a:extLst>
                      <a:ext uri="{FF2B5EF4-FFF2-40B4-BE49-F238E27FC236}">
                        <a16:creationId xmlns:a16="http://schemas.microsoft.com/office/drawing/2014/main" id="{D6B5667F-55D9-B947-D04A-E9FC41595A3C}"/>
                      </a:ext>
                    </a:extLst>
                  </p:cNvPr>
                  <p:cNvSpPr/>
                  <p:nvPr/>
                </p:nvSpPr>
                <p:spPr>
                  <a:xfrm>
                    <a:off x="2599110" y="2627216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" name="Google Shape;1318;p30">
                    <a:extLst>
                      <a:ext uri="{FF2B5EF4-FFF2-40B4-BE49-F238E27FC236}">
                        <a16:creationId xmlns:a16="http://schemas.microsoft.com/office/drawing/2014/main" id="{4BFF7CCD-7D23-528A-5C0D-70DE659D20B3}"/>
                      </a:ext>
                    </a:extLst>
                  </p:cNvPr>
                  <p:cNvSpPr/>
                  <p:nvPr/>
                </p:nvSpPr>
                <p:spPr>
                  <a:xfrm>
                    <a:off x="2494643" y="2583716"/>
                    <a:ext cx="106166" cy="1061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166" h="106166" extrusionOk="0">
                        <a:moveTo>
                          <a:pt x="53083" y="106166"/>
                        </a:moveTo>
                        <a:cubicBezTo>
                          <a:pt x="82309" y="106166"/>
                          <a:pt x="106166" y="82309"/>
                          <a:pt x="106166" y="53083"/>
                        </a:cubicBezTo>
                        <a:cubicBezTo>
                          <a:pt x="106166" y="23857"/>
                          <a:pt x="82309" y="0"/>
                          <a:pt x="53083" y="0"/>
                        </a:cubicBezTo>
                        <a:cubicBezTo>
                          <a:pt x="23857" y="0"/>
                          <a:pt x="0" y="23857"/>
                          <a:pt x="0" y="53083"/>
                        </a:cubicBezTo>
                        <a:cubicBezTo>
                          <a:pt x="0" y="82309"/>
                          <a:pt x="23823" y="106166"/>
                          <a:pt x="53083" y="106166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" name="Google Shape;1319;p30">
                    <a:extLst>
                      <a:ext uri="{FF2B5EF4-FFF2-40B4-BE49-F238E27FC236}">
                        <a16:creationId xmlns:a16="http://schemas.microsoft.com/office/drawing/2014/main" id="{F5296DAB-DDB5-C9F0-2BC7-AAA254BFFBA3}"/>
                      </a:ext>
                    </a:extLst>
                  </p:cNvPr>
                  <p:cNvSpPr/>
                  <p:nvPr/>
                </p:nvSpPr>
                <p:spPr>
                  <a:xfrm>
                    <a:off x="2503037" y="2592110"/>
                    <a:ext cx="89378" cy="89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89378" extrusionOk="0">
                        <a:moveTo>
                          <a:pt x="44689" y="89378"/>
                        </a:moveTo>
                        <a:cubicBezTo>
                          <a:pt x="69328" y="89378"/>
                          <a:pt x="89378" y="69294"/>
                          <a:pt x="89378" y="44689"/>
                        </a:cubicBezTo>
                        <a:cubicBezTo>
                          <a:pt x="89378" y="20085"/>
                          <a:pt x="69294" y="0"/>
                          <a:pt x="44689" y="0"/>
                        </a:cubicBezTo>
                        <a:cubicBezTo>
                          <a:pt x="20085" y="0"/>
                          <a:pt x="0" y="20085"/>
                          <a:pt x="0" y="44689"/>
                        </a:cubicBezTo>
                        <a:cubicBezTo>
                          <a:pt x="0" y="69294"/>
                          <a:pt x="20085" y="89378"/>
                          <a:pt x="44689" y="8937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" name="Google Shape;1320;p30">
                    <a:extLst>
                      <a:ext uri="{FF2B5EF4-FFF2-40B4-BE49-F238E27FC236}">
                        <a16:creationId xmlns:a16="http://schemas.microsoft.com/office/drawing/2014/main" id="{A7BE9907-B650-F77A-4413-DFA4911EDC9A}"/>
                      </a:ext>
                    </a:extLst>
                  </p:cNvPr>
                  <p:cNvSpPr/>
                  <p:nvPr/>
                </p:nvSpPr>
                <p:spPr>
                  <a:xfrm>
                    <a:off x="2503037" y="2592110"/>
                    <a:ext cx="89378" cy="463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46388" extrusionOk="0">
                        <a:moveTo>
                          <a:pt x="44689" y="0"/>
                        </a:moveTo>
                        <a:cubicBezTo>
                          <a:pt x="69362" y="0"/>
                          <a:pt x="89378" y="20017"/>
                          <a:pt x="89378" y="44689"/>
                        </a:cubicBezTo>
                        <a:cubicBezTo>
                          <a:pt x="89378" y="45267"/>
                          <a:pt x="89378" y="45811"/>
                          <a:pt x="89310" y="46388"/>
                        </a:cubicBezTo>
                        <a:lnTo>
                          <a:pt x="34" y="46388"/>
                        </a:lnTo>
                        <a:cubicBezTo>
                          <a:pt x="34" y="45811"/>
                          <a:pt x="0" y="45267"/>
                          <a:pt x="0" y="44689"/>
                        </a:cubicBezTo>
                        <a:cubicBezTo>
                          <a:pt x="0" y="20017"/>
                          <a:pt x="20017" y="0"/>
                          <a:pt x="44689" y="0"/>
                        </a:cubicBezTo>
                        <a:close/>
                      </a:path>
                    </a:pathLst>
                  </a:custGeom>
                  <a:solidFill>
                    <a:srgbClr val="74D9E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" name="Google Shape;1321;p30">
                    <a:extLst>
                      <a:ext uri="{FF2B5EF4-FFF2-40B4-BE49-F238E27FC236}">
                        <a16:creationId xmlns:a16="http://schemas.microsoft.com/office/drawing/2014/main" id="{89C4A801-F7E4-A254-974A-DCA834967B1C}"/>
                      </a:ext>
                    </a:extLst>
                  </p:cNvPr>
                  <p:cNvSpPr/>
                  <p:nvPr/>
                </p:nvSpPr>
                <p:spPr>
                  <a:xfrm>
                    <a:off x="2546877" y="2599961"/>
                    <a:ext cx="46223" cy="379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223" h="37994" extrusionOk="0">
                        <a:moveTo>
                          <a:pt x="42004" y="18318"/>
                        </a:moveTo>
                        <a:cubicBezTo>
                          <a:pt x="44961" y="24673"/>
                          <a:pt x="46320" y="31401"/>
                          <a:pt x="46218" y="37994"/>
                        </a:cubicBezTo>
                        <a:lnTo>
                          <a:pt x="0" y="37994"/>
                        </a:lnTo>
                        <a:lnTo>
                          <a:pt x="26168" y="0"/>
                        </a:lnTo>
                        <a:cubicBezTo>
                          <a:pt x="32829" y="4384"/>
                          <a:pt x="38368" y="10603"/>
                          <a:pt x="42004" y="18318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" name="Google Shape;1322;p30">
                    <a:extLst>
                      <a:ext uri="{FF2B5EF4-FFF2-40B4-BE49-F238E27FC236}">
                        <a16:creationId xmlns:a16="http://schemas.microsoft.com/office/drawing/2014/main" id="{F764F3F4-90E3-AC5F-FB3F-426A27233A71}"/>
                      </a:ext>
                    </a:extLst>
                  </p:cNvPr>
                  <p:cNvSpPr/>
                  <p:nvPr/>
                </p:nvSpPr>
                <p:spPr>
                  <a:xfrm>
                    <a:off x="2527812" y="2592375"/>
                    <a:ext cx="42887" cy="46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887" h="46361" extrusionOk="0">
                        <a:moveTo>
                          <a:pt x="23687" y="143"/>
                        </a:moveTo>
                        <a:cubicBezTo>
                          <a:pt x="30722" y="687"/>
                          <a:pt x="37212" y="2828"/>
                          <a:pt x="42888" y="6193"/>
                        </a:cubicBezTo>
                        <a:lnTo>
                          <a:pt x="20085" y="46362"/>
                        </a:lnTo>
                        <a:lnTo>
                          <a:pt x="0" y="4833"/>
                        </a:lnTo>
                        <a:cubicBezTo>
                          <a:pt x="7069" y="1231"/>
                          <a:pt x="15225" y="-536"/>
                          <a:pt x="23721" y="14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8" name="Google Shape;1323;p30">
                    <a:extLst>
                      <a:ext uri="{FF2B5EF4-FFF2-40B4-BE49-F238E27FC236}">
                        <a16:creationId xmlns:a16="http://schemas.microsoft.com/office/drawing/2014/main" id="{FAD265EC-A1C0-7EB9-B467-8173CDA6AC9C}"/>
                      </a:ext>
                    </a:extLst>
                  </p:cNvPr>
                  <p:cNvSpPr/>
                  <p:nvPr/>
                </p:nvSpPr>
                <p:spPr>
                  <a:xfrm>
                    <a:off x="2503770" y="2600402"/>
                    <a:ext cx="46199" cy="38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199" h="38572" extrusionOk="0">
                        <a:moveTo>
                          <a:pt x="5554" y="15021"/>
                        </a:moveTo>
                        <a:cubicBezTo>
                          <a:pt x="8953" y="8836"/>
                          <a:pt x="13540" y="3806"/>
                          <a:pt x="18944" y="0"/>
                        </a:cubicBezTo>
                        <a:lnTo>
                          <a:pt x="46199" y="37349"/>
                        </a:lnTo>
                        <a:lnTo>
                          <a:pt x="49" y="38572"/>
                        </a:lnTo>
                        <a:cubicBezTo>
                          <a:pt x="-325" y="30620"/>
                          <a:pt x="1442" y="22497"/>
                          <a:pt x="5520" y="1502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99" name="Google Shape;1324;p30">
                    <a:extLst>
                      <a:ext uri="{FF2B5EF4-FFF2-40B4-BE49-F238E27FC236}">
                        <a16:creationId xmlns:a16="http://schemas.microsoft.com/office/drawing/2014/main" id="{F8B0E670-9726-03FC-072E-4C9FD370020C}"/>
                      </a:ext>
                    </a:extLst>
                  </p:cNvPr>
                  <p:cNvGrpSpPr/>
                  <p:nvPr/>
                </p:nvGrpSpPr>
                <p:grpSpPr>
                  <a:xfrm>
                    <a:off x="2527089" y="2609748"/>
                    <a:ext cx="30439" cy="37610"/>
                    <a:chOff x="4840276" y="2840598"/>
                    <a:chExt cx="30439" cy="37610"/>
                  </a:xfrm>
                </p:grpSpPr>
                <p:sp>
                  <p:nvSpPr>
                    <p:cNvPr id="100" name="Google Shape;1325;p30">
                      <a:extLst>
                        <a:ext uri="{FF2B5EF4-FFF2-40B4-BE49-F238E27FC236}">
                          <a16:creationId xmlns:a16="http://schemas.microsoft.com/office/drawing/2014/main" id="{AB2A9047-553C-AAB1-FA2C-49BCAAC603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50500" y="2857984"/>
                      <a:ext cx="20215" cy="202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215" h="20224" extrusionOk="0">
                          <a:moveTo>
                            <a:pt x="8171" y="184"/>
                          </a:moveTo>
                          <a:cubicBezTo>
                            <a:pt x="13642" y="-869"/>
                            <a:pt x="18978" y="2699"/>
                            <a:pt x="20031" y="8171"/>
                          </a:cubicBezTo>
                          <a:cubicBezTo>
                            <a:pt x="21085" y="13642"/>
                            <a:pt x="17516" y="18944"/>
                            <a:pt x="12045" y="20031"/>
                          </a:cubicBezTo>
                          <a:cubicBezTo>
                            <a:pt x="6573" y="21119"/>
                            <a:pt x="1238" y="17516"/>
                            <a:pt x="184" y="12045"/>
                          </a:cubicBezTo>
                          <a:cubicBezTo>
                            <a:pt x="-869" y="6573"/>
                            <a:pt x="2699" y="1238"/>
                            <a:pt x="8171" y="184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01" name="Google Shape;1326;p30">
                      <a:extLst>
                        <a:ext uri="{FF2B5EF4-FFF2-40B4-BE49-F238E27FC236}">
                          <a16:creationId xmlns:a16="http://schemas.microsoft.com/office/drawing/2014/main" id="{2E09BBBD-C3DE-BD2B-558F-36269469B8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0276" y="2840598"/>
                      <a:ext cx="20501" cy="2569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501" h="25692" extrusionOk="0">
                          <a:moveTo>
                            <a:pt x="14351" y="25692"/>
                          </a:moveTo>
                          <a:lnTo>
                            <a:pt x="20502" y="21410"/>
                          </a:lnTo>
                          <a:lnTo>
                            <a:pt x="6806" y="1597"/>
                          </a:lnTo>
                          <a:cubicBezTo>
                            <a:pt x="5651" y="-68"/>
                            <a:pt x="3306" y="-510"/>
                            <a:pt x="1606" y="646"/>
                          </a:cubicBezTo>
                          <a:lnTo>
                            <a:pt x="1606" y="646"/>
                          </a:lnTo>
                          <a:cubicBezTo>
                            <a:pt x="-93" y="1835"/>
                            <a:pt x="-501" y="4180"/>
                            <a:pt x="655" y="5845"/>
                          </a:cubicBezTo>
                          <a:lnTo>
                            <a:pt x="14317" y="25658"/>
                          </a:ln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sp>
              <p:nvSpPr>
                <p:cNvPr id="85" name="Google Shape;1327;p30">
                  <a:extLst>
                    <a:ext uri="{FF2B5EF4-FFF2-40B4-BE49-F238E27FC236}">
                      <a16:creationId xmlns:a16="http://schemas.microsoft.com/office/drawing/2014/main" id="{A57FB3BE-753E-1646-A846-0DBC959296FF}"/>
                    </a:ext>
                  </a:extLst>
                </p:cNvPr>
                <p:cNvSpPr/>
                <p:nvPr/>
              </p:nvSpPr>
              <p:spPr>
                <a:xfrm>
                  <a:off x="2310041" y="2586265"/>
                  <a:ext cx="102360" cy="102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360" h="102360" extrusionOk="0">
                      <a:moveTo>
                        <a:pt x="51180" y="0"/>
                      </a:moveTo>
                      <a:cubicBezTo>
                        <a:pt x="79421" y="0"/>
                        <a:pt x="102360" y="22939"/>
                        <a:pt x="102360" y="51180"/>
                      </a:cubicBezTo>
                      <a:cubicBezTo>
                        <a:pt x="102360" y="79421"/>
                        <a:pt x="79421" y="102360"/>
                        <a:pt x="51180" y="102360"/>
                      </a:cubicBezTo>
                      <a:cubicBezTo>
                        <a:pt x="22939" y="102360"/>
                        <a:pt x="0" y="79421"/>
                        <a:pt x="0" y="51180"/>
                      </a:cubicBezTo>
                      <a:cubicBezTo>
                        <a:pt x="0" y="22939"/>
                        <a:pt x="22939" y="0"/>
                        <a:pt x="51180" y="0"/>
                      </a:cubicBezTo>
                      <a:lnTo>
                        <a:pt x="51180" y="0"/>
                      </a:lnTo>
                      <a:close/>
                      <a:moveTo>
                        <a:pt x="51180" y="41936"/>
                      </a:moveTo>
                      <a:cubicBezTo>
                        <a:pt x="46048" y="41936"/>
                        <a:pt x="41903" y="46082"/>
                        <a:pt x="41903" y="51180"/>
                      </a:cubicBezTo>
                      <a:cubicBezTo>
                        <a:pt x="41903" y="56278"/>
                        <a:pt x="46048" y="60458"/>
                        <a:pt x="51180" y="60458"/>
                      </a:cubicBezTo>
                      <a:cubicBezTo>
                        <a:pt x="56312" y="60458"/>
                        <a:pt x="60458" y="56312"/>
                        <a:pt x="60458" y="51180"/>
                      </a:cubicBezTo>
                      <a:cubicBezTo>
                        <a:pt x="60458" y="46048"/>
                        <a:pt x="56312" y="41936"/>
                        <a:pt x="51180" y="41936"/>
                      </a:cubicBezTo>
                      <a:lnTo>
                        <a:pt x="51180" y="41936"/>
                      </a:lnTo>
                      <a:close/>
                      <a:moveTo>
                        <a:pt x="57263" y="30110"/>
                      </a:moveTo>
                      <a:cubicBezTo>
                        <a:pt x="64502" y="32183"/>
                        <a:pt x="70177" y="37892"/>
                        <a:pt x="72284" y="45097"/>
                      </a:cubicBezTo>
                      <a:lnTo>
                        <a:pt x="89073" y="45097"/>
                      </a:lnTo>
                      <a:cubicBezTo>
                        <a:pt x="86490" y="28784"/>
                        <a:pt x="73576" y="15905"/>
                        <a:pt x="57297" y="13322"/>
                      </a:cubicBezTo>
                      <a:lnTo>
                        <a:pt x="57297" y="30110"/>
                      </a:lnTo>
                      <a:lnTo>
                        <a:pt x="57297" y="30110"/>
                      </a:lnTo>
                      <a:close/>
                      <a:moveTo>
                        <a:pt x="72284" y="57263"/>
                      </a:moveTo>
                      <a:cubicBezTo>
                        <a:pt x="70177" y="64502"/>
                        <a:pt x="64502" y="70177"/>
                        <a:pt x="57263" y="72284"/>
                      </a:cubicBezTo>
                      <a:lnTo>
                        <a:pt x="57263" y="89072"/>
                      </a:lnTo>
                      <a:cubicBezTo>
                        <a:pt x="73576" y="86456"/>
                        <a:pt x="86456" y="73576"/>
                        <a:pt x="89038" y="57263"/>
                      </a:cubicBezTo>
                      <a:lnTo>
                        <a:pt x="72250" y="57263"/>
                      </a:lnTo>
                      <a:close/>
                      <a:moveTo>
                        <a:pt x="45131" y="72284"/>
                      </a:moveTo>
                      <a:cubicBezTo>
                        <a:pt x="37926" y="70177"/>
                        <a:pt x="32217" y="64502"/>
                        <a:pt x="30144" y="57263"/>
                      </a:cubicBezTo>
                      <a:lnTo>
                        <a:pt x="13356" y="57263"/>
                      </a:lnTo>
                      <a:cubicBezTo>
                        <a:pt x="15939" y="73576"/>
                        <a:pt x="28853" y="86456"/>
                        <a:pt x="45131" y="89072"/>
                      </a:cubicBezTo>
                      <a:lnTo>
                        <a:pt x="45131" y="72284"/>
                      </a:lnTo>
                      <a:lnTo>
                        <a:pt x="45131" y="72284"/>
                      </a:lnTo>
                      <a:close/>
                      <a:moveTo>
                        <a:pt x="30144" y="45131"/>
                      </a:moveTo>
                      <a:cubicBezTo>
                        <a:pt x="32217" y="37892"/>
                        <a:pt x="37926" y="32217"/>
                        <a:pt x="45131" y="30144"/>
                      </a:cubicBezTo>
                      <a:lnTo>
                        <a:pt x="45131" y="13356"/>
                      </a:lnTo>
                      <a:cubicBezTo>
                        <a:pt x="28853" y="15939"/>
                        <a:pt x="15939" y="28853"/>
                        <a:pt x="13356" y="45131"/>
                      </a:cubicBezTo>
                      <a:lnTo>
                        <a:pt x="30144" y="4513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" name="Google Shape;1328;p30">
                  <a:extLst>
                    <a:ext uri="{FF2B5EF4-FFF2-40B4-BE49-F238E27FC236}">
                      <a16:creationId xmlns:a16="http://schemas.microsoft.com/office/drawing/2014/main" id="{948BA040-55A1-AE9B-C48D-9E56B9840444}"/>
                    </a:ext>
                  </a:extLst>
                </p:cNvPr>
                <p:cNvSpPr/>
                <p:nvPr/>
              </p:nvSpPr>
              <p:spPr>
                <a:xfrm>
                  <a:off x="2208836" y="2598499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" name="Google Shape;1329;p30">
                  <a:extLst>
                    <a:ext uri="{FF2B5EF4-FFF2-40B4-BE49-F238E27FC236}">
                      <a16:creationId xmlns:a16="http://schemas.microsoft.com/office/drawing/2014/main" id="{9155B669-948D-81A0-E924-7A5F32B81FAE}"/>
                    </a:ext>
                  </a:extLst>
                </p:cNvPr>
                <p:cNvSpPr/>
                <p:nvPr/>
              </p:nvSpPr>
              <p:spPr>
                <a:xfrm>
                  <a:off x="2208836" y="2608729"/>
                  <a:ext cx="63822" cy="11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41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419"/>
                      </a:lnTo>
                      <a:lnTo>
                        <a:pt x="0" y="11419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8" name="Google Shape;1330;p30">
                  <a:extLst>
                    <a:ext uri="{FF2B5EF4-FFF2-40B4-BE49-F238E27FC236}">
                      <a16:creationId xmlns:a16="http://schemas.microsoft.com/office/drawing/2014/main" id="{3A917140-5751-AE94-58A5-BDC0E6BAFBEC}"/>
                    </a:ext>
                  </a:extLst>
                </p:cNvPr>
                <p:cNvSpPr/>
                <p:nvPr/>
              </p:nvSpPr>
              <p:spPr>
                <a:xfrm>
                  <a:off x="2195175" y="2568219"/>
                  <a:ext cx="25623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143107" extrusionOk="0">
                      <a:moveTo>
                        <a:pt x="0" y="34"/>
                      </a:moveTo>
                      <a:lnTo>
                        <a:pt x="12812" y="34"/>
                      </a:lnTo>
                      <a:cubicBezTo>
                        <a:pt x="19847" y="34"/>
                        <a:pt x="25624" y="5811"/>
                        <a:pt x="25624" y="12846"/>
                      </a:cubicBezTo>
                      <a:lnTo>
                        <a:pt x="25624" y="130295"/>
                      </a:lnTo>
                      <a:cubicBezTo>
                        <a:pt x="25624" y="137330"/>
                        <a:pt x="19847" y="143107"/>
                        <a:pt x="12812" y="143107"/>
                      </a:cubicBezTo>
                      <a:lnTo>
                        <a:pt x="0" y="1431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" name="Google Shape;1331;p30">
                  <a:extLst>
                    <a:ext uri="{FF2B5EF4-FFF2-40B4-BE49-F238E27FC236}">
                      <a16:creationId xmlns:a16="http://schemas.microsoft.com/office/drawing/2014/main" id="{2E1BF0A3-2D8B-720F-C067-190CB6D62F27}"/>
                    </a:ext>
                  </a:extLst>
                </p:cNvPr>
                <p:cNvSpPr/>
                <p:nvPr/>
              </p:nvSpPr>
              <p:spPr>
                <a:xfrm>
                  <a:off x="2195175" y="2634387"/>
                  <a:ext cx="25623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76974" extrusionOk="0">
                      <a:moveTo>
                        <a:pt x="25624" y="0"/>
                      </a:moveTo>
                      <a:lnTo>
                        <a:pt x="25624" y="64162"/>
                      </a:lnTo>
                      <a:cubicBezTo>
                        <a:pt x="25624" y="71197"/>
                        <a:pt x="19847" y="76974"/>
                        <a:pt x="12812" y="76974"/>
                      </a:cubicBezTo>
                      <a:lnTo>
                        <a:pt x="0" y="76974"/>
                      </a:lnTo>
                      <a:lnTo>
                        <a:pt x="0" y="0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" name="Google Shape;1332;p30">
                  <a:extLst>
                    <a:ext uri="{FF2B5EF4-FFF2-40B4-BE49-F238E27FC236}">
                      <a16:creationId xmlns:a16="http://schemas.microsoft.com/office/drawing/2014/main" id="{F6E00513-3B04-C992-E5F9-41CF78F84A02}"/>
                    </a:ext>
                  </a:extLst>
                </p:cNvPr>
                <p:cNvSpPr/>
                <p:nvPr/>
              </p:nvSpPr>
              <p:spPr>
                <a:xfrm>
                  <a:off x="2350924" y="2627556"/>
                  <a:ext cx="19982" cy="19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48" extrusionOk="0">
                      <a:moveTo>
                        <a:pt x="9991" y="19949"/>
                      </a:moveTo>
                      <a:cubicBezTo>
                        <a:pt x="15463" y="19949"/>
                        <a:pt x="19983" y="15463"/>
                        <a:pt x="19983" y="9958"/>
                      </a:cubicBezTo>
                      <a:cubicBezTo>
                        <a:pt x="19983" y="4452"/>
                        <a:pt x="15497" y="0"/>
                        <a:pt x="9991" y="0"/>
                      </a:cubicBezTo>
                      <a:cubicBezTo>
                        <a:pt x="4486" y="0"/>
                        <a:pt x="0" y="4486"/>
                        <a:pt x="0" y="9958"/>
                      </a:cubicBezTo>
                      <a:cubicBezTo>
                        <a:pt x="0" y="15429"/>
                        <a:pt x="4486" y="19949"/>
                        <a:pt x="9991" y="199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9" name="Google Shape;1333;p30">
                <a:extLst>
                  <a:ext uri="{FF2B5EF4-FFF2-40B4-BE49-F238E27FC236}">
                    <a16:creationId xmlns:a16="http://schemas.microsoft.com/office/drawing/2014/main" id="{20218EA1-2687-B976-174C-5B2DE3D3EED2}"/>
                  </a:ext>
                </a:extLst>
              </p:cNvPr>
              <p:cNvSpPr/>
              <p:nvPr/>
            </p:nvSpPr>
            <p:spPr>
              <a:xfrm flipH="1">
                <a:off x="8083202" y="3204759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34732"/>
                    </a:moveTo>
                    <a:lnTo>
                      <a:pt x="0" y="17366"/>
                    </a:lnTo>
                    <a:cubicBezTo>
                      <a:pt x="0" y="7816"/>
                      <a:pt x="7816" y="0"/>
                      <a:pt x="17366" y="0"/>
                    </a:cubicBezTo>
                    <a:lnTo>
                      <a:pt x="176650" y="0"/>
                    </a:lnTo>
                    <a:cubicBezTo>
                      <a:pt x="186199" y="0"/>
                      <a:pt x="194016" y="7816"/>
                      <a:pt x="194016" y="17366"/>
                    </a:cubicBezTo>
                    <a:lnTo>
                      <a:pt x="194016" y="34732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1334;p30">
                <a:extLst>
                  <a:ext uri="{FF2B5EF4-FFF2-40B4-BE49-F238E27FC236}">
                    <a16:creationId xmlns:a16="http://schemas.microsoft.com/office/drawing/2014/main" id="{DA5ED941-10BD-3F89-B45D-E5E09B988DE2}"/>
                  </a:ext>
                </a:extLst>
              </p:cNvPr>
              <p:cNvSpPr/>
              <p:nvPr/>
            </p:nvSpPr>
            <p:spPr>
              <a:xfrm flipH="1">
                <a:off x="8083155" y="3204683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0" y="0"/>
                    </a:moveTo>
                    <a:lnTo>
                      <a:pt x="86999" y="0"/>
                    </a:lnTo>
                    <a:cubicBezTo>
                      <a:pt x="96549" y="0"/>
                      <a:pt x="104365" y="7816"/>
                      <a:pt x="104365" y="17366"/>
                    </a:cubicBezTo>
                    <a:lnTo>
                      <a:pt x="104365" y="34732"/>
                    </a:lnTo>
                    <a:lnTo>
                      <a:pt x="0" y="347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1335;p30">
                <a:extLst>
                  <a:ext uri="{FF2B5EF4-FFF2-40B4-BE49-F238E27FC236}">
                    <a16:creationId xmlns:a16="http://schemas.microsoft.com/office/drawing/2014/main" id="{F6F4705C-13DB-C98F-C553-5B86A1C9760A}"/>
                  </a:ext>
                </a:extLst>
              </p:cNvPr>
              <p:cNvSpPr/>
              <p:nvPr/>
            </p:nvSpPr>
            <p:spPr>
              <a:xfrm flipH="1">
                <a:off x="8173818" y="1893996"/>
                <a:ext cx="241297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08205" h="587653" extrusionOk="0">
                    <a:moveTo>
                      <a:pt x="0" y="0"/>
                    </a:moveTo>
                    <a:lnTo>
                      <a:pt x="108206" y="0"/>
                    </a:lnTo>
                    <a:lnTo>
                      <a:pt x="108206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1336;p30">
                <a:extLst>
                  <a:ext uri="{FF2B5EF4-FFF2-40B4-BE49-F238E27FC236}">
                    <a16:creationId xmlns:a16="http://schemas.microsoft.com/office/drawing/2014/main" id="{D7DBF51E-F80E-EDC4-2C19-0AC4B3ABEAF2}"/>
                  </a:ext>
                </a:extLst>
              </p:cNvPr>
              <p:cNvSpPr/>
              <p:nvPr/>
            </p:nvSpPr>
            <p:spPr>
              <a:xfrm flipH="1">
                <a:off x="8349631" y="1893996"/>
                <a:ext cx="34480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5462" h="587653" extrusionOk="0">
                    <a:moveTo>
                      <a:pt x="0" y="0"/>
                    </a:moveTo>
                    <a:lnTo>
                      <a:pt x="15463" y="0"/>
                    </a:lnTo>
                    <a:lnTo>
                      <a:pt x="15463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1337;p30">
                <a:extLst>
                  <a:ext uri="{FF2B5EF4-FFF2-40B4-BE49-F238E27FC236}">
                    <a16:creationId xmlns:a16="http://schemas.microsoft.com/office/drawing/2014/main" id="{A2421B94-1C74-8B3F-ADD2-ED21EDCA8E44}"/>
                  </a:ext>
                </a:extLst>
              </p:cNvPr>
              <p:cNvSpPr/>
              <p:nvPr/>
            </p:nvSpPr>
            <p:spPr>
              <a:xfrm flipH="1">
                <a:off x="8073120" y="1957215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0"/>
                    </a:moveTo>
                    <a:lnTo>
                      <a:pt x="0" y="17366"/>
                    </a:lnTo>
                    <a:cubicBezTo>
                      <a:pt x="0" y="26915"/>
                      <a:pt x="7816" y="34732"/>
                      <a:pt x="17366" y="34732"/>
                    </a:cubicBezTo>
                    <a:lnTo>
                      <a:pt x="176650" y="34732"/>
                    </a:lnTo>
                    <a:cubicBezTo>
                      <a:pt x="186199" y="34732"/>
                      <a:pt x="194015" y="26915"/>
                      <a:pt x="194015" y="17366"/>
                    </a:cubicBezTo>
                    <a:lnTo>
                      <a:pt x="1940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1338;p30">
                <a:extLst>
                  <a:ext uri="{FF2B5EF4-FFF2-40B4-BE49-F238E27FC236}">
                    <a16:creationId xmlns:a16="http://schemas.microsoft.com/office/drawing/2014/main" id="{7A420C75-5421-CA8C-7B8F-3F0F18C77A1A}"/>
                  </a:ext>
                </a:extLst>
              </p:cNvPr>
              <p:cNvSpPr/>
              <p:nvPr/>
            </p:nvSpPr>
            <p:spPr>
              <a:xfrm flipH="1">
                <a:off x="8073073" y="1957291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34" y="34732"/>
                    </a:moveTo>
                    <a:lnTo>
                      <a:pt x="86999" y="34732"/>
                    </a:lnTo>
                    <a:cubicBezTo>
                      <a:pt x="96549" y="34732"/>
                      <a:pt x="104365" y="26915"/>
                      <a:pt x="104365" y="17366"/>
                    </a:cubicBezTo>
                    <a:lnTo>
                      <a:pt x="104365" y="0"/>
                    </a:lnTo>
                    <a:lnTo>
                      <a:pt x="0" y="0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1339;p30">
                <a:extLst>
                  <a:ext uri="{FF2B5EF4-FFF2-40B4-BE49-F238E27FC236}">
                    <a16:creationId xmlns:a16="http://schemas.microsoft.com/office/drawing/2014/main" id="{40DB8D99-5796-C3F2-846A-23778E5074F4}"/>
                  </a:ext>
                </a:extLst>
              </p:cNvPr>
              <p:cNvSpPr/>
              <p:nvPr/>
            </p:nvSpPr>
            <p:spPr>
              <a:xfrm flipH="1">
                <a:off x="7910239" y="1296679"/>
                <a:ext cx="510257" cy="588921"/>
              </a:xfrm>
              <a:custGeom>
                <a:avLst/>
                <a:gdLst/>
                <a:ahLst/>
                <a:cxnLst/>
                <a:rect l="l" t="t" r="r" b="b"/>
                <a:pathLst>
                  <a:path w="228815" h="264090" extrusionOk="0">
                    <a:moveTo>
                      <a:pt x="228781" y="0"/>
                    </a:moveTo>
                    <a:lnTo>
                      <a:pt x="199419" y="0"/>
                    </a:lnTo>
                    <a:cubicBezTo>
                      <a:pt x="89718" y="0"/>
                      <a:pt x="0" y="89718"/>
                      <a:pt x="0" y="199419"/>
                    </a:cubicBezTo>
                    <a:lnTo>
                      <a:pt x="0" y="264091"/>
                    </a:lnTo>
                    <a:lnTo>
                      <a:pt x="108817" y="264091"/>
                    </a:lnTo>
                    <a:lnTo>
                      <a:pt x="108817" y="236904"/>
                    </a:lnTo>
                    <a:cubicBezTo>
                      <a:pt x="108817" y="140491"/>
                      <a:pt x="157754" y="102258"/>
                      <a:pt x="228815" y="104603"/>
                    </a:cubicBezTo>
                    <a:lnTo>
                      <a:pt x="228815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1340;p30">
                <a:extLst>
                  <a:ext uri="{FF2B5EF4-FFF2-40B4-BE49-F238E27FC236}">
                    <a16:creationId xmlns:a16="http://schemas.microsoft.com/office/drawing/2014/main" id="{914C9AF1-8B80-74C3-7BF4-4776B92972D3}"/>
                  </a:ext>
                </a:extLst>
              </p:cNvPr>
              <p:cNvSpPr/>
              <p:nvPr/>
            </p:nvSpPr>
            <p:spPr>
              <a:xfrm flipH="1">
                <a:off x="7910215" y="1381587"/>
                <a:ext cx="403173" cy="504107"/>
              </a:xfrm>
              <a:custGeom>
                <a:avLst/>
                <a:gdLst/>
                <a:ahLst/>
                <a:cxnLst/>
                <a:rect l="l" t="t" r="r" b="b"/>
                <a:pathLst>
                  <a:path w="180795" h="226057" extrusionOk="0">
                    <a:moveTo>
                      <a:pt x="0" y="226024"/>
                    </a:moveTo>
                    <a:lnTo>
                      <a:pt x="60797" y="226024"/>
                    </a:lnTo>
                    <a:lnTo>
                      <a:pt x="60797" y="198836"/>
                    </a:lnTo>
                    <a:cubicBezTo>
                      <a:pt x="60797" y="102423"/>
                      <a:pt x="109735" y="64191"/>
                      <a:pt x="180796" y="66536"/>
                    </a:cubicBezTo>
                    <a:lnTo>
                      <a:pt x="180796" y="29"/>
                    </a:lnTo>
                    <a:cubicBezTo>
                      <a:pt x="25420" y="-1908"/>
                      <a:pt x="34" y="93214"/>
                      <a:pt x="34" y="198599"/>
                    </a:cubicBezTo>
                    <a:lnTo>
                      <a:pt x="34" y="226058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1341;p30">
                <a:extLst>
                  <a:ext uri="{FF2B5EF4-FFF2-40B4-BE49-F238E27FC236}">
                    <a16:creationId xmlns:a16="http://schemas.microsoft.com/office/drawing/2014/main" id="{243E9936-A042-9C96-2225-06FA8D8393BD}"/>
                  </a:ext>
                </a:extLst>
              </p:cNvPr>
              <p:cNvSpPr/>
              <p:nvPr/>
            </p:nvSpPr>
            <p:spPr>
              <a:xfrm flipH="1">
                <a:off x="8075319" y="1883080"/>
                <a:ext cx="430606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93097" h="34595" extrusionOk="0">
                    <a:moveTo>
                      <a:pt x="0" y="34596"/>
                    </a:moveTo>
                    <a:lnTo>
                      <a:pt x="0" y="17298"/>
                    </a:lnTo>
                    <a:cubicBezTo>
                      <a:pt x="0" y="7783"/>
                      <a:pt x="7782" y="0"/>
                      <a:pt x="17298" y="0"/>
                    </a:cubicBezTo>
                    <a:lnTo>
                      <a:pt x="175800" y="0"/>
                    </a:lnTo>
                    <a:cubicBezTo>
                      <a:pt x="185316" y="0"/>
                      <a:pt x="193098" y="7783"/>
                      <a:pt x="193098" y="17298"/>
                    </a:cubicBezTo>
                    <a:lnTo>
                      <a:pt x="193098" y="34596"/>
                    </a:lnTo>
                    <a:lnTo>
                      <a:pt x="0" y="3459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1342;p30">
                <a:extLst>
                  <a:ext uri="{FF2B5EF4-FFF2-40B4-BE49-F238E27FC236}">
                    <a16:creationId xmlns:a16="http://schemas.microsoft.com/office/drawing/2014/main" id="{43E847E5-C4CB-0210-C8CB-B3F36663CF35}"/>
                  </a:ext>
                </a:extLst>
              </p:cNvPr>
              <p:cNvSpPr/>
              <p:nvPr/>
            </p:nvSpPr>
            <p:spPr>
              <a:xfrm flipH="1">
                <a:off x="8075272" y="1883080"/>
                <a:ext cx="231597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03855" h="34595" extrusionOk="0">
                    <a:moveTo>
                      <a:pt x="0" y="0"/>
                    </a:moveTo>
                    <a:lnTo>
                      <a:pt x="86558" y="0"/>
                    </a:lnTo>
                    <a:cubicBezTo>
                      <a:pt x="96073" y="0"/>
                      <a:pt x="103856" y="7783"/>
                      <a:pt x="103856" y="17298"/>
                    </a:cubicBezTo>
                    <a:lnTo>
                      <a:pt x="103856" y="34596"/>
                    </a:lnTo>
                    <a:lnTo>
                      <a:pt x="0" y="34596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1343;p30">
                <a:extLst>
                  <a:ext uri="{FF2B5EF4-FFF2-40B4-BE49-F238E27FC236}">
                    <a16:creationId xmlns:a16="http://schemas.microsoft.com/office/drawing/2014/main" id="{9300E755-B1B0-8C31-60D4-377267666F0F}"/>
                  </a:ext>
                </a:extLst>
              </p:cNvPr>
              <p:cNvSpPr/>
              <p:nvPr/>
            </p:nvSpPr>
            <p:spPr>
              <a:xfrm flipH="1">
                <a:off x="7833734" y="1205338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34596" y="0"/>
                    </a:moveTo>
                    <a:lnTo>
                      <a:pt x="17298" y="0"/>
                    </a:lnTo>
                    <a:cubicBezTo>
                      <a:pt x="7782" y="0"/>
                      <a:pt x="0" y="7782"/>
                      <a:pt x="0" y="17298"/>
                    </a:cubicBezTo>
                    <a:lnTo>
                      <a:pt x="0" y="175800"/>
                    </a:lnTo>
                    <a:cubicBezTo>
                      <a:pt x="0" y="185315"/>
                      <a:pt x="7782" y="193098"/>
                      <a:pt x="17298" y="193098"/>
                    </a:cubicBezTo>
                    <a:lnTo>
                      <a:pt x="34596" y="193098"/>
                    </a:lnTo>
                    <a:lnTo>
                      <a:pt x="3459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1344;p30">
                <a:extLst>
                  <a:ext uri="{FF2B5EF4-FFF2-40B4-BE49-F238E27FC236}">
                    <a16:creationId xmlns:a16="http://schemas.microsoft.com/office/drawing/2014/main" id="{37651F64-082E-5FAD-D36B-74E756FD6E7F}"/>
                  </a:ext>
                </a:extLst>
              </p:cNvPr>
              <p:cNvSpPr/>
              <p:nvPr/>
            </p:nvSpPr>
            <p:spPr>
              <a:xfrm flipH="1">
                <a:off x="7833734" y="1404394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0" y="0"/>
                    </a:moveTo>
                    <a:lnTo>
                      <a:pt x="0" y="86558"/>
                    </a:lnTo>
                    <a:cubicBezTo>
                      <a:pt x="0" y="96073"/>
                      <a:pt x="7782" y="103856"/>
                      <a:pt x="17298" y="103856"/>
                    </a:cubicBezTo>
                    <a:lnTo>
                      <a:pt x="34596" y="103856"/>
                    </a:lnTo>
                    <a:lnTo>
                      <a:pt x="3459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1345;p30">
                <a:extLst>
                  <a:ext uri="{FF2B5EF4-FFF2-40B4-BE49-F238E27FC236}">
                    <a16:creationId xmlns:a16="http://schemas.microsoft.com/office/drawing/2014/main" id="{29C7B431-C659-846A-7758-8BCE38082C5A}"/>
                  </a:ext>
                </a:extLst>
              </p:cNvPr>
              <p:cNvSpPr/>
              <p:nvPr/>
            </p:nvSpPr>
            <p:spPr>
              <a:xfrm flipH="1">
                <a:off x="7573432" y="1207461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0" y="0"/>
                    </a:moveTo>
                    <a:lnTo>
                      <a:pt x="17298" y="0"/>
                    </a:lnTo>
                    <a:cubicBezTo>
                      <a:pt x="26814" y="0"/>
                      <a:pt x="34596" y="7782"/>
                      <a:pt x="34596" y="17298"/>
                    </a:cubicBezTo>
                    <a:lnTo>
                      <a:pt x="34596" y="175800"/>
                    </a:lnTo>
                    <a:cubicBezTo>
                      <a:pt x="34596" y="185316"/>
                      <a:pt x="26814" y="193098"/>
                      <a:pt x="17298" y="193098"/>
                    </a:cubicBezTo>
                    <a:lnTo>
                      <a:pt x="0" y="1930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1346;p30">
                <a:extLst>
                  <a:ext uri="{FF2B5EF4-FFF2-40B4-BE49-F238E27FC236}">
                    <a16:creationId xmlns:a16="http://schemas.microsoft.com/office/drawing/2014/main" id="{2D3BD7F1-39F3-DB18-ED5F-3CAF257592D1}"/>
                  </a:ext>
                </a:extLst>
              </p:cNvPr>
              <p:cNvSpPr/>
              <p:nvPr/>
            </p:nvSpPr>
            <p:spPr>
              <a:xfrm flipH="1">
                <a:off x="7573432" y="1406516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34596" y="0"/>
                    </a:moveTo>
                    <a:lnTo>
                      <a:pt x="34596" y="86558"/>
                    </a:lnTo>
                    <a:cubicBezTo>
                      <a:pt x="34596" y="96073"/>
                      <a:pt x="26814" y="103856"/>
                      <a:pt x="17298" y="103856"/>
                    </a:cubicBezTo>
                    <a:lnTo>
                      <a:pt x="0" y="103856"/>
                    </a:lnTo>
                    <a:lnTo>
                      <a:pt x="0" y="0"/>
                    </a:lnTo>
                    <a:lnTo>
                      <a:pt x="34562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1347;p30">
                <a:extLst>
                  <a:ext uri="{FF2B5EF4-FFF2-40B4-BE49-F238E27FC236}">
                    <a16:creationId xmlns:a16="http://schemas.microsoft.com/office/drawing/2014/main" id="{2939D0A9-5EA6-821E-6B9D-E988525DF977}"/>
                  </a:ext>
                </a:extLst>
              </p:cNvPr>
              <p:cNvSpPr/>
              <p:nvPr/>
            </p:nvSpPr>
            <p:spPr>
              <a:xfrm flipH="1">
                <a:off x="7637967" y="1298423"/>
                <a:ext cx="203632" cy="241373"/>
              </a:xfrm>
              <a:custGeom>
                <a:avLst/>
                <a:gdLst/>
                <a:ahLst/>
                <a:cxnLst/>
                <a:rect l="l" t="t" r="r" b="b"/>
                <a:pathLst>
                  <a:path w="91315" h="108239" extrusionOk="0">
                    <a:moveTo>
                      <a:pt x="0" y="0"/>
                    </a:moveTo>
                    <a:lnTo>
                      <a:pt x="91315" y="0"/>
                    </a:lnTo>
                    <a:lnTo>
                      <a:pt x="91315" y="108240"/>
                    </a:lnTo>
                    <a:lnTo>
                      <a:pt x="0" y="10824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1348;p30">
                <a:extLst>
                  <a:ext uri="{FF2B5EF4-FFF2-40B4-BE49-F238E27FC236}">
                    <a16:creationId xmlns:a16="http://schemas.microsoft.com/office/drawing/2014/main" id="{A964A9B0-3F50-D9B9-DF17-519ADCAF39A5}"/>
                  </a:ext>
                </a:extLst>
              </p:cNvPr>
              <p:cNvSpPr/>
              <p:nvPr/>
            </p:nvSpPr>
            <p:spPr>
              <a:xfrm flipH="1">
                <a:off x="7118158" y="3283892"/>
                <a:ext cx="423711" cy="1859887"/>
              </a:xfrm>
              <a:custGeom>
                <a:avLst/>
                <a:gdLst/>
                <a:ahLst/>
                <a:cxnLst/>
                <a:rect l="l" t="t" r="r" b="b"/>
                <a:pathLst>
                  <a:path w="190005" h="822959" extrusionOk="0">
                    <a:moveTo>
                      <a:pt x="0" y="0"/>
                    </a:moveTo>
                    <a:lnTo>
                      <a:pt x="190005" y="0"/>
                    </a:lnTo>
                    <a:lnTo>
                      <a:pt x="190005" y="822960"/>
                    </a:lnTo>
                    <a:lnTo>
                      <a:pt x="0" y="82296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" name="Google Shape;1349;p30">
                <a:extLst>
                  <a:ext uri="{FF2B5EF4-FFF2-40B4-BE49-F238E27FC236}">
                    <a16:creationId xmlns:a16="http://schemas.microsoft.com/office/drawing/2014/main" id="{ECC534E7-1487-62B4-3860-64D6DF2C8EF3}"/>
                  </a:ext>
                </a:extLst>
              </p:cNvPr>
              <p:cNvGrpSpPr/>
              <p:nvPr/>
            </p:nvGrpSpPr>
            <p:grpSpPr>
              <a:xfrm flipH="1">
                <a:off x="6779665" y="2350914"/>
                <a:ext cx="1054096" cy="932360"/>
                <a:chOff x="4168463" y="2302169"/>
                <a:chExt cx="472583" cy="418005"/>
              </a:xfrm>
            </p:grpSpPr>
            <p:sp>
              <p:nvSpPr>
                <p:cNvPr id="63" name="Google Shape;1350;p30">
                  <a:extLst>
                    <a:ext uri="{FF2B5EF4-FFF2-40B4-BE49-F238E27FC236}">
                      <a16:creationId xmlns:a16="http://schemas.microsoft.com/office/drawing/2014/main" id="{5D1A480C-E2A2-6C7C-BC7E-DB6B9C85C5BD}"/>
                    </a:ext>
                  </a:extLst>
                </p:cNvPr>
                <p:cNvSpPr/>
                <p:nvPr/>
              </p:nvSpPr>
              <p:spPr>
                <a:xfrm>
                  <a:off x="4193679" y="2335916"/>
                  <a:ext cx="425889" cy="37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372126" extrusionOk="0">
                      <a:moveTo>
                        <a:pt x="150618" y="0"/>
                      </a:moveTo>
                      <a:lnTo>
                        <a:pt x="269324" y="0"/>
                      </a:lnTo>
                      <a:lnTo>
                        <a:pt x="425889" y="123396"/>
                      </a:lnTo>
                      <a:lnTo>
                        <a:pt x="425889" y="372126"/>
                      </a:lnTo>
                      <a:lnTo>
                        <a:pt x="0" y="372126"/>
                      </a:lnTo>
                      <a:lnTo>
                        <a:pt x="0" y="123396"/>
                      </a:lnTo>
                      <a:lnTo>
                        <a:pt x="15061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" name="Google Shape;1351;p30">
                  <a:extLst>
                    <a:ext uri="{FF2B5EF4-FFF2-40B4-BE49-F238E27FC236}">
                      <a16:creationId xmlns:a16="http://schemas.microsoft.com/office/drawing/2014/main" id="{67E09D59-7385-83C6-88E2-D949557682D9}"/>
                    </a:ext>
                  </a:extLst>
                </p:cNvPr>
                <p:cNvSpPr/>
                <p:nvPr/>
              </p:nvSpPr>
              <p:spPr>
                <a:xfrm>
                  <a:off x="4193679" y="2459312"/>
                  <a:ext cx="425889" cy="248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248695" extrusionOk="0">
                      <a:moveTo>
                        <a:pt x="0" y="0"/>
                      </a:moveTo>
                      <a:lnTo>
                        <a:pt x="425889" y="0"/>
                      </a:lnTo>
                      <a:lnTo>
                        <a:pt x="425889" y="248696"/>
                      </a:lnTo>
                      <a:lnTo>
                        <a:pt x="0" y="248696"/>
                      </a:lnTo>
                      <a:close/>
                    </a:path>
                  </a:pathLst>
                </a:custGeom>
                <a:solidFill>
                  <a:srgbClr val="161D1E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" name="Google Shape;1352;p30">
                  <a:extLst>
                    <a:ext uri="{FF2B5EF4-FFF2-40B4-BE49-F238E27FC236}">
                      <a16:creationId xmlns:a16="http://schemas.microsoft.com/office/drawing/2014/main" id="{AB5AC2C3-BD27-6A92-3DD3-9AF69E9DCEE0}"/>
                    </a:ext>
                  </a:extLst>
                </p:cNvPr>
                <p:cNvSpPr/>
                <p:nvPr/>
              </p:nvSpPr>
              <p:spPr>
                <a:xfrm>
                  <a:off x="4488798" y="2459312"/>
                  <a:ext cx="8778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81" h="216920" extrusionOk="0">
                      <a:moveTo>
                        <a:pt x="0" y="0"/>
                      </a:moveTo>
                      <a:lnTo>
                        <a:pt x="87781" y="0"/>
                      </a:lnTo>
                      <a:lnTo>
                        <a:pt x="87781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" name="Google Shape;1353;p30">
                  <a:extLst>
                    <a:ext uri="{FF2B5EF4-FFF2-40B4-BE49-F238E27FC236}">
                      <a16:creationId xmlns:a16="http://schemas.microsoft.com/office/drawing/2014/main" id="{244B2F78-EE6D-B75F-49F3-30FC8A562E06}"/>
                    </a:ext>
                  </a:extLst>
                </p:cNvPr>
                <p:cNvSpPr/>
                <p:nvPr/>
              </p:nvSpPr>
              <p:spPr>
                <a:xfrm>
                  <a:off x="4250229" y="2458904"/>
                  <a:ext cx="6015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1" h="216920" extrusionOk="0">
                      <a:moveTo>
                        <a:pt x="0" y="0"/>
                      </a:moveTo>
                      <a:lnTo>
                        <a:pt x="60152" y="0"/>
                      </a:lnTo>
                      <a:lnTo>
                        <a:pt x="60152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" name="Google Shape;1354;p30">
                  <a:extLst>
                    <a:ext uri="{FF2B5EF4-FFF2-40B4-BE49-F238E27FC236}">
                      <a16:creationId xmlns:a16="http://schemas.microsoft.com/office/drawing/2014/main" id="{723B3B6D-2702-44A7-6F12-8A41767DD735}"/>
                    </a:ext>
                  </a:extLst>
                </p:cNvPr>
                <p:cNvSpPr/>
                <p:nvPr/>
              </p:nvSpPr>
              <p:spPr>
                <a:xfrm>
                  <a:off x="4423412" y="2335916"/>
                  <a:ext cx="153166" cy="123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66" h="123396" extrusionOk="0">
                      <a:moveTo>
                        <a:pt x="0" y="0"/>
                      </a:moveTo>
                      <a:lnTo>
                        <a:pt x="65385" y="123396"/>
                      </a:lnTo>
                      <a:lnTo>
                        <a:pt x="153167" y="123396"/>
                      </a:lnTo>
                      <a:lnTo>
                        <a:pt x="224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" name="Google Shape;1355;p30">
                  <a:extLst>
                    <a:ext uri="{FF2B5EF4-FFF2-40B4-BE49-F238E27FC236}">
                      <a16:creationId xmlns:a16="http://schemas.microsoft.com/office/drawing/2014/main" id="{F846D47A-DA44-5617-1608-FD3F00E1FCFE}"/>
                    </a:ext>
                  </a:extLst>
                </p:cNvPr>
                <p:cNvSpPr/>
                <p:nvPr/>
              </p:nvSpPr>
              <p:spPr>
                <a:xfrm>
                  <a:off x="4250229" y="2335916"/>
                  <a:ext cx="114356" cy="122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56" h="122988" extrusionOk="0">
                      <a:moveTo>
                        <a:pt x="0" y="122989"/>
                      </a:moveTo>
                      <a:lnTo>
                        <a:pt x="114357" y="0"/>
                      </a:lnTo>
                      <a:lnTo>
                        <a:pt x="60186" y="122989"/>
                      </a:lnTo>
                      <a:lnTo>
                        <a:pt x="0" y="122989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" name="Google Shape;1356;p30">
                  <a:extLst>
                    <a:ext uri="{FF2B5EF4-FFF2-40B4-BE49-F238E27FC236}">
                      <a16:creationId xmlns:a16="http://schemas.microsoft.com/office/drawing/2014/main" id="{E63C03B5-7636-0ED4-98C2-AA592E8E063B}"/>
                    </a:ext>
                  </a:extLst>
                </p:cNvPr>
                <p:cNvSpPr/>
                <p:nvPr/>
              </p:nvSpPr>
              <p:spPr>
                <a:xfrm>
                  <a:off x="4177741" y="2448267"/>
                  <a:ext cx="8394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94" h="241219" extrusionOk="0">
                      <a:moveTo>
                        <a:pt x="0" y="0"/>
                      </a:moveTo>
                      <a:lnTo>
                        <a:pt x="8394" y="0"/>
                      </a:lnTo>
                      <a:lnTo>
                        <a:pt x="8394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" name="Google Shape;1357;p30">
                  <a:extLst>
                    <a:ext uri="{FF2B5EF4-FFF2-40B4-BE49-F238E27FC236}">
                      <a16:creationId xmlns:a16="http://schemas.microsoft.com/office/drawing/2014/main" id="{C3136A95-3EF3-66E0-6EE6-8CB85781282B}"/>
                    </a:ext>
                  </a:extLst>
                </p:cNvPr>
                <p:cNvSpPr/>
                <p:nvPr/>
              </p:nvSpPr>
              <p:spPr>
                <a:xfrm>
                  <a:off x="4627351" y="2449660"/>
                  <a:ext cx="8428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8" h="241219" extrusionOk="0">
                      <a:moveTo>
                        <a:pt x="0" y="0"/>
                      </a:moveTo>
                      <a:lnTo>
                        <a:pt x="8428" y="0"/>
                      </a:lnTo>
                      <a:lnTo>
                        <a:pt x="8428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" name="Google Shape;1358;p30">
                  <a:extLst>
                    <a:ext uri="{FF2B5EF4-FFF2-40B4-BE49-F238E27FC236}">
                      <a16:creationId xmlns:a16="http://schemas.microsoft.com/office/drawing/2014/main" id="{52D02791-BAC8-AE46-A8AA-89B898C40B67}"/>
                    </a:ext>
                  </a:extLst>
                </p:cNvPr>
                <p:cNvSpPr/>
                <p:nvPr/>
              </p:nvSpPr>
              <p:spPr>
                <a:xfrm>
                  <a:off x="4177809" y="2324463"/>
                  <a:ext cx="159657" cy="131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57" h="131858" extrusionOk="0">
                      <a:moveTo>
                        <a:pt x="0" y="125231"/>
                      </a:moveTo>
                      <a:lnTo>
                        <a:pt x="5166" y="131858"/>
                      </a:lnTo>
                      <a:lnTo>
                        <a:pt x="159658" y="10705"/>
                      </a:lnTo>
                      <a:lnTo>
                        <a:pt x="159658" y="0"/>
                      </a:lnTo>
                      <a:lnTo>
                        <a:pt x="0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" name="Google Shape;1359;p30">
                  <a:extLst>
                    <a:ext uri="{FF2B5EF4-FFF2-40B4-BE49-F238E27FC236}">
                      <a16:creationId xmlns:a16="http://schemas.microsoft.com/office/drawing/2014/main" id="{795B61EA-9ED1-5F48-A991-2D9CA6EBA765}"/>
                    </a:ext>
                  </a:extLst>
                </p:cNvPr>
                <p:cNvSpPr/>
                <p:nvPr/>
              </p:nvSpPr>
              <p:spPr>
                <a:xfrm>
                  <a:off x="4476086" y="2325890"/>
                  <a:ext cx="159623" cy="131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23" h="131824" extrusionOk="0">
                      <a:moveTo>
                        <a:pt x="159623" y="125231"/>
                      </a:moveTo>
                      <a:lnTo>
                        <a:pt x="154458" y="131824"/>
                      </a:lnTo>
                      <a:lnTo>
                        <a:pt x="0" y="10671"/>
                      </a:lnTo>
                      <a:lnTo>
                        <a:pt x="0" y="0"/>
                      </a:lnTo>
                      <a:lnTo>
                        <a:pt x="159623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" name="Google Shape;1360;p30">
                  <a:extLst>
                    <a:ext uri="{FF2B5EF4-FFF2-40B4-BE49-F238E27FC236}">
                      <a16:creationId xmlns:a16="http://schemas.microsoft.com/office/drawing/2014/main" id="{6ED62428-64DC-9A1F-A8A8-CF0B1BA06A23}"/>
                    </a:ext>
                  </a:extLst>
                </p:cNvPr>
                <p:cNvSpPr/>
                <p:nvPr/>
              </p:nvSpPr>
              <p:spPr>
                <a:xfrm>
                  <a:off x="4337398" y="232408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0"/>
                      </a:lnTo>
                      <a:lnTo>
                        <a:pt x="0" y="1169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" name="Google Shape;1361;p30">
                  <a:extLst>
                    <a:ext uri="{FF2B5EF4-FFF2-40B4-BE49-F238E27FC236}">
                      <a16:creationId xmlns:a16="http://schemas.microsoft.com/office/drawing/2014/main" id="{5868A8F6-7E1E-2AD2-B773-4B877119DFB7}"/>
                    </a:ext>
                  </a:extLst>
                </p:cNvPr>
                <p:cNvSpPr/>
                <p:nvPr/>
              </p:nvSpPr>
              <p:spPr>
                <a:xfrm>
                  <a:off x="4337398" y="230216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" name="Google Shape;1362;p30">
                  <a:extLst>
                    <a:ext uri="{FF2B5EF4-FFF2-40B4-BE49-F238E27FC236}">
                      <a16:creationId xmlns:a16="http://schemas.microsoft.com/office/drawing/2014/main" id="{10DAD084-2703-101A-D012-8B380D9E2DFA}"/>
                    </a:ext>
                  </a:extLst>
                </p:cNvPr>
                <p:cNvSpPr/>
                <p:nvPr/>
              </p:nvSpPr>
              <p:spPr>
                <a:xfrm>
                  <a:off x="4168463" y="2676233"/>
                  <a:ext cx="472583" cy="43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583" h="43941" extrusionOk="0">
                      <a:moveTo>
                        <a:pt x="0" y="0"/>
                      </a:moveTo>
                      <a:lnTo>
                        <a:pt x="472584" y="0"/>
                      </a:lnTo>
                      <a:lnTo>
                        <a:pt x="472584" y="43942"/>
                      </a:lnTo>
                      <a:lnTo>
                        <a:pt x="0" y="4394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" name="Google Shape;1363;p30">
                  <a:extLst>
                    <a:ext uri="{FF2B5EF4-FFF2-40B4-BE49-F238E27FC236}">
                      <a16:creationId xmlns:a16="http://schemas.microsoft.com/office/drawing/2014/main" id="{6B91A5C3-DC3A-2109-DCF8-CEBE489BAB24}"/>
                    </a:ext>
                  </a:extLst>
                </p:cNvPr>
                <p:cNvSpPr/>
                <p:nvPr/>
              </p:nvSpPr>
              <p:spPr>
                <a:xfrm>
                  <a:off x="43505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" name="Google Shape;1364;p30">
                  <a:extLst>
                    <a:ext uri="{FF2B5EF4-FFF2-40B4-BE49-F238E27FC236}">
                      <a16:creationId xmlns:a16="http://schemas.microsoft.com/office/drawing/2014/main" id="{CDCC961D-B1BB-E659-BB68-39BA36157B1C}"/>
                    </a:ext>
                  </a:extLst>
                </p:cNvPr>
                <p:cNvSpPr/>
                <p:nvPr/>
              </p:nvSpPr>
              <p:spPr>
                <a:xfrm>
                  <a:off x="43510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6" name="Google Shape;1365;p30">
                <a:extLst>
                  <a:ext uri="{FF2B5EF4-FFF2-40B4-BE49-F238E27FC236}">
                    <a16:creationId xmlns:a16="http://schemas.microsoft.com/office/drawing/2014/main" id="{57A96F6F-A9E0-A36B-BC4E-390474AA567B}"/>
                  </a:ext>
                </a:extLst>
              </p:cNvPr>
              <p:cNvGrpSpPr/>
              <p:nvPr/>
            </p:nvGrpSpPr>
            <p:grpSpPr>
              <a:xfrm flipH="1">
                <a:off x="6590802" y="3914640"/>
                <a:ext cx="328827" cy="429717"/>
                <a:chOff x="5612846" y="2845934"/>
                <a:chExt cx="147423" cy="192655"/>
              </a:xfrm>
            </p:grpSpPr>
            <p:sp>
              <p:nvSpPr>
                <p:cNvPr id="57" name="Google Shape;1366;p30">
                  <a:extLst>
                    <a:ext uri="{FF2B5EF4-FFF2-40B4-BE49-F238E27FC236}">
                      <a16:creationId xmlns:a16="http://schemas.microsoft.com/office/drawing/2014/main" id="{BE98C114-CC79-D323-5AA8-92C91E45866E}"/>
                    </a:ext>
                  </a:extLst>
                </p:cNvPr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" name="Google Shape;1367;p30">
                  <a:extLst>
                    <a:ext uri="{FF2B5EF4-FFF2-40B4-BE49-F238E27FC236}">
                      <a16:creationId xmlns:a16="http://schemas.microsoft.com/office/drawing/2014/main" id="{F05C7E04-94AC-0C6E-50A1-EAFA15597B81}"/>
                    </a:ext>
                  </a:extLst>
                </p:cNvPr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" name="Google Shape;1368;p30">
                  <a:extLst>
                    <a:ext uri="{FF2B5EF4-FFF2-40B4-BE49-F238E27FC236}">
                      <a16:creationId xmlns:a16="http://schemas.microsoft.com/office/drawing/2014/main" id="{37840A4C-65D8-ABC1-556C-FD3914767946}"/>
                    </a:ext>
                  </a:extLst>
                </p:cNvPr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" name="Google Shape;1369;p30">
                  <a:extLst>
                    <a:ext uri="{FF2B5EF4-FFF2-40B4-BE49-F238E27FC236}">
                      <a16:creationId xmlns:a16="http://schemas.microsoft.com/office/drawing/2014/main" id="{0D990F12-6A9B-9AAA-F669-F925B359FBEA}"/>
                    </a:ext>
                  </a:extLst>
                </p:cNvPr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" name="Google Shape;1370;p30">
                  <a:extLst>
                    <a:ext uri="{FF2B5EF4-FFF2-40B4-BE49-F238E27FC236}">
                      <a16:creationId xmlns:a16="http://schemas.microsoft.com/office/drawing/2014/main" id="{062A334C-ED2F-BB29-B089-35E699C1BA80}"/>
                    </a:ext>
                  </a:extLst>
                </p:cNvPr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" name="Google Shape;1371;p30">
                  <a:extLst>
                    <a:ext uri="{FF2B5EF4-FFF2-40B4-BE49-F238E27FC236}">
                      <a16:creationId xmlns:a16="http://schemas.microsoft.com/office/drawing/2014/main" id="{C0F5064F-F71E-F93E-0F85-EAA681B321D0}"/>
                    </a:ext>
                  </a:extLst>
                </p:cNvPr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" name="Google Shape;1372;p30">
              <a:extLst>
                <a:ext uri="{FF2B5EF4-FFF2-40B4-BE49-F238E27FC236}">
                  <a16:creationId xmlns:a16="http://schemas.microsoft.com/office/drawing/2014/main" id="{0F9B22ED-8CE4-929D-DBF5-004153444AE7}"/>
                </a:ext>
              </a:extLst>
            </p:cNvPr>
            <p:cNvSpPr/>
            <p:nvPr/>
          </p:nvSpPr>
          <p:spPr>
            <a:xfrm flipH="1">
              <a:off x="9189886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373;p30">
              <a:extLst>
                <a:ext uri="{FF2B5EF4-FFF2-40B4-BE49-F238E27FC236}">
                  <a16:creationId xmlns:a16="http://schemas.microsoft.com/office/drawing/2014/main" id="{933E6A89-6AEC-4D3F-4F8C-AD3770E2709C}"/>
                </a:ext>
              </a:extLst>
            </p:cNvPr>
            <p:cNvSpPr/>
            <p:nvPr/>
          </p:nvSpPr>
          <p:spPr>
            <a:xfrm flipH="1">
              <a:off x="7950907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374;p30">
              <a:extLst>
                <a:ext uri="{FF2B5EF4-FFF2-40B4-BE49-F238E27FC236}">
                  <a16:creationId xmlns:a16="http://schemas.microsoft.com/office/drawing/2014/main" id="{CC887E97-D408-31DB-BC8B-661E9602705C}"/>
                </a:ext>
              </a:extLst>
            </p:cNvPr>
            <p:cNvSpPr/>
            <p:nvPr/>
          </p:nvSpPr>
          <p:spPr>
            <a:xfrm flipH="1">
              <a:off x="8570359" y="4422664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" name="Google Shape;1375;p30">
              <a:extLst>
                <a:ext uri="{FF2B5EF4-FFF2-40B4-BE49-F238E27FC236}">
                  <a16:creationId xmlns:a16="http://schemas.microsoft.com/office/drawing/2014/main" id="{E07058D2-8C48-5CDB-6396-D9E80FBBF5E1}"/>
                </a:ext>
              </a:extLst>
            </p:cNvPr>
            <p:cNvGrpSpPr/>
            <p:nvPr/>
          </p:nvGrpSpPr>
          <p:grpSpPr>
            <a:xfrm flipH="1">
              <a:off x="7133162" y="4525117"/>
              <a:ext cx="501352" cy="617327"/>
              <a:chOff x="5292342" y="3091129"/>
              <a:chExt cx="224771" cy="276766"/>
            </a:xfrm>
          </p:grpSpPr>
          <p:sp>
            <p:nvSpPr>
              <p:cNvPr id="10" name="Google Shape;1376;p30">
                <a:extLst>
                  <a:ext uri="{FF2B5EF4-FFF2-40B4-BE49-F238E27FC236}">
                    <a16:creationId xmlns:a16="http://schemas.microsoft.com/office/drawing/2014/main" id="{29D10FEF-EF14-4074-42C9-8AD4B67246F2}"/>
                  </a:ext>
                </a:extLst>
              </p:cNvPr>
              <p:cNvSpPr/>
              <p:nvPr/>
            </p:nvSpPr>
            <p:spPr>
              <a:xfrm>
                <a:off x="5378390" y="3254253"/>
                <a:ext cx="44247" cy="113642"/>
              </a:xfrm>
              <a:custGeom>
                <a:avLst/>
                <a:gdLst/>
                <a:ahLst/>
                <a:cxnLst/>
                <a:rect l="l" t="t" r="r" b="b"/>
                <a:pathLst>
                  <a:path w="44247" h="113642" extrusionOk="0">
                    <a:moveTo>
                      <a:pt x="0" y="0"/>
                    </a:moveTo>
                    <a:lnTo>
                      <a:pt x="44247" y="0"/>
                    </a:lnTo>
                    <a:lnTo>
                      <a:pt x="44247" y="113643"/>
                    </a:lnTo>
                    <a:lnTo>
                      <a:pt x="0" y="11364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" name="Google Shape;1377;p30">
                <a:extLst>
                  <a:ext uri="{FF2B5EF4-FFF2-40B4-BE49-F238E27FC236}">
                    <a16:creationId xmlns:a16="http://schemas.microsoft.com/office/drawing/2014/main" id="{A8D40EB5-1942-73C2-FA2E-3513251CE836}"/>
                  </a:ext>
                </a:extLst>
              </p:cNvPr>
              <p:cNvSpPr/>
              <p:nvPr/>
            </p:nvSpPr>
            <p:spPr>
              <a:xfrm>
                <a:off x="5292342" y="3091129"/>
                <a:ext cx="224771" cy="224770"/>
              </a:xfrm>
              <a:custGeom>
                <a:avLst/>
                <a:gdLst/>
                <a:ahLst/>
                <a:cxnLst/>
                <a:rect l="l" t="t" r="r" b="b"/>
                <a:pathLst>
                  <a:path w="224771" h="224770" extrusionOk="0">
                    <a:moveTo>
                      <a:pt x="112385" y="224771"/>
                    </a:moveTo>
                    <a:cubicBezTo>
                      <a:pt x="174271" y="224771"/>
                      <a:pt x="224771" y="174305"/>
                      <a:pt x="224771" y="112386"/>
                    </a:cubicBezTo>
                    <a:cubicBezTo>
                      <a:pt x="224771" y="50466"/>
                      <a:pt x="174305" y="0"/>
                      <a:pt x="112385" y="0"/>
                    </a:cubicBezTo>
                    <a:cubicBezTo>
                      <a:pt x="50466" y="0"/>
                      <a:pt x="0" y="50500"/>
                      <a:pt x="0" y="112386"/>
                    </a:cubicBezTo>
                    <a:cubicBezTo>
                      <a:pt x="0" y="174271"/>
                      <a:pt x="50466" y="224771"/>
                      <a:pt x="112385" y="22477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" name="Google Shape;1378;p30">
                <a:extLst>
                  <a:ext uri="{FF2B5EF4-FFF2-40B4-BE49-F238E27FC236}">
                    <a16:creationId xmlns:a16="http://schemas.microsoft.com/office/drawing/2014/main" id="{B1883925-A7A8-2DCA-8953-C5BAAE1D9D1C}"/>
                  </a:ext>
                </a:extLst>
              </p:cNvPr>
              <p:cNvSpPr/>
              <p:nvPr/>
            </p:nvSpPr>
            <p:spPr>
              <a:xfrm>
                <a:off x="5310116" y="3108903"/>
                <a:ext cx="189189" cy="189223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189223" extrusionOk="0">
                    <a:moveTo>
                      <a:pt x="94612" y="189224"/>
                    </a:moveTo>
                    <a:cubicBezTo>
                      <a:pt x="146710" y="189224"/>
                      <a:pt x="189190" y="146744"/>
                      <a:pt x="189190" y="94612"/>
                    </a:cubicBezTo>
                    <a:cubicBezTo>
                      <a:pt x="189190" y="42480"/>
                      <a:pt x="146710" y="0"/>
                      <a:pt x="94612" y="0"/>
                    </a:cubicBezTo>
                    <a:cubicBezTo>
                      <a:pt x="42514" y="0"/>
                      <a:pt x="0" y="42514"/>
                      <a:pt x="0" y="94612"/>
                    </a:cubicBezTo>
                    <a:cubicBezTo>
                      <a:pt x="0" y="146709"/>
                      <a:pt x="42480" y="189224"/>
                      <a:pt x="94612" y="18922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1379;p30">
                <a:extLst>
                  <a:ext uri="{FF2B5EF4-FFF2-40B4-BE49-F238E27FC236}">
                    <a16:creationId xmlns:a16="http://schemas.microsoft.com/office/drawing/2014/main" id="{83BCE5C1-6D88-31F2-3FA1-E4B307AFF252}"/>
                  </a:ext>
                </a:extLst>
              </p:cNvPr>
              <p:cNvSpPr/>
              <p:nvPr/>
            </p:nvSpPr>
            <p:spPr>
              <a:xfrm>
                <a:off x="5310116" y="3108937"/>
                <a:ext cx="189189" cy="98180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98180" extrusionOk="0">
                    <a:moveTo>
                      <a:pt x="94578" y="0"/>
                    </a:moveTo>
                    <a:cubicBezTo>
                      <a:pt x="146845" y="0"/>
                      <a:pt x="189190" y="42378"/>
                      <a:pt x="189190" y="94612"/>
                    </a:cubicBezTo>
                    <a:cubicBezTo>
                      <a:pt x="189190" y="95801"/>
                      <a:pt x="189190" y="96991"/>
                      <a:pt x="189122" y="98180"/>
                    </a:cubicBezTo>
                    <a:lnTo>
                      <a:pt x="68" y="98180"/>
                    </a:lnTo>
                    <a:cubicBezTo>
                      <a:pt x="68" y="96991"/>
                      <a:pt x="0" y="95801"/>
                      <a:pt x="0" y="94612"/>
                    </a:cubicBezTo>
                    <a:cubicBezTo>
                      <a:pt x="0" y="42378"/>
                      <a:pt x="42378" y="0"/>
                      <a:pt x="946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1380;p30">
                <a:extLst>
                  <a:ext uri="{FF2B5EF4-FFF2-40B4-BE49-F238E27FC236}">
                    <a16:creationId xmlns:a16="http://schemas.microsoft.com/office/drawing/2014/main" id="{558832A7-4C2E-3A69-5D3B-B11054DD9A3C}"/>
                  </a:ext>
                </a:extLst>
              </p:cNvPr>
              <p:cNvSpPr/>
              <p:nvPr/>
            </p:nvSpPr>
            <p:spPr>
              <a:xfrm>
                <a:off x="5402893" y="3125521"/>
                <a:ext cx="97853" cy="80440"/>
              </a:xfrm>
              <a:custGeom>
                <a:avLst/>
                <a:gdLst/>
                <a:ahLst/>
                <a:cxnLst/>
                <a:rect l="l" t="t" r="r" b="b"/>
                <a:pathLst>
                  <a:path w="97853" h="80440" extrusionOk="0">
                    <a:moveTo>
                      <a:pt x="88902" y="38810"/>
                    </a:moveTo>
                    <a:cubicBezTo>
                      <a:pt x="95223" y="52302"/>
                      <a:pt x="98078" y="66507"/>
                      <a:pt x="97840" y="80440"/>
                    </a:cubicBezTo>
                    <a:lnTo>
                      <a:pt x="0" y="80440"/>
                    </a:lnTo>
                    <a:lnTo>
                      <a:pt x="55428" y="0"/>
                    </a:lnTo>
                    <a:cubicBezTo>
                      <a:pt x="69497" y="9278"/>
                      <a:pt x="81256" y="22429"/>
                      <a:pt x="88902" y="3877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381;p30">
                <a:extLst>
                  <a:ext uri="{FF2B5EF4-FFF2-40B4-BE49-F238E27FC236}">
                    <a16:creationId xmlns:a16="http://schemas.microsoft.com/office/drawing/2014/main" id="{E78C5DF0-FB7D-ED47-61B8-60CF79E4C535}"/>
                  </a:ext>
                </a:extLst>
              </p:cNvPr>
              <p:cNvSpPr/>
              <p:nvPr/>
            </p:nvSpPr>
            <p:spPr>
              <a:xfrm>
                <a:off x="5362485" y="3109487"/>
                <a:ext cx="90873" cy="98173"/>
              </a:xfrm>
              <a:custGeom>
                <a:avLst/>
                <a:gdLst/>
                <a:ahLst/>
                <a:cxnLst/>
                <a:rect l="l" t="t" r="r" b="b"/>
                <a:pathLst>
                  <a:path w="90873" h="98173" extrusionOk="0">
                    <a:moveTo>
                      <a:pt x="50228" y="299"/>
                    </a:moveTo>
                    <a:cubicBezTo>
                      <a:pt x="65080" y="1455"/>
                      <a:pt x="78877" y="6008"/>
                      <a:pt x="90874" y="13111"/>
                    </a:cubicBezTo>
                    <a:lnTo>
                      <a:pt x="42548" y="98173"/>
                    </a:lnTo>
                    <a:lnTo>
                      <a:pt x="0" y="10257"/>
                    </a:lnTo>
                    <a:cubicBezTo>
                      <a:pt x="15055" y="2610"/>
                      <a:pt x="32217" y="-1128"/>
                      <a:pt x="50228" y="29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382;p30">
                <a:extLst>
                  <a:ext uri="{FF2B5EF4-FFF2-40B4-BE49-F238E27FC236}">
                    <a16:creationId xmlns:a16="http://schemas.microsoft.com/office/drawing/2014/main" id="{79521E28-C032-7CE4-4149-273508417E26}"/>
                  </a:ext>
                </a:extLst>
              </p:cNvPr>
              <p:cNvSpPr/>
              <p:nvPr/>
            </p:nvSpPr>
            <p:spPr>
              <a:xfrm>
                <a:off x="5311712" y="3126507"/>
                <a:ext cx="97738" cy="81629"/>
              </a:xfrm>
              <a:custGeom>
                <a:avLst/>
                <a:gdLst/>
                <a:ahLst/>
                <a:cxnLst/>
                <a:rect l="l" t="t" r="r" b="b"/>
                <a:pathLst>
                  <a:path w="97738" h="81629" extrusionOk="0">
                    <a:moveTo>
                      <a:pt x="11657" y="31775"/>
                    </a:moveTo>
                    <a:cubicBezTo>
                      <a:pt x="18862" y="18725"/>
                      <a:pt x="28649" y="8054"/>
                      <a:pt x="40068" y="0"/>
                    </a:cubicBezTo>
                    <a:lnTo>
                      <a:pt x="97739" y="79047"/>
                    </a:lnTo>
                    <a:lnTo>
                      <a:pt x="103" y="81630"/>
                    </a:lnTo>
                    <a:cubicBezTo>
                      <a:pt x="-679" y="64808"/>
                      <a:pt x="2991" y="47578"/>
                      <a:pt x="11691" y="3174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" name="Google Shape;1383;p30">
                <a:extLst>
                  <a:ext uri="{FF2B5EF4-FFF2-40B4-BE49-F238E27FC236}">
                    <a16:creationId xmlns:a16="http://schemas.microsoft.com/office/drawing/2014/main" id="{48253038-7E8B-E623-D938-7997045A7DE7}"/>
                  </a:ext>
                </a:extLst>
              </p:cNvPr>
              <p:cNvGrpSpPr/>
              <p:nvPr/>
            </p:nvGrpSpPr>
            <p:grpSpPr>
              <a:xfrm>
                <a:off x="5361045" y="3146273"/>
                <a:ext cx="64409" cy="79667"/>
                <a:chOff x="5361045" y="3146273"/>
                <a:chExt cx="64409" cy="79667"/>
              </a:xfrm>
            </p:grpSpPr>
            <p:sp>
              <p:nvSpPr>
                <p:cNvPr id="18" name="Google Shape;1384;p30">
                  <a:extLst>
                    <a:ext uri="{FF2B5EF4-FFF2-40B4-BE49-F238E27FC236}">
                      <a16:creationId xmlns:a16="http://schemas.microsoft.com/office/drawing/2014/main" id="{32A685BC-4E3E-308D-DF3F-C6EF6A9ACBD8}"/>
                    </a:ext>
                  </a:extLst>
                </p:cNvPr>
                <p:cNvSpPr/>
                <p:nvPr/>
              </p:nvSpPr>
              <p:spPr>
                <a:xfrm>
                  <a:off x="5382608" y="3183094"/>
                  <a:ext cx="42846" cy="42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46" h="42846" extrusionOk="0">
                      <a:moveTo>
                        <a:pt x="17328" y="404"/>
                      </a:moveTo>
                      <a:cubicBezTo>
                        <a:pt x="28951" y="-1873"/>
                        <a:pt x="40166" y="5705"/>
                        <a:pt x="42442" y="17328"/>
                      </a:cubicBezTo>
                      <a:cubicBezTo>
                        <a:pt x="44719" y="28951"/>
                        <a:pt x="37141" y="40199"/>
                        <a:pt x="25518" y="42442"/>
                      </a:cubicBezTo>
                      <a:cubicBezTo>
                        <a:pt x="13896" y="44719"/>
                        <a:pt x="2647" y="37141"/>
                        <a:pt x="404" y="25518"/>
                      </a:cubicBezTo>
                      <a:cubicBezTo>
                        <a:pt x="-1873" y="13930"/>
                        <a:pt x="5706" y="2681"/>
                        <a:pt x="17328" y="43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" name="Google Shape;1385;p30">
                  <a:extLst>
                    <a:ext uri="{FF2B5EF4-FFF2-40B4-BE49-F238E27FC236}">
                      <a16:creationId xmlns:a16="http://schemas.microsoft.com/office/drawing/2014/main" id="{CB89421E-C25D-37DB-8FD2-1EF0232E9D21}"/>
                    </a:ext>
                  </a:extLst>
                </p:cNvPr>
                <p:cNvSpPr/>
                <p:nvPr/>
              </p:nvSpPr>
              <p:spPr>
                <a:xfrm>
                  <a:off x="5361045" y="3146273"/>
                  <a:ext cx="43376" cy="54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76" h="54353" extrusionOk="0">
                      <a:moveTo>
                        <a:pt x="30327" y="54353"/>
                      </a:moveTo>
                      <a:lnTo>
                        <a:pt x="43376" y="45348"/>
                      </a:lnTo>
                      <a:lnTo>
                        <a:pt x="14456" y="3411"/>
                      </a:lnTo>
                      <a:cubicBezTo>
                        <a:pt x="11975" y="-191"/>
                        <a:pt x="6980" y="-1075"/>
                        <a:pt x="3411" y="1406"/>
                      </a:cubicBezTo>
                      <a:lnTo>
                        <a:pt x="3411" y="1406"/>
                      </a:lnTo>
                      <a:cubicBezTo>
                        <a:pt x="-191" y="3853"/>
                        <a:pt x="-1075" y="8815"/>
                        <a:pt x="1406" y="12451"/>
                      </a:cubicBezTo>
                      <a:lnTo>
                        <a:pt x="30361" y="5435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22" name="Google Shape;1386;p30">
            <a:extLst>
              <a:ext uri="{FF2B5EF4-FFF2-40B4-BE49-F238E27FC236}">
                <a16:creationId xmlns:a16="http://schemas.microsoft.com/office/drawing/2014/main" id="{DC14E825-FE93-E182-6000-01C6420D5B37}"/>
              </a:ext>
            </a:extLst>
          </p:cNvPr>
          <p:cNvGrpSpPr/>
          <p:nvPr/>
        </p:nvGrpSpPr>
        <p:grpSpPr>
          <a:xfrm>
            <a:off x="-2568593" y="-266446"/>
            <a:ext cx="1392653" cy="3806820"/>
            <a:chOff x="7569444" y="2914051"/>
            <a:chExt cx="456473" cy="1247769"/>
          </a:xfrm>
        </p:grpSpPr>
        <p:sp>
          <p:nvSpPr>
            <p:cNvPr id="123" name="Google Shape;1387;p30">
              <a:extLst>
                <a:ext uri="{FF2B5EF4-FFF2-40B4-BE49-F238E27FC236}">
                  <a16:creationId xmlns:a16="http://schemas.microsoft.com/office/drawing/2014/main" id="{06D1213D-D258-58EB-3749-8078753D4C36}"/>
                </a:ext>
              </a:extLst>
            </p:cNvPr>
            <p:cNvSpPr/>
            <p:nvPr/>
          </p:nvSpPr>
          <p:spPr>
            <a:xfrm>
              <a:off x="7774605" y="2946357"/>
              <a:ext cx="43737" cy="824553"/>
            </a:xfrm>
            <a:custGeom>
              <a:avLst/>
              <a:gdLst/>
              <a:ahLst/>
              <a:cxnLst/>
              <a:rect l="l" t="t" r="r" b="b"/>
              <a:pathLst>
                <a:path w="43737" h="349017" extrusionOk="0">
                  <a:moveTo>
                    <a:pt x="0" y="0"/>
                  </a:moveTo>
                  <a:lnTo>
                    <a:pt x="43738" y="0"/>
                  </a:lnTo>
                  <a:lnTo>
                    <a:pt x="43738" y="349017"/>
                  </a:lnTo>
                  <a:lnTo>
                    <a:pt x="0" y="34901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388;p30">
              <a:extLst>
                <a:ext uri="{FF2B5EF4-FFF2-40B4-BE49-F238E27FC236}">
                  <a16:creationId xmlns:a16="http://schemas.microsoft.com/office/drawing/2014/main" id="{16503F6B-2E0D-97AD-C05A-B2478565501E}"/>
                </a:ext>
              </a:extLst>
            </p:cNvPr>
            <p:cNvSpPr/>
            <p:nvPr/>
          </p:nvSpPr>
          <p:spPr>
            <a:xfrm>
              <a:off x="7705754" y="2914051"/>
              <a:ext cx="181440" cy="72386"/>
            </a:xfrm>
            <a:custGeom>
              <a:avLst/>
              <a:gdLst/>
              <a:ahLst/>
              <a:cxnLst/>
              <a:rect l="l" t="t" r="r" b="b"/>
              <a:pathLst>
                <a:path w="181440" h="72386" extrusionOk="0">
                  <a:moveTo>
                    <a:pt x="36193" y="0"/>
                  </a:moveTo>
                  <a:lnTo>
                    <a:pt x="145248" y="0"/>
                  </a:lnTo>
                  <a:cubicBezTo>
                    <a:pt x="165162" y="0"/>
                    <a:pt x="181441" y="16278"/>
                    <a:pt x="181441" y="36193"/>
                  </a:cubicBezTo>
                  <a:lnTo>
                    <a:pt x="181441" y="36193"/>
                  </a:lnTo>
                  <a:cubicBezTo>
                    <a:pt x="181441" y="56108"/>
                    <a:pt x="165162" y="72386"/>
                    <a:pt x="145248" y="72386"/>
                  </a:cubicBezTo>
                  <a:lnTo>
                    <a:pt x="36193" y="72386"/>
                  </a:lnTo>
                  <a:cubicBezTo>
                    <a:pt x="16279" y="72386"/>
                    <a:pt x="0" y="56108"/>
                    <a:pt x="0" y="36193"/>
                  </a:cubicBezTo>
                  <a:lnTo>
                    <a:pt x="0" y="36193"/>
                  </a:lnTo>
                  <a:cubicBezTo>
                    <a:pt x="0" y="16278"/>
                    <a:pt x="16279" y="0"/>
                    <a:pt x="36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389;p30">
              <a:extLst>
                <a:ext uri="{FF2B5EF4-FFF2-40B4-BE49-F238E27FC236}">
                  <a16:creationId xmlns:a16="http://schemas.microsoft.com/office/drawing/2014/main" id="{D6D1FCB7-DFC2-8EE6-8EB6-46E4FF57ED50}"/>
                </a:ext>
              </a:extLst>
            </p:cNvPr>
            <p:cNvSpPr/>
            <p:nvPr/>
          </p:nvSpPr>
          <p:spPr>
            <a:xfrm>
              <a:off x="7735761" y="3795302"/>
              <a:ext cx="122717" cy="69735"/>
            </a:xfrm>
            <a:custGeom>
              <a:avLst/>
              <a:gdLst/>
              <a:ahLst/>
              <a:cxnLst/>
              <a:rect l="l" t="t" r="r" b="b"/>
              <a:pathLst>
                <a:path w="122717" h="69735" extrusionOk="0">
                  <a:moveTo>
                    <a:pt x="0" y="69736"/>
                  </a:moveTo>
                  <a:lnTo>
                    <a:pt x="122717" y="69736"/>
                  </a:lnTo>
                  <a:lnTo>
                    <a:pt x="122717" y="9924"/>
                  </a:lnTo>
                  <a:cubicBezTo>
                    <a:pt x="122717" y="4452"/>
                    <a:pt x="118231" y="0"/>
                    <a:pt x="112794" y="0"/>
                  </a:cubicBezTo>
                  <a:lnTo>
                    <a:pt x="9924" y="0"/>
                  </a:lnTo>
                  <a:cubicBezTo>
                    <a:pt x="4452" y="0"/>
                    <a:pt x="0" y="4486"/>
                    <a:pt x="0" y="9924"/>
                  </a:cubicBezTo>
                  <a:lnTo>
                    <a:pt x="0" y="697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390;p30">
              <a:extLst>
                <a:ext uri="{FF2B5EF4-FFF2-40B4-BE49-F238E27FC236}">
                  <a16:creationId xmlns:a16="http://schemas.microsoft.com/office/drawing/2014/main" id="{5729CB8A-4026-6EE4-B727-62D3A290CFBF}"/>
                </a:ext>
              </a:extLst>
            </p:cNvPr>
            <p:cNvSpPr/>
            <p:nvPr/>
          </p:nvSpPr>
          <p:spPr>
            <a:xfrm>
              <a:off x="7735897" y="3795268"/>
              <a:ext cx="122444" cy="8292"/>
            </a:xfrm>
            <a:custGeom>
              <a:avLst/>
              <a:gdLst/>
              <a:ahLst/>
              <a:cxnLst/>
              <a:rect l="l" t="t" r="r" b="b"/>
              <a:pathLst>
                <a:path w="122444" h="8292" extrusionOk="0">
                  <a:moveTo>
                    <a:pt x="122445" y="8292"/>
                  </a:moveTo>
                  <a:cubicBezTo>
                    <a:pt x="121663" y="3603"/>
                    <a:pt x="117551" y="0"/>
                    <a:pt x="112658" y="0"/>
                  </a:cubicBezTo>
                  <a:lnTo>
                    <a:pt x="9788" y="0"/>
                  </a:lnTo>
                  <a:cubicBezTo>
                    <a:pt x="4894" y="0"/>
                    <a:pt x="782" y="3603"/>
                    <a:pt x="0" y="8292"/>
                  </a:cubicBezTo>
                  <a:lnTo>
                    <a:pt x="122445" y="82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391;p30">
              <a:extLst>
                <a:ext uri="{FF2B5EF4-FFF2-40B4-BE49-F238E27FC236}">
                  <a16:creationId xmlns:a16="http://schemas.microsoft.com/office/drawing/2014/main" id="{2808120E-7EAB-289A-DAF0-9E15BB51B6DB}"/>
                </a:ext>
              </a:extLst>
            </p:cNvPr>
            <p:cNvSpPr/>
            <p:nvPr/>
          </p:nvSpPr>
          <p:spPr>
            <a:xfrm>
              <a:off x="7761249" y="3757172"/>
              <a:ext cx="71740" cy="39727"/>
            </a:xfrm>
            <a:custGeom>
              <a:avLst/>
              <a:gdLst/>
              <a:ahLst/>
              <a:cxnLst/>
              <a:rect l="l" t="t" r="r" b="b"/>
              <a:pathLst>
                <a:path w="71740" h="39727" extrusionOk="0">
                  <a:moveTo>
                    <a:pt x="0" y="39727"/>
                  </a:moveTo>
                  <a:lnTo>
                    <a:pt x="71741" y="39727"/>
                  </a:lnTo>
                  <a:lnTo>
                    <a:pt x="71741" y="9923"/>
                  </a:lnTo>
                  <a:cubicBezTo>
                    <a:pt x="71741" y="4452"/>
                    <a:pt x="67289" y="0"/>
                    <a:pt x="61818" y="0"/>
                  </a:cubicBezTo>
                  <a:lnTo>
                    <a:pt x="9958" y="0"/>
                  </a:lnTo>
                  <a:cubicBezTo>
                    <a:pt x="4486" y="0"/>
                    <a:pt x="34" y="4452"/>
                    <a:pt x="34" y="9923"/>
                  </a:cubicBezTo>
                  <a:lnTo>
                    <a:pt x="34" y="397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392;p30">
              <a:extLst>
                <a:ext uri="{FF2B5EF4-FFF2-40B4-BE49-F238E27FC236}">
                  <a16:creationId xmlns:a16="http://schemas.microsoft.com/office/drawing/2014/main" id="{A3106AD1-5D7D-1586-5140-6A959AC67AA9}"/>
                </a:ext>
              </a:extLst>
            </p:cNvPr>
            <p:cNvSpPr/>
            <p:nvPr/>
          </p:nvSpPr>
          <p:spPr>
            <a:xfrm>
              <a:off x="7761556" y="3757138"/>
              <a:ext cx="71196" cy="7646"/>
            </a:xfrm>
            <a:custGeom>
              <a:avLst/>
              <a:gdLst/>
              <a:ahLst/>
              <a:cxnLst/>
              <a:rect l="l" t="t" r="r" b="b"/>
              <a:pathLst>
                <a:path w="71196" h="7646" extrusionOk="0">
                  <a:moveTo>
                    <a:pt x="71163" y="7646"/>
                  </a:moveTo>
                  <a:cubicBezTo>
                    <a:pt x="70110" y="3262"/>
                    <a:pt x="66167" y="0"/>
                    <a:pt x="61512" y="0"/>
                  </a:cubicBezTo>
                  <a:lnTo>
                    <a:pt x="9652" y="0"/>
                  </a:lnTo>
                  <a:cubicBezTo>
                    <a:pt x="4996" y="0"/>
                    <a:pt x="1020" y="3262"/>
                    <a:pt x="0" y="7646"/>
                  </a:cubicBezTo>
                  <a:lnTo>
                    <a:pt x="71197" y="76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393;p30">
              <a:extLst>
                <a:ext uri="{FF2B5EF4-FFF2-40B4-BE49-F238E27FC236}">
                  <a16:creationId xmlns:a16="http://schemas.microsoft.com/office/drawing/2014/main" id="{C20A5D97-AD78-2D81-975A-20B47E92BA7F}"/>
                </a:ext>
              </a:extLst>
            </p:cNvPr>
            <p:cNvSpPr/>
            <p:nvPr/>
          </p:nvSpPr>
          <p:spPr>
            <a:xfrm>
              <a:off x="7578755" y="3861231"/>
              <a:ext cx="171280" cy="178790"/>
            </a:xfrm>
            <a:custGeom>
              <a:avLst/>
              <a:gdLst/>
              <a:ahLst/>
              <a:cxnLst/>
              <a:rect l="l" t="t" r="r" b="b"/>
              <a:pathLst>
                <a:path w="171280" h="178790" extrusionOk="0">
                  <a:moveTo>
                    <a:pt x="112216" y="0"/>
                  </a:moveTo>
                  <a:lnTo>
                    <a:pt x="171281" y="54850"/>
                  </a:lnTo>
                  <a:lnTo>
                    <a:pt x="28750" y="178791"/>
                  </a:lnTo>
                  <a:lnTo>
                    <a:pt x="0" y="152079"/>
                  </a:lnTo>
                  <a:lnTo>
                    <a:pt x="112250" y="0"/>
                  </a:lnTo>
                  <a:lnTo>
                    <a:pt x="112250" y="0"/>
                  </a:lnTo>
                  <a:close/>
                  <a:moveTo>
                    <a:pt x="108410" y="63312"/>
                  </a:moveTo>
                  <a:cubicBezTo>
                    <a:pt x="105419" y="60458"/>
                    <a:pt x="100593" y="60594"/>
                    <a:pt x="97738" y="63584"/>
                  </a:cubicBezTo>
                  <a:lnTo>
                    <a:pt x="51996" y="111910"/>
                  </a:lnTo>
                  <a:cubicBezTo>
                    <a:pt x="49141" y="114900"/>
                    <a:pt x="49277" y="119726"/>
                    <a:pt x="52302" y="122581"/>
                  </a:cubicBezTo>
                  <a:lnTo>
                    <a:pt x="52302" y="122581"/>
                  </a:lnTo>
                  <a:cubicBezTo>
                    <a:pt x="55326" y="125436"/>
                    <a:pt x="60119" y="125300"/>
                    <a:pt x="62973" y="122309"/>
                  </a:cubicBezTo>
                  <a:lnTo>
                    <a:pt x="108715" y="73984"/>
                  </a:lnTo>
                  <a:cubicBezTo>
                    <a:pt x="111570" y="70959"/>
                    <a:pt x="111434" y="66167"/>
                    <a:pt x="108444" y="63312"/>
                  </a:cubicBezTo>
                  <a:lnTo>
                    <a:pt x="108444" y="633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94;p30">
              <a:extLst>
                <a:ext uri="{FF2B5EF4-FFF2-40B4-BE49-F238E27FC236}">
                  <a16:creationId xmlns:a16="http://schemas.microsoft.com/office/drawing/2014/main" id="{D926CB8C-1FFD-0192-A9EE-88EA44BDFA62}"/>
                </a:ext>
              </a:extLst>
            </p:cNvPr>
            <p:cNvSpPr/>
            <p:nvPr/>
          </p:nvSpPr>
          <p:spPr>
            <a:xfrm>
              <a:off x="7845327" y="3860042"/>
              <a:ext cx="171279" cy="178824"/>
            </a:xfrm>
            <a:custGeom>
              <a:avLst/>
              <a:gdLst/>
              <a:ahLst/>
              <a:cxnLst/>
              <a:rect l="l" t="t" r="r" b="b"/>
              <a:pathLst>
                <a:path w="171279" h="178824" extrusionOk="0">
                  <a:moveTo>
                    <a:pt x="59064" y="0"/>
                  </a:moveTo>
                  <a:lnTo>
                    <a:pt x="0" y="54850"/>
                  </a:lnTo>
                  <a:lnTo>
                    <a:pt x="142529" y="178825"/>
                  </a:lnTo>
                  <a:lnTo>
                    <a:pt x="171280" y="152113"/>
                  </a:lnTo>
                  <a:lnTo>
                    <a:pt x="59030" y="34"/>
                  </a:lnTo>
                  <a:lnTo>
                    <a:pt x="59030" y="34"/>
                  </a:lnTo>
                  <a:close/>
                  <a:moveTo>
                    <a:pt x="62871" y="63312"/>
                  </a:moveTo>
                  <a:cubicBezTo>
                    <a:pt x="65895" y="60458"/>
                    <a:pt x="70686" y="60594"/>
                    <a:pt x="73541" y="63584"/>
                  </a:cubicBezTo>
                  <a:lnTo>
                    <a:pt x="119284" y="111910"/>
                  </a:lnTo>
                  <a:cubicBezTo>
                    <a:pt x="122139" y="114934"/>
                    <a:pt x="122003" y="119726"/>
                    <a:pt x="119012" y="122581"/>
                  </a:cubicBezTo>
                  <a:lnTo>
                    <a:pt x="119012" y="122581"/>
                  </a:lnTo>
                  <a:cubicBezTo>
                    <a:pt x="115987" y="125435"/>
                    <a:pt x="111196" y="125300"/>
                    <a:pt x="108341" y="122309"/>
                  </a:cubicBezTo>
                  <a:lnTo>
                    <a:pt x="62599" y="73983"/>
                  </a:lnTo>
                  <a:cubicBezTo>
                    <a:pt x="59744" y="70959"/>
                    <a:pt x="59880" y="66167"/>
                    <a:pt x="62904" y="63312"/>
                  </a:cubicBezTo>
                  <a:lnTo>
                    <a:pt x="62904" y="633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95;p30">
              <a:extLst>
                <a:ext uri="{FF2B5EF4-FFF2-40B4-BE49-F238E27FC236}">
                  <a16:creationId xmlns:a16="http://schemas.microsoft.com/office/drawing/2014/main" id="{321F7831-3A52-E979-49DA-CBFB305993E5}"/>
                </a:ext>
              </a:extLst>
            </p:cNvPr>
            <p:cNvSpPr/>
            <p:nvPr/>
          </p:nvSpPr>
          <p:spPr>
            <a:xfrm>
              <a:off x="7679538" y="3848961"/>
              <a:ext cx="80741" cy="80717"/>
            </a:xfrm>
            <a:custGeom>
              <a:avLst/>
              <a:gdLst/>
              <a:ahLst/>
              <a:cxnLst/>
              <a:rect l="l" t="t" r="r" b="b"/>
              <a:pathLst>
                <a:path w="80741" h="80717" extrusionOk="0">
                  <a:moveTo>
                    <a:pt x="12928" y="69942"/>
                  </a:moveTo>
                  <a:cubicBezTo>
                    <a:pt x="29241" y="85099"/>
                    <a:pt x="54797" y="84147"/>
                    <a:pt x="69953" y="67835"/>
                  </a:cubicBezTo>
                  <a:cubicBezTo>
                    <a:pt x="85110" y="51488"/>
                    <a:pt x="84193" y="25966"/>
                    <a:pt x="67847" y="10775"/>
                  </a:cubicBezTo>
                  <a:cubicBezTo>
                    <a:pt x="51534" y="-4382"/>
                    <a:pt x="25978" y="-3430"/>
                    <a:pt x="10787" y="12882"/>
                  </a:cubicBezTo>
                  <a:cubicBezTo>
                    <a:pt x="-4369" y="29229"/>
                    <a:pt x="-3452" y="54751"/>
                    <a:pt x="12894" y="699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96;p30">
              <a:extLst>
                <a:ext uri="{FF2B5EF4-FFF2-40B4-BE49-F238E27FC236}">
                  <a16:creationId xmlns:a16="http://schemas.microsoft.com/office/drawing/2014/main" id="{34868B2D-85C7-D5C1-7110-184420A90BB6}"/>
                </a:ext>
              </a:extLst>
            </p:cNvPr>
            <p:cNvSpPr/>
            <p:nvPr/>
          </p:nvSpPr>
          <p:spPr>
            <a:xfrm>
              <a:off x="7835027" y="3847805"/>
              <a:ext cx="80683" cy="80683"/>
            </a:xfrm>
            <a:custGeom>
              <a:avLst/>
              <a:gdLst/>
              <a:ahLst/>
              <a:cxnLst/>
              <a:rect l="l" t="t" r="r" b="b"/>
              <a:pathLst>
                <a:path w="80683" h="80683" extrusionOk="0">
                  <a:moveTo>
                    <a:pt x="67835" y="69908"/>
                  </a:moveTo>
                  <a:cubicBezTo>
                    <a:pt x="51488" y="85065"/>
                    <a:pt x="25966" y="84113"/>
                    <a:pt x="10775" y="67801"/>
                  </a:cubicBezTo>
                  <a:cubicBezTo>
                    <a:pt x="-4382" y="51488"/>
                    <a:pt x="-3430" y="25932"/>
                    <a:pt x="12882" y="10775"/>
                  </a:cubicBezTo>
                  <a:cubicBezTo>
                    <a:pt x="29194" y="-4381"/>
                    <a:pt x="54751" y="-3430"/>
                    <a:pt x="69907" y="12882"/>
                  </a:cubicBezTo>
                  <a:cubicBezTo>
                    <a:pt x="85065" y="29229"/>
                    <a:pt x="84113" y="54751"/>
                    <a:pt x="67801" y="699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97;p30">
              <a:extLst>
                <a:ext uri="{FF2B5EF4-FFF2-40B4-BE49-F238E27FC236}">
                  <a16:creationId xmlns:a16="http://schemas.microsoft.com/office/drawing/2014/main" id="{E20E4CE3-860D-C81A-A78B-51A8F06C5915}"/>
                </a:ext>
              </a:extLst>
            </p:cNvPr>
            <p:cNvSpPr/>
            <p:nvPr/>
          </p:nvSpPr>
          <p:spPr>
            <a:xfrm>
              <a:off x="7577226" y="3998731"/>
              <a:ext cx="139844" cy="148884"/>
            </a:xfrm>
            <a:custGeom>
              <a:avLst/>
              <a:gdLst/>
              <a:ahLst/>
              <a:cxnLst/>
              <a:rect l="l" t="t" r="r" b="b"/>
              <a:pathLst>
                <a:path w="139844" h="148884" extrusionOk="0">
                  <a:moveTo>
                    <a:pt x="0" y="43874"/>
                  </a:moveTo>
                  <a:lnTo>
                    <a:pt x="50025" y="0"/>
                  </a:lnTo>
                  <a:lnTo>
                    <a:pt x="139844" y="127509"/>
                  </a:lnTo>
                  <a:lnTo>
                    <a:pt x="115478" y="148885"/>
                  </a:lnTo>
                  <a:lnTo>
                    <a:pt x="0" y="43874"/>
                  </a:lnTo>
                  <a:lnTo>
                    <a:pt x="0" y="43874"/>
                  </a:lnTo>
                  <a:close/>
                  <a:moveTo>
                    <a:pt x="94917" y="101884"/>
                  </a:moveTo>
                  <a:lnTo>
                    <a:pt x="94917" y="101884"/>
                  </a:lnTo>
                  <a:cubicBezTo>
                    <a:pt x="97500" y="99709"/>
                    <a:pt x="97772" y="95802"/>
                    <a:pt x="95564" y="93253"/>
                  </a:cubicBezTo>
                  <a:lnTo>
                    <a:pt x="60322" y="52234"/>
                  </a:lnTo>
                  <a:cubicBezTo>
                    <a:pt x="58113" y="49685"/>
                    <a:pt x="54239" y="49379"/>
                    <a:pt x="51656" y="51588"/>
                  </a:cubicBezTo>
                  <a:lnTo>
                    <a:pt x="51656" y="51588"/>
                  </a:lnTo>
                  <a:cubicBezTo>
                    <a:pt x="49107" y="53797"/>
                    <a:pt x="48802" y="57671"/>
                    <a:pt x="51010" y="60220"/>
                  </a:cubicBezTo>
                  <a:lnTo>
                    <a:pt x="86252" y="101239"/>
                  </a:lnTo>
                  <a:cubicBezTo>
                    <a:pt x="88427" y="103788"/>
                    <a:pt x="92335" y="104093"/>
                    <a:pt x="94883" y="1018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98;p30">
              <a:extLst>
                <a:ext uri="{FF2B5EF4-FFF2-40B4-BE49-F238E27FC236}">
                  <a16:creationId xmlns:a16="http://schemas.microsoft.com/office/drawing/2014/main" id="{89D2FDF5-25BA-4D72-9EC2-9716CACC6DF7}"/>
                </a:ext>
              </a:extLst>
            </p:cNvPr>
            <p:cNvSpPr/>
            <p:nvPr/>
          </p:nvSpPr>
          <p:spPr>
            <a:xfrm>
              <a:off x="7878257" y="3997576"/>
              <a:ext cx="139844" cy="148884"/>
            </a:xfrm>
            <a:custGeom>
              <a:avLst/>
              <a:gdLst/>
              <a:ahLst/>
              <a:cxnLst/>
              <a:rect l="l" t="t" r="r" b="b"/>
              <a:pathLst>
                <a:path w="139844" h="148884" extrusionOk="0">
                  <a:moveTo>
                    <a:pt x="139844" y="43874"/>
                  </a:moveTo>
                  <a:lnTo>
                    <a:pt x="89820" y="0"/>
                  </a:lnTo>
                  <a:lnTo>
                    <a:pt x="0" y="127509"/>
                  </a:lnTo>
                  <a:lnTo>
                    <a:pt x="24366" y="148884"/>
                  </a:lnTo>
                  <a:lnTo>
                    <a:pt x="139844" y="43874"/>
                  </a:lnTo>
                  <a:lnTo>
                    <a:pt x="139844" y="43874"/>
                  </a:lnTo>
                  <a:close/>
                  <a:moveTo>
                    <a:pt x="44927" y="101884"/>
                  </a:moveTo>
                  <a:lnTo>
                    <a:pt x="44927" y="101884"/>
                  </a:lnTo>
                  <a:cubicBezTo>
                    <a:pt x="42378" y="99709"/>
                    <a:pt x="42072" y="95801"/>
                    <a:pt x="44281" y="93252"/>
                  </a:cubicBezTo>
                  <a:lnTo>
                    <a:pt x="79523" y="52268"/>
                  </a:lnTo>
                  <a:cubicBezTo>
                    <a:pt x="81732" y="49685"/>
                    <a:pt x="85606" y="49413"/>
                    <a:pt x="88155" y="51622"/>
                  </a:cubicBezTo>
                  <a:lnTo>
                    <a:pt x="88155" y="51622"/>
                  </a:lnTo>
                  <a:cubicBezTo>
                    <a:pt x="90703" y="53831"/>
                    <a:pt x="91010" y="57705"/>
                    <a:pt x="88800" y="60254"/>
                  </a:cubicBezTo>
                  <a:lnTo>
                    <a:pt x="53559" y="101273"/>
                  </a:lnTo>
                  <a:cubicBezTo>
                    <a:pt x="51350" y="103821"/>
                    <a:pt x="47476" y="104127"/>
                    <a:pt x="44893" y="1019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99;p30">
              <a:extLst>
                <a:ext uri="{FF2B5EF4-FFF2-40B4-BE49-F238E27FC236}">
                  <a16:creationId xmlns:a16="http://schemas.microsoft.com/office/drawing/2014/main" id="{B7BB4177-BAE2-A72D-17A5-E7F685A87E4B}"/>
                </a:ext>
              </a:extLst>
            </p:cNvPr>
            <p:cNvSpPr/>
            <p:nvPr/>
          </p:nvSpPr>
          <p:spPr>
            <a:xfrm>
              <a:off x="7569444" y="3987823"/>
              <a:ext cx="66646" cy="66675"/>
            </a:xfrm>
            <a:custGeom>
              <a:avLst/>
              <a:gdLst/>
              <a:ahLst/>
              <a:cxnLst/>
              <a:rect l="l" t="t" r="r" b="b"/>
              <a:pathLst>
                <a:path w="66646" h="66675" extrusionOk="0">
                  <a:moveTo>
                    <a:pt x="55291" y="58384"/>
                  </a:moveTo>
                  <a:cubicBezTo>
                    <a:pt x="69123" y="46252"/>
                    <a:pt x="70516" y="25182"/>
                    <a:pt x="58384" y="11350"/>
                  </a:cubicBezTo>
                  <a:cubicBezTo>
                    <a:pt x="46252" y="-2482"/>
                    <a:pt x="25182" y="-3875"/>
                    <a:pt x="11350" y="8291"/>
                  </a:cubicBezTo>
                  <a:cubicBezTo>
                    <a:pt x="-2482" y="20424"/>
                    <a:pt x="-3875" y="41494"/>
                    <a:pt x="8291" y="55325"/>
                  </a:cubicBezTo>
                  <a:cubicBezTo>
                    <a:pt x="20424" y="69157"/>
                    <a:pt x="41494" y="70550"/>
                    <a:pt x="55325" y="58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400;p30">
              <a:extLst>
                <a:ext uri="{FF2B5EF4-FFF2-40B4-BE49-F238E27FC236}">
                  <a16:creationId xmlns:a16="http://schemas.microsoft.com/office/drawing/2014/main" id="{FA5C1BCB-3B7A-7DE7-9DFE-47BA6A8BF4B7}"/>
                </a:ext>
              </a:extLst>
            </p:cNvPr>
            <p:cNvSpPr/>
            <p:nvPr/>
          </p:nvSpPr>
          <p:spPr>
            <a:xfrm>
              <a:off x="7959242" y="3986668"/>
              <a:ext cx="66675" cy="66680"/>
            </a:xfrm>
            <a:custGeom>
              <a:avLst/>
              <a:gdLst/>
              <a:ahLst/>
              <a:cxnLst/>
              <a:rect l="l" t="t" r="r" b="b"/>
              <a:pathLst>
                <a:path w="66675" h="66680" extrusionOk="0">
                  <a:moveTo>
                    <a:pt x="55325" y="58384"/>
                  </a:moveTo>
                  <a:cubicBezTo>
                    <a:pt x="69157" y="46252"/>
                    <a:pt x="70550" y="25181"/>
                    <a:pt x="58384" y="11350"/>
                  </a:cubicBezTo>
                  <a:cubicBezTo>
                    <a:pt x="46252" y="-2482"/>
                    <a:pt x="25182" y="-3875"/>
                    <a:pt x="11350" y="8291"/>
                  </a:cubicBezTo>
                  <a:cubicBezTo>
                    <a:pt x="-2482" y="20423"/>
                    <a:pt x="-3875" y="41494"/>
                    <a:pt x="8292" y="55325"/>
                  </a:cubicBezTo>
                  <a:cubicBezTo>
                    <a:pt x="20423" y="69157"/>
                    <a:pt x="41494" y="70550"/>
                    <a:pt x="55325" y="584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401;p30">
              <a:extLst>
                <a:ext uri="{FF2B5EF4-FFF2-40B4-BE49-F238E27FC236}">
                  <a16:creationId xmlns:a16="http://schemas.microsoft.com/office/drawing/2014/main" id="{16B10EDA-EF66-8B78-9DF5-E1B6B35E4DE8}"/>
                </a:ext>
              </a:extLst>
            </p:cNvPr>
            <p:cNvSpPr/>
            <p:nvPr/>
          </p:nvSpPr>
          <p:spPr>
            <a:xfrm>
              <a:off x="7693791" y="3864562"/>
              <a:ext cx="206598" cy="49514"/>
            </a:xfrm>
            <a:custGeom>
              <a:avLst/>
              <a:gdLst/>
              <a:ahLst/>
              <a:cxnLst/>
              <a:rect l="l" t="t" r="r" b="b"/>
              <a:pathLst>
                <a:path w="206598" h="49514" extrusionOk="0">
                  <a:moveTo>
                    <a:pt x="22939" y="0"/>
                  </a:moveTo>
                  <a:lnTo>
                    <a:pt x="183684" y="0"/>
                  </a:lnTo>
                  <a:cubicBezTo>
                    <a:pt x="214236" y="0"/>
                    <a:pt x="214236" y="49515"/>
                    <a:pt x="183684" y="49515"/>
                  </a:cubicBezTo>
                  <a:lnTo>
                    <a:pt x="22939" y="49515"/>
                  </a:lnTo>
                  <a:cubicBezTo>
                    <a:pt x="-7646" y="49515"/>
                    <a:pt x="-7646" y="0"/>
                    <a:pt x="229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402;p30">
              <a:extLst>
                <a:ext uri="{FF2B5EF4-FFF2-40B4-BE49-F238E27FC236}">
                  <a16:creationId xmlns:a16="http://schemas.microsoft.com/office/drawing/2014/main" id="{80D187D2-B481-D925-3B3E-6B0E044A3D31}"/>
                </a:ext>
              </a:extLst>
            </p:cNvPr>
            <p:cNvSpPr/>
            <p:nvPr/>
          </p:nvSpPr>
          <p:spPr>
            <a:xfrm>
              <a:off x="7696544" y="4116996"/>
              <a:ext cx="77585" cy="32556"/>
            </a:xfrm>
            <a:custGeom>
              <a:avLst/>
              <a:gdLst/>
              <a:ahLst/>
              <a:cxnLst/>
              <a:rect l="l" t="t" r="r" b="b"/>
              <a:pathLst>
                <a:path w="77585" h="32556" extrusionOk="0">
                  <a:moveTo>
                    <a:pt x="0" y="32557"/>
                  </a:moveTo>
                  <a:lnTo>
                    <a:pt x="2447" y="0"/>
                  </a:lnTo>
                  <a:lnTo>
                    <a:pt x="77585" y="20526"/>
                  </a:lnTo>
                  <a:lnTo>
                    <a:pt x="77314" y="24468"/>
                  </a:lnTo>
                  <a:lnTo>
                    <a:pt x="0" y="3255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403;p30">
              <a:extLst>
                <a:ext uri="{FF2B5EF4-FFF2-40B4-BE49-F238E27FC236}">
                  <a16:creationId xmlns:a16="http://schemas.microsoft.com/office/drawing/2014/main" id="{5B21C238-6D73-2500-A42E-804AD1093E51}"/>
                </a:ext>
              </a:extLst>
            </p:cNvPr>
            <p:cNvSpPr/>
            <p:nvPr/>
          </p:nvSpPr>
          <p:spPr>
            <a:xfrm>
              <a:off x="7821198" y="4115840"/>
              <a:ext cx="77620" cy="32523"/>
            </a:xfrm>
            <a:custGeom>
              <a:avLst/>
              <a:gdLst/>
              <a:ahLst/>
              <a:cxnLst/>
              <a:rect l="l" t="t" r="r" b="b"/>
              <a:pathLst>
                <a:path w="77620" h="32523" extrusionOk="0">
                  <a:moveTo>
                    <a:pt x="77620" y="32523"/>
                  </a:moveTo>
                  <a:lnTo>
                    <a:pt x="75172" y="0"/>
                  </a:lnTo>
                  <a:lnTo>
                    <a:pt x="0" y="20493"/>
                  </a:lnTo>
                  <a:lnTo>
                    <a:pt x="306" y="24435"/>
                  </a:lnTo>
                  <a:lnTo>
                    <a:pt x="77620" y="3252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4;p30">
              <a:extLst>
                <a:ext uri="{FF2B5EF4-FFF2-40B4-BE49-F238E27FC236}">
                  <a16:creationId xmlns:a16="http://schemas.microsoft.com/office/drawing/2014/main" id="{2C217359-A38C-85DD-F0BB-C1D39A6B1E77}"/>
                </a:ext>
              </a:extLst>
            </p:cNvPr>
            <p:cNvSpPr/>
            <p:nvPr/>
          </p:nvSpPr>
          <p:spPr>
            <a:xfrm>
              <a:off x="7670017" y="4095145"/>
              <a:ext cx="66633" cy="66675"/>
            </a:xfrm>
            <a:custGeom>
              <a:avLst/>
              <a:gdLst/>
              <a:ahLst/>
              <a:cxnLst/>
              <a:rect l="l" t="t" r="r" b="b"/>
              <a:pathLst>
                <a:path w="66633" h="66675" extrusionOk="0">
                  <a:moveTo>
                    <a:pt x="55278" y="58384"/>
                  </a:moveTo>
                  <a:cubicBezTo>
                    <a:pt x="69110" y="46252"/>
                    <a:pt x="70503" y="25182"/>
                    <a:pt x="58370" y="11350"/>
                  </a:cubicBezTo>
                  <a:cubicBezTo>
                    <a:pt x="46238" y="-2482"/>
                    <a:pt x="25168" y="-3875"/>
                    <a:pt x="11337" y="8291"/>
                  </a:cubicBezTo>
                  <a:cubicBezTo>
                    <a:pt x="-2495" y="20424"/>
                    <a:pt x="-3855" y="41494"/>
                    <a:pt x="8278" y="55325"/>
                  </a:cubicBezTo>
                  <a:cubicBezTo>
                    <a:pt x="20410" y="69157"/>
                    <a:pt x="41480" y="70550"/>
                    <a:pt x="55278" y="58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05;p30">
              <a:extLst>
                <a:ext uri="{FF2B5EF4-FFF2-40B4-BE49-F238E27FC236}">
                  <a16:creationId xmlns:a16="http://schemas.microsoft.com/office/drawing/2014/main" id="{F028A7EF-A6CC-CBD9-5129-DB0292B8BBC2}"/>
                </a:ext>
              </a:extLst>
            </p:cNvPr>
            <p:cNvSpPr/>
            <p:nvPr/>
          </p:nvSpPr>
          <p:spPr>
            <a:xfrm>
              <a:off x="7858678" y="4093955"/>
              <a:ext cx="66646" cy="66680"/>
            </a:xfrm>
            <a:custGeom>
              <a:avLst/>
              <a:gdLst/>
              <a:ahLst/>
              <a:cxnLst/>
              <a:rect l="l" t="t" r="r" b="b"/>
              <a:pathLst>
                <a:path w="66646" h="66680" extrusionOk="0">
                  <a:moveTo>
                    <a:pt x="11355" y="58384"/>
                  </a:moveTo>
                  <a:cubicBezTo>
                    <a:pt x="-2476" y="46252"/>
                    <a:pt x="-3870" y="25182"/>
                    <a:pt x="8263" y="11350"/>
                  </a:cubicBezTo>
                  <a:cubicBezTo>
                    <a:pt x="20395" y="-2482"/>
                    <a:pt x="41465" y="-3875"/>
                    <a:pt x="55297" y="8291"/>
                  </a:cubicBezTo>
                  <a:cubicBezTo>
                    <a:pt x="69128" y="20424"/>
                    <a:pt x="70522" y="41494"/>
                    <a:pt x="58355" y="55325"/>
                  </a:cubicBezTo>
                  <a:cubicBezTo>
                    <a:pt x="46223" y="69157"/>
                    <a:pt x="25153" y="70550"/>
                    <a:pt x="11321" y="584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06;p30">
              <a:extLst>
                <a:ext uri="{FF2B5EF4-FFF2-40B4-BE49-F238E27FC236}">
                  <a16:creationId xmlns:a16="http://schemas.microsoft.com/office/drawing/2014/main" id="{0A45A4B3-FDC0-12A8-2B50-AF4A22ED5988}"/>
                </a:ext>
              </a:extLst>
            </p:cNvPr>
            <p:cNvSpPr/>
            <p:nvPr/>
          </p:nvSpPr>
          <p:spPr>
            <a:xfrm>
              <a:off x="7582799" y="4001246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8" y="39897"/>
                  </a:moveTo>
                  <a:cubicBezTo>
                    <a:pt x="30959" y="39897"/>
                    <a:pt x="39897" y="30925"/>
                    <a:pt x="39897" y="19949"/>
                  </a:cubicBezTo>
                  <a:cubicBezTo>
                    <a:pt x="39897" y="8972"/>
                    <a:pt x="30925" y="0"/>
                    <a:pt x="19948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5"/>
                    <a:pt x="8971" y="39897"/>
                    <a:pt x="19948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07;p30">
              <a:extLst>
                <a:ext uri="{FF2B5EF4-FFF2-40B4-BE49-F238E27FC236}">
                  <a16:creationId xmlns:a16="http://schemas.microsoft.com/office/drawing/2014/main" id="{232B3016-BFFD-4F61-5FEC-07893717F5D0}"/>
                </a:ext>
              </a:extLst>
            </p:cNvPr>
            <p:cNvSpPr/>
            <p:nvPr/>
          </p:nvSpPr>
          <p:spPr>
            <a:xfrm>
              <a:off x="7972631" y="4000056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8" y="39897"/>
                  </a:moveTo>
                  <a:cubicBezTo>
                    <a:pt x="30959" y="39897"/>
                    <a:pt x="39897" y="30925"/>
                    <a:pt x="39897" y="19949"/>
                  </a:cubicBezTo>
                  <a:cubicBezTo>
                    <a:pt x="39897" y="8972"/>
                    <a:pt x="30925" y="0"/>
                    <a:pt x="19948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5"/>
                    <a:pt x="8971" y="39897"/>
                    <a:pt x="19948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08;p30">
              <a:extLst>
                <a:ext uri="{FF2B5EF4-FFF2-40B4-BE49-F238E27FC236}">
                  <a16:creationId xmlns:a16="http://schemas.microsoft.com/office/drawing/2014/main" id="{FB3E315E-EEEB-1291-AC31-849FCB211867}"/>
                </a:ext>
              </a:extLst>
            </p:cNvPr>
            <p:cNvSpPr/>
            <p:nvPr/>
          </p:nvSpPr>
          <p:spPr>
            <a:xfrm>
              <a:off x="7592212" y="4010625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1" y="16347"/>
                    <a:pt x="21071" y="10535"/>
                  </a:cubicBezTo>
                  <a:cubicBezTo>
                    <a:pt x="21071" y="4724"/>
                    <a:pt x="16347" y="0"/>
                    <a:pt x="10535" y="0"/>
                  </a:cubicBezTo>
                  <a:cubicBezTo>
                    <a:pt x="4724" y="0"/>
                    <a:pt x="0" y="4724"/>
                    <a:pt x="0" y="10535"/>
                  </a:cubicBezTo>
                  <a:cubicBezTo>
                    <a:pt x="0" y="16347"/>
                    <a:pt x="4724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09;p30">
              <a:extLst>
                <a:ext uri="{FF2B5EF4-FFF2-40B4-BE49-F238E27FC236}">
                  <a16:creationId xmlns:a16="http://schemas.microsoft.com/office/drawing/2014/main" id="{169D58ED-F1E1-578C-AE98-E2CF7CDB155D}"/>
                </a:ext>
              </a:extLst>
            </p:cNvPr>
            <p:cNvSpPr/>
            <p:nvPr/>
          </p:nvSpPr>
          <p:spPr>
            <a:xfrm>
              <a:off x="7982045" y="4009470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6" y="21070"/>
                    <a:pt x="21070" y="16346"/>
                    <a:pt x="21070" y="10535"/>
                  </a:cubicBezTo>
                  <a:cubicBezTo>
                    <a:pt x="21070" y="4724"/>
                    <a:pt x="16346" y="0"/>
                    <a:pt x="10535" y="0"/>
                  </a:cubicBezTo>
                  <a:cubicBezTo>
                    <a:pt x="4723" y="0"/>
                    <a:pt x="0" y="4724"/>
                    <a:pt x="0" y="10535"/>
                  </a:cubicBezTo>
                  <a:cubicBezTo>
                    <a:pt x="0" y="16346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10;p30">
              <a:extLst>
                <a:ext uri="{FF2B5EF4-FFF2-40B4-BE49-F238E27FC236}">
                  <a16:creationId xmlns:a16="http://schemas.microsoft.com/office/drawing/2014/main" id="{BCBD96C7-7B4A-CABB-C1D9-22FF471C4B7E}"/>
                </a:ext>
              </a:extLst>
            </p:cNvPr>
            <p:cNvSpPr/>
            <p:nvPr/>
          </p:nvSpPr>
          <p:spPr>
            <a:xfrm>
              <a:off x="7683392" y="4108534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9" y="39897"/>
                  </a:moveTo>
                  <a:cubicBezTo>
                    <a:pt x="30926" y="39897"/>
                    <a:pt x="39897" y="30925"/>
                    <a:pt x="39897" y="19949"/>
                  </a:cubicBezTo>
                  <a:cubicBezTo>
                    <a:pt x="39897" y="8972"/>
                    <a:pt x="30926" y="0"/>
                    <a:pt x="19949" y="0"/>
                  </a:cubicBezTo>
                  <a:cubicBezTo>
                    <a:pt x="8972" y="0"/>
                    <a:pt x="0" y="8972"/>
                    <a:pt x="0" y="19949"/>
                  </a:cubicBezTo>
                  <a:cubicBezTo>
                    <a:pt x="0" y="30925"/>
                    <a:pt x="8972" y="39897"/>
                    <a:pt x="19949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11;p30">
              <a:extLst>
                <a:ext uri="{FF2B5EF4-FFF2-40B4-BE49-F238E27FC236}">
                  <a16:creationId xmlns:a16="http://schemas.microsoft.com/office/drawing/2014/main" id="{7C2DF17E-9F2E-1A6A-75CA-966C6C638D74}"/>
                </a:ext>
              </a:extLst>
            </p:cNvPr>
            <p:cNvSpPr/>
            <p:nvPr/>
          </p:nvSpPr>
          <p:spPr>
            <a:xfrm>
              <a:off x="7872072" y="4107344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9" y="39898"/>
                  </a:moveTo>
                  <a:cubicBezTo>
                    <a:pt x="30926" y="39898"/>
                    <a:pt x="39897" y="30926"/>
                    <a:pt x="39897" y="19949"/>
                  </a:cubicBezTo>
                  <a:cubicBezTo>
                    <a:pt x="39897" y="8972"/>
                    <a:pt x="30926" y="0"/>
                    <a:pt x="19949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6"/>
                    <a:pt x="8971" y="39898"/>
                    <a:pt x="19949" y="398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12;p30">
              <a:extLst>
                <a:ext uri="{FF2B5EF4-FFF2-40B4-BE49-F238E27FC236}">
                  <a16:creationId xmlns:a16="http://schemas.microsoft.com/office/drawing/2014/main" id="{615FF90C-83D6-EE53-969C-882D26CE976B}"/>
                </a:ext>
              </a:extLst>
            </p:cNvPr>
            <p:cNvSpPr/>
            <p:nvPr/>
          </p:nvSpPr>
          <p:spPr>
            <a:xfrm>
              <a:off x="7692806" y="4117947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0" y="16347"/>
                    <a:pt x="21070" y="10535"/>
                  </a:cubicBezTo>
                  <a:cubicBezTo>
                    <a:pt x="21070" y="4724"/>
                    <a:pt x="16313" y="0"/>
                    <a:pt x="10535" y="0"/>
                  </a:cubicBezTo>
                  <a:cubicBezTo>
                    <a:pt x="4757" y="0"/>
                    <a:pt x="0" y="4724"/>
                    <a:pt x="0" y="10535"/>
                  </a:cubicBezTo>
                  <a:cubicBezTo>
                    <a:pt x="0" y="16347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13;p30">
              <a:extLst>
                <a:ext uri="{FF2B5EF4-FFF2-40B4-BE49-F238E27FC236}">
                  <a16:creationId xmlns:a16="http://schemas.microsoft.com/office/drawing/2014/main" id="{F73E4D3C-977A-82F2-120A-072912A927A2}"/>
                </a:ext>
              </a:extLst>
            </p:cNvPr>
            <p:cNvSpPr/>
            <p:nvPr/>
          </p:nvSpPr>
          <p:spPr>
            <a:xfrm>
              <a:off x="7881486" y="4116758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0" y="16347"/>
                    <a:pt x="21070" y="10535"/>
                  </a:cubicBezTo>
                  <a:cubicBezTo>
                    <a:pt x="21070" y="4724"/>
                    <a:pt x="16347" y="0"/>
                    <a:pt x="10535" y="0"/>
                  </a:cubicBezTo>
                  <a:cubicBezTo>
                    <a:pt x="4723" y="0"/>
                    <a:pt x="0" y="4724"/>
                    <a:pt x="0" y="10535"/>
                  </a:cubicBezTo>
                  <a:cubicBezTo>
                    <a:pt x="0" y="16347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414;p30">
              <a:extLst>
                <a:ext uri="{FF2B5EF4-FFF2-40B4-BE49-F238E27FC236}">
                  <a16:creationId xmlns:a16="http://schemas.microsoft.com/office/drawing/2014/main" id="{B0A0FDDB-EBDA-914C-032A-F366FF509545}"/>
                </a:ext>
              </a:extLst>
            </p:cNvPr>
            <p:cNvSpPr/>
            <p:nvPr/>
          </p:nvSpPr>
          <p:spPr>
            <a:xfrm>
              <a:off x="7702695" y="3872106"/>
              <a:ext cx="34494" cy="34459"/>
            </a:xfrm>
            <a:custGeom>
              <a:avLst/>
              <a:gdLst/>
              <a:ahLst/>
              <a:cxnLst/>
              <a:rect l="l" t="t" r="r" b="b"/>
              <a:pathLst>
                <a:path w="34494" h="34459" extrusionOk="0">
                  <a:moveTo>
                    <a:pt x="17264" y="34460"/>
                  </a:moveTo>
                  <a:cubicBezTo>
                    <a:pt x="26746" y="34460"/>
                    <a:pt x="34494" y="26711"/>
                    <a:pt x="34494" y="17230"/>
                  </a:cubicBezTo>
                  <a:cubicBezTo>
                    <a:pt x="34494" y="7748"/>
                    <a:pt x="26746" y="0"/>
                    <a:pt x="17264" y="0"/>
                  </a:cubicBezTo>
                  <a:cubicBezTo>
                    <a:pt x="7783" y="0"/>
                    <a:pt x="0" y="7748"/>
                    <a:pt x="0" y="17230"/>
                  </a:cubicBezTo>
                  <a:cubicBezTo>
                    <a:pt x="0" y="26711"/>
                    <a:pt x="7748" y="34460"/>
                    <a:pt x="17264" y="34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415;p30">
              <a:extLst>
                <a:ext uri="{FF2B5EF4-FFF2-40B4-BE49-F238E27FC236}">
                  <a16:creationId xmlns:a16="http://schemas.microsoft.com/office/drawing/2014/main" id="{1F38CAF6-632D-C62A-AD48-19A26AE7C8FE}"/>
                </a:ext>
              </a:extLst>
            </p:cNvPr>
            <p:cNvSpPr/>
            <p:nvPr/>
          </p:nvSpPr>
          <p:spPr>
            <a:xfrm>
              <a:off x="7858172" y="3870917"/>
              <a:ext cx="34460" cy="34459"/>
            </a:xfrm>
            <a:custGeom>
              <a:avLst/>
              <a:gdLst/>
              <a:ahLst/>
              <a:cxnLst/>
              <a:rect l="l" t="t" r="r" b="b"/>
              <a:pathLst>
                <a:path w="34460" h="34459" extrusionOk="0">
                  <a:moveTo>
                    <a:pt x="17230" y="34460"/>
                  </a:moveTo>
                  <a:cubicBezTo>
                    <a:pt x="26746" y="34460"/>
                    <a:pt x="34460" y="26711"/>
                    <a:pt x="34460" y="17230"/>
                  </a:cubicBezTo>
                  <a:cubicBezTo>
                    <a:pt x="34460" y="7748"/>
                    <a:pt x="26712" y="0"/>
                    <a:pt x="17230" y="0"/>
                  </a:cubicBezTo>
                  <a:cubicBezTo>
                    <a:pt x="7748" y="0"/>
                    <a:pt x="0" y="7748"/>
                    <a:pt x="0" y="17230"/>
                  </a:cubicBezTo>
                  <a:cubicBezTo>
                    <a:pt x="0" y="26711"/>
                    <a:pt x="7748" y="34460"/>
                    <a:pt x="17230" y="34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416;p30">
              <a:extLst>
                <a:ext uri="{FF2B5EF4-FFF2-40B4-BE49-F238E27FC236}">
                  <a16:creationId xmlns:a16="http://schemas.microsoft.com/office/drawing/2014/main" id="{1D37D9DB-D3DA-117B-1DA6-26F894BF9E8C}"/>
                </a:ext>
              </a:extLst>
            </p:cNvPr>
            <p:cNvSpPr/>
            <p:nvPr/>
          </p:nvSpPr>
          <p:spPr>
            <a:xfrm>
              <a:off x="7711772" y="3880384"/>
              <a:ext cx="16509" cy="16544"/>
            </a:xfrm>
            <a:custGeom>
              <a:avLst/>
              <a:gdLst/>
              <a:ahLst/>
              <a:cxnLst/>
              <a:rect l="l" t="t" r="r" b="b"/>
              <a:pathLst>
                <a:path w="16509" h="16544" extrusionOk="0">
                  <a:moveTo>
                    <a:pt x="2614" y="14321"/>
                  </a:moveTo>
                  <a:cubicBezTo>
                    <a:pt x="5944" y="17448"/>
                    <a:pt x="11178" y="17244"/>
                    <a:pt x="14304" y="13913"/>
                  </a:cubicBezTo>
                  <a:cubicBezTo>
                    <a:pt x="17396" y="10583"/>
                    <a:pt x="17226" y="5349"/>
                    <a:pt x="13862" y="2223"/>
                  </a:cubicBezTo>
                  <a:cubicBezTo>
                    <a:pt x="10532" y="-904"/>
                    <a:pt x="5298" y="-700"/>
                    <a:pt x="2206" y="2631"/>
                  </a:cubicBezTo>
                  <a:cubicBezTo>
                    <a:pt x="-887" y="5961"/>
                    <a:pt x="-717" y="11195"/>
                    <a:pt x="2648" y="143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417;p30">
              <a:extLst>
                <a:ext uri="{FF2B5EF4-FFF2-40B4-BE49-F238E27FC236}">
                  <a16:creationId xmlns:a16="http://schemas.microsoft.com/office/drawing/2014/main" id="{CE6646EE-0735-7C88-42F6-D7F75EC54F31}"/>
                </a:ext>
              </a:extLst>
            </p:cNvPr>
            <p:cNvSpPr/>
            <p:nvPr/>
          </p:nvSpPr>
          <p:spPr>
            <a:xfrm>
              <a:off x="7867079" y="3879195"/>
              <a:ext cx="16557" cy="16544"/>
            </a:xfrm>
            <a:custGeom>
              <a:avLst/>
              <a:gdLst/>
              <a:ahLst/>
              <a:cxnLst/>
              <a:rect l="l" t="t" r="r" b="b"/>
              <a:pathLst>
                <a:path w="16557" h="16544" extrusionOk="0">
                  <a:moveTo>
                    <a:pt x="13897" y="14321"/>
                  </a:moveTo>
                  <a:cubicBezTo>
                    <a:pt x="10566" y="17448"/>
                    <a:pt x="5333" y="17244"/>
                    <a:pt x="2206" y="13914"/>
                  </a:cubicBezTo>
                  <a:cubicBezTo>
                    <a:pt x="-887" y="10583"/>
                    <a:pt x="-717" y="5349"/>
                    <a:pt x="2648" y="2223"/>
                  </a:cubicBezTo>
                  <a:cubicBezTo>
                    <a:pt x="5978" y="-904"/>
                    <a:pt x="11212" y="-700"/>
                    <a:pt x="14338" y="2631"/>
                  </a:cubicBezTo>
                  <a:cubicBezTo>
                    <a:pt x="17464" y="5961"/>
                    <a:pt x="17261" y="11195"/>
                    <a:pt x="13897" y="143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045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>
          <a:extLst>
            <a:ext uri="{FF2B5EF4-FFF2-40B4-BE49-F238E27FC236}">
              <a16:creationId xmlns:a16="http://schemas.microsoft.com/office/drawing/2014/main" id="{59B4DE9D-71D7-2DBA-E2BF-291A02F87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30">
            <a:extLst>
              <a:ext uri="{FF2B5EF4-FFF2-40B4-BE49-F238E27FC236}">
                <a16:creationId xmlns:a16="http://schemas.microsoft.com/office/drawing/2014/main" id="{A2D979DA-6C94-B72A-E395-C6FAD837E8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3471" y="2511525"/>
            <a:ext cx="6048634" cy="7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Key insights</a:t>
            </a:r>
            <a:endParaRPr sz="3200" dirty="0"/>
          </a:p>
        </p:txBody>
      </p:sp>
      <p:sp>
        <p:nvSpPr>
          <p:cNvPr id="1267" name="Google Shape;1267;p30">
            <a:extLst>
              <a:ext uri="{FF2B5EF4-FFF2-40B4-BE49-F238E27FC236}">
                <a16:creationId xmlns:a16="http://schemas.microsoft.com/office/drawing/2014/main" id="{AB15A1EF-6BF9-514D-FB58-1C53B54C11E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10885" y="1561341"/>
            <a:ext cx="1537200" cy="119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1268" name="Google Shape;1268;p30">
            <a:extLst>
              <a:ext uri="{FF2B5EF4-FFF2-40B4-BE49-F238E27FC236}">
                <a16:creationId xmlns:a16="http://schemas.microsoft.com/office/drawing/2014/main" id="{853D78FB-945E-AB88-88C6-E713831809E7}"/>
              </a:ext>
            </a:extLst>
          </p:cNvPr>
          <p:cNvGrpSpPr/>
          <p:nvPr/>
        </p:nvGrpSpPr>
        <p:grpSpPr>
          <a:xfrm>
            <a:off x="6696982" y="1205058"/>
            <a:ext cx="3180479" cy="3938442"/>
            <a:chOff x="6590802" y="1205338"/>
            <a:chExt cx="3180479" cy="3938442"/>
          </a:xfrm>
        </p:grpSpPr>
        <p:grpSp>
          <p:nvGrpSpPr>
            <p:cNvPr id="1269" name="Google Shape;1269;p30">
              <a:extLst>
                <a:ext uri="{FF2B5EF4-FFF2-40B4-BE49-F238E27FC236}">
                  <a16:creationId xmlns:a16="http://schemas.microsoft.com/office/drawing/2014/main" id="{0FB34DC6-3DC2-DBA8-A02C-69063E2EA01F}"/>
                </a:ext>
              </a:extLst>
            </p:cNvPr>
            <p:cNvGrpSpPr/>
            <p:nvPr/>
          </p:nvGrpSpPr>
          <p:grpSpPr>
            <a:xfrm>
              <a:off x="6590802" y="1205338"/>
              <a:ext cx="3180479" cy="3938442"/>
              <a:chOff x="6590802" y="1205338"/>
              <a:chExt cx="3180479" cy="3938442"/>
            </a:xfrm>
          </p:grpSpPr>
          <p:sp>
            <p:nvSpPr>
              <p:cNvPr id="1270" name="Google Shape;1270;p30">
                <a:extLst>
                  <a:ext uri="{FF2B5EF4-FFF2-40B4-BE49-F238E27FC236}">
                    <a16:creationId xmlns:a16="http://schemas.microsoft.com/office/drawing/2014/main" id="{B7565593-B232-1D63-DD84-E148786ACF46}"/>
                  </a:ext>
                </a:extLst>
              </p:cNvPr>
              <p:cNvSpPr/>
              <p:nvPr/>
            </p:nvSpPr>
            <p:spPr>
              <a:xfrm flipH="1">
                <a:off x="8147676" y="3172468"/>
                <a:ext cx="289800" cy="213712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95835" extrusionOk="0">
                    <a:moveTo>
                      <a:pt x="64978" y="95835"/>
                    </a:moveTo>
                    <a:cubicBezTo>
                      <a:pt x="100763" y="95835"/>
                      <a:pt x="129955" y="74323"/>
                      <a:pt x="129955" y="47918"/>
                    </a:cubicBezTo>
                    <a:cubicBezTo>
                      <a:pt x="129955" y="21512"/>
                      <a:pt x="100763" y="0"/>
                      <a:pt x="64978" y="0"/>
                    </a:cubicBezTo>
                    <a:cubicBezTo>
                      <a:pt x="29192" y="0"/>
                      <a:pt x="0" y="21546"/>
                      <a:pt x="0" y="47918"/>
                    </a:cubicBezTo>
                    <a:cubicBezTo>
                      <a:pt x="0" y="74289"/>
                      <a:pt x="29192" y="95835"/>
                      <a:pt x="64978" y="95835"/>
                    </a:cubicBezTo>
                    <a:close/>
                  </a:path>
                </a:pathLst>
              </a:custGeom>
              <a:solidFill>
                <a:srgbClr val="0057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1" name="Google Shape;1271;p30">
                <a:extLst>
                  <a:ext uri="{FF2B5EF4-FFF2-40B4-BE49-F238E27FC236}">
                    <a16:creationId xmlns:a16="http://schemas.microsoft.com/office/drawing/2014/main" id="{837131F0-23D7-D262-D408-D7978FFB48B8}"/>
                  </a:ext>
                </a:extLst>
              </p:cNvPr>
              <p:cNvSpPr/>
              <p:nvPr/>
            </p:nvSpPr>
            <p:spPr>
              <a:xfrm flipH="1">
                <a:off x="8148662" y="3265703"/>
                <a:ext cx="289724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21" h="59098" extrusionOk="0">
                    <a:moveTo>
                      <a:pt x="0" y="0"/>
                    </a:moveTo>
                    <a:lnTo>
                      <a:pt x="129921" y="0"/>
                    </a:lnTo>
                    <a:lnTo>
                      <a:pt x="129921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2" name="Google Shape;1272;p30">
                <a:extLst>
                  <a:ext uri="{FF2B5EF4-FFF2-40B4-BE49-F238E27FC236}">
                    <a16:creationId xmlns:a16="http://schemas.microsoft.com/office/drawing/2014/main" id="{AC4B81DB-2E33-0D95-444A-A5ADF3430D62}"/>
                  </a:ext>
                </a:extLst>
              </p:cNvPr>
              <p:cNvSpPr/>
              <p:nvPr/>
            </p:nvSpPr>
            <p:spPr>
              <a:xfrm flipH="1">
                <a:off x="8099110" y="3217341"/>
                <a:ext cx="394079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717" h="25929" extrusionOk="0">
                    <a:moveTo>
                      <a:pt x="163736" y="0"/>
                    </a:moveTo>
                    <a:lnTo>
                      <a:pt x="12982" y="0"/>
                    </a:lnTo>
                    <a:cubicBezTo>
                      <a:pt x="5845" y="0"/>
                      <a:pt x="0" y="5845"/>
                      <a:pt x="0" y="12982"/>
                    </a:cubicBezTo>
                    <a:lnTo>
                      <a:pt x="0" y="12982"/>
                    </a:lnTo>
                    <a:cubicBezTo>
                      <a:pt x="0" y="20119"/>
                      <a:pt x="5845" y="25930"/>
                      <a:pt x="12982" y="25930"/>
                    </a:cubicBezTo>
                    <a:lnTo>
                      <a:pt x="163736" y="25930"/>
                    </a:lnTo>
                    <a:cubicBezTo>
                      <a:pt x="170872" y="25930"/>
                      <a:pt x="176718" y="20085"/>
                      <a:pt x="176718" y="12948"/>
                    </a:cubicBezTo>
                    <a:lnTo>
                      <a:pt x="176718" y="12948"/>
                    </a:lnTo>
                    <a:cubicBezTo>
                      <a:pt x="176718" y="5811"/>
                      <a:pt x="170872" y="0"/>
                      <a:pt x="163736" y="0"/>
                    </a:cubicBezTo>
                    <a:close/>
                  </a:path>
                </a:pathLst>
              </a:custGeom>
              <a:solidFill>
                <a:srgbClr val="0049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3" name="Google Shape;1273;p30">
                <a:extLst>
                  <a:ext uri="{FF2B5EF4-FFF2-40B4-BE49-F238E27FC236}">
                    <a16:creationId xmlns:a16="http://schemas.microsoft.com/office/drawing/2014/main" id="{636BC51C-EE7D-A42B-6FB9-33D422621740}"/>
                  </a:ext>
                </a:extLst>
              </p:cNvPr>
              <p:cNvSpPr/>
              <p:nvPr/>
            </p:nvSpPr>
            <p:spPr>
              <a:xfrm flipH="1">
                <a:off x="8394275" y="3275785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9"/>
                    </a:lnTo>
                    <a:lnTo>
                      <a:pt x="0" y="33169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4" name="Google Shape;1274;p30">
                <a:extLst>
                  <a:ext uri="{FF2B5EF4-FFF2-40B4-BE49-F238E27FC236}">
                    <a16:creationId xmlns:a16="http://schemas.microsoft.com/office/drawing/2014/main" id="{F66BC4EE-4C8F-0D48-3AEF-70DFF63F26B8}"/>
                  </a:ext>
                </a:extLst>
              </p:cNvPr>
              <p:cNvSpPr/>
              <p:nvPr/>
            </p:nvSpPr>
            <p:spPr>
              <a:xfrm flipH="1">
                <a:off x="9082312" y="3273815"/>
                <a:ext cx="289800" cy="131789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59098" extrusionOk="0">
                    <a:moveTo>
                      <a:pt x="0" y="0"/>
                    </a:moveTo>
                    <a:lnTo>
                      <a:pt x="129955" y="0"/>
                    </a:lnTo>
                    <a:lnTo>
                      <a:pt x="129955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5" name="Google Shape;1275;p30">
                <a:extLst>
                  <a:ext uri="{FF2B5EF4-FFF2-40B4-BE49-F238E27FC236}">
                    <a16:creationId xmlns:a16="http://schemas.microsoft.com/office/drawing/2014/main" id="{9962D3DF-0DE2-B42F-DC3F-3B7BEFEC867B}"/>
                  </a:ext>
                </a:extLst>
              </p:cNvPr>
              <p:cNvSpPr/>
              <p:nvPr/>
            </p:nvSpPr>
            <p:spPr>
              <a:xfrm flipH="1">
                <a:off x="9030259" y="3225453"/>
                <a:ext cx="393927" cy="57822"/>
              </a:xfrm>
              <a:custGeom>
                <a:avLst/>
                <a:gdLst/>
                <a:ahLst/>
                <a:cxnLst/>
                <a:rect l="l" t="t" r="r" b="b"/>
                <a:pathLst>
                  <a:path w="176649" h="25929" extrusionOk="0">
                    <a:moveTo>
                      <a:pt x="12948" y="0"/>
                    </a:moveTo>
                    <a:lnTo>
                      <a:pt x="163702" y="0"/>
                    </a:lnTo>
                    <a:cubicBezTo>
                      <a:pt x="170838" y="0"/>
                      <a:pt x="176650" y="5811"/>
                      <a:pt x="176650" y="12948"/>
                    </a:cubicBezTo>
                    <a:lnTo>
                      <a:pt x="176650" y="12948"/>
                    </a:lnTo>
                    <a:cubicBezTo>
                      <a:pt x="176650" y="20085"/>
                      <a:pt x="170838" y="25930"/>
                      <a:pt x="163702" y="25930"/>
                    </a:cubicBezTo>
                    <a:lnTo>
                      <a:pt x="12948" y="25930"/>
                    </a:lnTo>
                    <a:cubicBezTo>
                      <a:pt x="5811" y="25930"/>
                      <a:pt x="0" y="20085"/>
                      <a:pt x="0" y="12948"/>
                    </a:cubicBezTo>
                    <a:lnTo>
                      <a:pt x="0" y="12948"/>
                    </a:lnTo>
                    <a:cubicBezTo>
                      <a:pt x="0" y="5811"/>
                      <a:pt x="5811" y="0"/>
                      <a:pt x="129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6" name="Google Shape;1276;p30">
                <a:extLst>
                  <a:ext uri="{FF2B5EF4-FFF2-40B4-BE49-F238E27FC236}">
                    <a16:creationId xmlns:a16="http://schemas.microsoft.com/office/drawing/2014/main" id="{59EE9583-EF87-91A0-11EF-8D0D65F26492}"/>
                  </a:ext>
                </a:extLst>
              </p:cNvPr>
              <p:cNvSpPr/>
              <p:nvPr/>
            </p:nvSpPr>
            <p:spPr>
              <a:xfrm flipH="1">
                <a:off x="7715701" y="3357802"/>
                <a:ext cx="2055581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921785" h="387929" extrusionOk="0">
                    <a:moveTo>
                      <a:pt x="38776" y="34"/>
                    </a:moveTo>
                    <a:lnTo>
                      <a:pt x="883010" y="34"/>
                    </a:lnTo>
                    <a:cubicBezTo>
                      <a:pt x="904420" y="34"/>
                      <a:pt x="921786" y="17400"/>
                      <a:pt x="921786" y="38810"/>
                    </a:cubicBezTo>
                    <a:lnTo>
                      <a:pt x="921786" y="349153"/>
                    </a:lnTo>
                    <a:cubicBezTo>
                      <a:pt x="921786" y="370563"/>
                      <a:pt x="904420" y="387929"/>
                      <a:pt x="883010" y="387929"/>
                    </a:cubicBezTo>
                    <a:lnTo>
                      <a:pt x="38776" y="387929"/>
                    </a:lnTo>
                    <a:cubicBezTo>
                      <a:pt x="17366" y="387929"/>
                      <a:pt x="0" y="370563"/>
                      <a:pt x="0" y="349153"/>
                    </a:cubicBezTo>
                    <a:lnTo>
                      <a:pt x="0" y="38776"/>
                    </a:lnTo>
                    <a:cubicBezTo>
                      <a:pt x="0" y="17366"/>
                      <a:pt x="17366" y="0"/>
                      <a:pt x="387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7" name="Google Shape;1277;p30">
                <a:extLst>
                  <a:ext uri="{FF2B5EF4-FFF2-40B4-BE49-F238E27FC236}">
                    <a16:creationId xmlns:a16="http://schemas.microsoft.com/office/drawing/2014/main" id="{42082AE4-9858-37B5-F527-120A19BE174C}"/>
                  </a:ext>
                </a:extLst>
              </p:cNvPr>
              <p:cNvSpPr/>
              <p:nvPr/>
            </p:nvSpPr>
            <p:spPr>
              <a:xfrm flipH="1">
                <a:off x="7715625" y="3766299"/>
                <a:ext cx="2055656" cy="373162"/>
              </a:xfrm>
              <a:custGeom>
                <a:avLst/>
                <a:gdLst/>
                <a:ahLst/>
                <a:cxnLst/>
                <a:rect l="l" t="t" r="r" b="b"/>
                <a:pathLst>
                  <a:path w="921819" h="167337" extrusionOk="0">
                    <a:moveTo>
                      <a:pt x="921786" y="0"/>
                    </a:moveTo>
                    <a:lnTo>
                      <a:pt x="921786" y="128528"/>
                    </a:lnTo>
                    <a:cubicBezTo>
                      <a:pt x="921786" y="149870"/>
                      <a:pt x="904318" y="167338"/>
                      <a:pt x="883010" y="167338"/>
                    </a:cubicBezTo>
                    <a:lnTo>
                      <a:pt x="38776" y="167338"/>
                    </a:lnTo>
                    <a:cubicBezTo>
                      <a:pt x="17434" y="167338"/>
                      <a:pt x="0" y="149870"/>
                      <a:pt x="0" y="128528"/>
                    </a:cubicBezTo>
                    <a:lnTo>
                      <a:pt x="0" y="0"/>
                    </a:lnTo>
                    <a:lnTo>
                      <a:pt x="92182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8" name="Google Shape;1278;p30">
                <a:extLst>
                  <a:ext uri="{FF2B5EF4-FFF2-40B4-BE49-F238E27FC236}">
                    <a16:creationId xmlns:a16="http://schemas.microsoft.com/office/drawing/2014/main" id="{4D82380A-1C51-D553-47D4-2937050FA132}"/>
                  </a:ext>
                </a:extLst>
              </p:cNvPr>
              <p:cNvSpPr/>
              <p:nvPr/>
            </p:nvSpPr>
            <p:spPr>
              <a:xfrm flipH="1">
                <a:off x="9664275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38776" y="0"/>
                    </a:moveTo>
                    <a:lnTo>
                      <a:pt x="47986" y="0"/>
                    </a:lnTo>
                    <a:lnTo>
                      <a:pt x="47986" y="387929"/>
                    </a:lnTo>
                    <a:lnTo>
                      <a:pt x="38776" y="387929"/>
                    </a:lnTo>
                    <a:cubicBezTo>
                      <a:pt x="17434" y="387929"/>
                      <a:pt x="0" y="370461"/>
                      <a:pt x="0" y="349153"/>
                    </a:cubicBezTo>
                    <a:lnTo>
                      <a:pt x="0" y="38810"/>
                    </a:lnTo>
                    <a:cubicBezTo>
                      <a:pt x="0" y="17468"/>
                      <a:pt x="17434" y="34"/>
                      <a:pt x="38776" y="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9" name="Google Shape;1279;p30">
                <a:extLst>
                  <a:ext uri="{FF2B5EF4-FFF2-40B4-BE49-F238E27FC236}">
                    <a16:creationId xmlns:a16="http://schemas.microsoft.com/office/drawing/2014/main" id="{321D5ADA-3682-5484-48C4-6189E15AE2D3}"/>
                  </a:ext>
                </a:extLst>
              </p:cNvPr>
              <p:cNvSpPr/>
              <p:nvPr/>
            </p:nvSpPr>
            <p:spPr>
              <a:xfrm flipH="1">
                <a:off x="9664199" y="3766299"/>
                <a:ext cx="107082" cy="373088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4" extrusionOk="0">
                    <a:moveTo>
                      <a:pt x="47986" y="0"/>
                    </a:moveTo>
                    <a:lnTo>
                      <a:pt x="47986" y="167304"/>
                    </a:lnTo>
                    <a:lnTo>
                      <a:pt x="38776" y="167304"/>
                    </a:lnTo>
                    <a:cubicBezTo>
                      <a:pt x="17434" y="167304"/>
                      <a:pt x="0" y="149836"/>
                      <a:pt x="0" y="128528"/>
                    </a:cubicBezTo>
                    <a:lnTo>
                      <a:pt x="0" y="0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0" name="Google Shape;1280;p30">
                <a:extLst>
                  <a:ext uri="{FF2B5EF4-FFF2-40B4-BE49-F238E27FC236}">
                    <a16:creationId xmlns:a16="http://schemas.microsoft.com/office/drawing/2014/main" id="{BED76B9A-E945-76B2-9F27-813548AB73B8}"/>
                  </a:ext>
                </a:extLst>
              </p:cNvPr>
              <p:cNvSpPr/>
              <p:nvPr/>
            </p:nvSpPr>
            <p:spPr>
              <a:xfrm flipH="1">
                <a:off x="7715263" y="3357878"/>
                <a:ext cx="107007" cy="865082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9210" y="387929"/>
                    </a:moveTo>
                    <a:lnTo>
                      <a:pt x="0" y="387929"/>
                    </a:lnTo>
                    <a:lnTo>
                      <a:pt x="0" y="0"/>
                    </a:lnTo>
                    <a:lnTo>
                      <a:pt x="9210" y="0"/>
                    </a:lnTo>
                    <a:cubicBezTo>
                      <a:pt x="30552" y="0"/>
                      <a:pt x="47986" y="17468"/>
                      <a:pt x="47986" y="38776"/>
                    </a:cubicBezTo>
                    <a:lnTo>
                      <a:pt x="47986" y="349119"/>
                    </a:lnTo>
                    <a:cubicBezTo>
                      <a:pt x="47986" y="370461"/>
                      <a:pt x="30518" y="387895"/>
                      <a:pt x="9210" y="3878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1" name="Google Shape;1281;p30">
                <a:extLst>
                  <a:ext uri="{FF2B5EF4-FFF2-40B4-BE49-F238E27FC236}">
                    <a16:creationId xmlns:a16="http://schemas.microsoft.com/office/drawing/2014/main" id="{9B728F00-8419-0F21-3B94-A4B2B67F1BF4}"/>
                  </a:ext>
                </a:extLst>
              </p:cNvPr>
              <p:cNvSpPr/>
              <p:nvPr/>
            </p:nvSpPr>
            <p:spPr>
              <a:xfrm flipH="1">
                <a:off x="7715188" y="3766374"/>
                <a:ext cx="107082" cy="373086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3" extrusionOk="0">
                    <a:moveTo>
                      <a:pt x="9210" y="167304"/>
                    </a:moveTo>
                    <a:lnTo>
                      <a:pt x="0" y="167304"/>
                    </a:lnTo>
                    <a:lnTo>
                      <a:pt x="0" y="0"/>
                    </a:lnTo>
                    <a:lnTo>
                      <a:pt x="48020" y="0"/>
                    </a:lnTo>
                    <a:lnTo>
                      <a:pt x="48020" y="128528"/>
                    </a:lnTo>
                    <a:cubicBezTo>
                      <a:pt x="48020" y="149870"/>
                      <a:pt x="30552" y="167304"/>
                      <a:pt x="9244" y="1673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2" name="Google Shape;1282;p30">
                <a:extLst>
                  <a:ext uri="{FF2B5EF4-FFF2-40B4-BE49-F238E27FC236}">
                    <a16:creationId xmlns:a16="http://schemas.microsoft.com/office/drawing/2014/main" id="{4E99B3DA-760C-7082-44B3-A83E41CE8936}"/>
                  </a:ext>
                </a:extLst>
              </p:cNvPr>
              <p:cNvSpPr/>
              <p:nvPr/>
            </p:nvSpPr>
            <p:spPr>
              <a:xfrm flipH="1">
                <a:off x="7912634" y="3457557"/>
                <a:ext cx="1728040" cy="75026"/>
              </a:xfrm>
              <a:custGeom>
                <a:avLst/>
                <a:gdLst/>
                <a:ahLst/>
                <a:cxnLst/>
                <a:rect l="l" t="t" r="r" b="b"/>
                <a:pathLst>
                  <a:path w="774906" h="33644" extrusionOk="0">
                    <a:moveTo>
                      <a:pt x="16822" y="0"/>
                    </a:moveTo>
                    <a:lnTo>
                      <a:pt x="758084" y="0"/>
                    </a:lnTo>
                    <a:cubicBezTo>
                      <a:pt x="767328" y="0"/>
                      <a:pt x="774907" y="7578"/>
                      <a:pt x="774907" y="16822"/>
                    </a:cubicBezTo>
                    <a:lnTo>
                      <a:pt x="774907" y="16822"/>
                    </a:lnTo>
                    <a:cubicBezTo>
                      <a:pt x="774907" y="26066"/>
                      <a:pt x="767328" y="33644"/>
                      <a:pt x="758084" y="33644"/>
                    </a:cubicBezTo>
                    <a:lnTo>
                      <a:pt x="16822" y="33644"/>
                    </a:lnTo>
                    <a:cubicBezTo>
                      <a:pt x="7545" y="33644"/>
                      <a:pt x="0" y="26066"/>
                      <a:pt x="0" y="16822"/>
                    </a:cubicBezTo>
                    <a:lnTo>
                      <a:pt x="0" y="16822"/>
                    </a:lnTo>
                    <a:cubicBezTo>
                      <a:pt x="0" y="7578"/>
                      <a:pt x="7579" y="0"/>
                      <a:pt x="16822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3" name="Google Shape;1283;p30">
                <a:extLst>
                  <a:ext uri="{FF2B5EF4-FFF2-40B4-BE49-F238E27FC236}">
                    <a16:creationId xmlns:a16="http://schemas.microsoft.com/office/drawing/2014/main" id="{9D017CA8-D99B-537A-A69E-34DD0BCE0217}"/>
                  </a:ext>
                </a:extLst>
              </p:cNvPr>
              <p:cNvSpPr/>
              <p:nvPr/>
            </p:nvSpPr>
            <p:spPr>
              <a:xfrm flipH="1">
                <a:off x="9328001" y="3283897"/>
                <a:ext cx="19247" cy="73965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8"/>
                    </a:lnTo>
                    <a:lnTo>
                      <a:pt x="0" y="33168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84" name="Google Shape;1284;p30">
                <a:extLst>
                  <a:ext uri="{FF2B5EF4-FFF2-40B4-BE49-F238E27FC236}">
                    <a16:creationId xmlns:a16="http://schemas.microsoft.com/office/drawing/2014/main" id="{97E88C13-4FEC-6E5F-4D4E-58C8EC2B8246}"/>
                  </a:ext>
                </a:extLst>
              </p:cNvPr>
              <p:cNvGrpSpPr/>
              <p:nvPr/>
            </p:nvGrpSpPr>
            <p:grpSpPr>
              <a:xfrm flipH="1">
                <a:off x="7950758" y="3766296"/>
                <a:ext cx="1585011" cy="675315"/>
                <a:chOff x="4439952" y="2779427"/>
                <a:chExt cx="710608" cy="302764"/>
              </a:xfrm>
            </p:grpSpPr>
            <p:sp>
              <p:nvSpPr>
                <p:cNvPr id="1285" name="Google Shape;1285;p30">
                  <a:extLst>
                    <a:ext uri="{FF2B5EF4-FFF2-40B4-BE49-F238E27FC236}">
                      <a16:creationId xmlns:a16="http://schemas.microsoft.com/office/drawing/2014/main" id="{CCD74F97-D36F-B4A8-254A-167A38E6FCC4}"/>
                    </a:ext>
                  </a:extLst>
                </p:cNvPr>
                <p:cNvSpPr/>
                <p:nvPr/>
              </p:nvSpPr>
              <p:spPr>
                <a:xfrm>
                  <a:off x="4439952" y="2779427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6" name="Google Shape;1286;p30">
                  <a:extLst>
                    <a:ext uri="{FF2B5EF4-FFF2-40B4-BE49-F238E27FC236}">
                      <a16:creationId xmlns:a16="http://schemas.microsoft.com/office/drawing/2014/main" id="{A76D5148-1178-89AB-EBBE-CB3F93F44441}"/>
                    </a:ext>
                  </a:extLst>
                </p:cNvPr>
                <p:cNvSpPr/>
                <p:nvPr/>
              </p:nvSpPr>
              <p:spPr>
                <a:xfrm>
                  <a:off x="5079499" y="2795671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87" name="Google Shape;1287;p30">
                  <a:extLst>
                    <a:ext uri="{FF2B5EF4-FFF2-40B4-BE49-F238E27FC236}">
                      <a16:creationId xmlns:a16="http://schemas.microsoft.com/office/drawing/2014/main" id="{54214532-C5B9-6B0D-0CF2-E33AA844DCEF}"/>
                    </a:ext>
                  </a:extLst>
                </p:cNvPr>
                <p:cNvSpPr/>
                <p:nvPr/>
              </p:nvSpPr>
              <p:spPr>
                <a:xfrm>
                  <a:off x="4439952" y="3018743"/>
                  <a:ext cx="710608" cy="63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8" h="63448" extrusionOk="0">
                      <a:moveTo>
                        <a:pt x="0" y="0"/>
                      </a:moveTo>
                      <a:lnTo>
                        <a:pt x="710608" y="0"/>
                      </a:lnTo>
                      <a:lnTo>
                        <a:pt x="710608" y="63448"/>
                      </a:lnTo>
                      <a:lnTo>
                        <a:pt x="0" y="6344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88" name="Google Shape;1288;p30">
                <a:extLst>
                  <a:ext uri="{FF2B5EF4-FFF2-40B4-BE49-F238E27FC236}">
                    <a16:creationId xmlns:a16="http://schemas.microsoft.com/office/drawing/2014/main" id="{BA5979F2-8C5A-28BD-12EA-A14699898BF0}"/>
                  </a:ext>
                </a:extLst>
              </p:cNvPr>
              <p:cNvSpPr/>
              <p:nvPr/>
            </p:nvSpPr>
            <p:spPr>
              <a:xfrm flipH="1">
                <a:off x="9376164" y="3695045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75"/>
                      <a:pt x="0" y="31945"/>
                    </a:cubicBezTo>
                    <a:cubicBezTo>
                      <a:pt x="0" y="49515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9" name="Google Shape;1289;p30">
                <a:extLst>
                  <a:ext uri="{FF2B5EF4-FFF2-40B4-BE49-F238E27FC236}">
                    <a16:creationId xmlns:a16="http://schemas.microsoft.com/office/drawing/2014/main" id="{A3280395-12BC-5EC8-A870-93FF8CE54A91}"/>
                  </a:ext>
                </a:extLst>
              </p:cNvPr>
              <p:cNvSpPr/>
              <p:nvPr/>
            </p:nvSpPr>
            <p:spPr>
              <a:xfrm flipH="1">
                <a:off x="7950790" y="3731353"/>
                <a:ext cx="160663" cy="142475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41"/>
                      <a:pt x="0" y="31945"/>
                    </a:cubicBezTo>
                    <a:cubicBezTo>
                      <a:pt x="0" y="49549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90" name="Google Shape;1290;p30">
                <a:extLst>
                  <a:ext uri="{FF2B5EF4-FFF2-40B4-BE49-F238E27FC236}">
                    <a16:creationId xmlns:a16="http://schemas.microsoft.com/office/drawing/2014/main" id="{07794C5F-151C-1A3E-AE99-913FC2004D62}"/>
                  </a:ext>
                </a:extLst>
              </p:cNvPr>
              <p:cNvGrpSpPr/>
              <p:nvPr/>
            </p:nvGrpSpPr>
            <p:grpSpPr>
              <a:xfrm flipH="1">
                <a:off x="7063250" y="1284726"/>
                <a:ext cx="506187" cy="975768"/>
                <a:chOff x="4380117" y="1824165"/>
                <a:chExt cx="226939" cy="437466"/>
              </a:xfrm>
            </p:grpSpPr>
            <p:sp>
              <p:nvSpPr>
                <p:cNvPr id="1291" name="Google Shape;1291;p30">
                  <a:extLst>
                    <a:ext uri="{FF2B5EF4-FFF2-40B4-BE49-F238E27FC236}">
                      <a16:creationId xmlns:a16="http://schemas.microsoft.com/office/drawing/2014/main" id="{AA029DA4-E36F-1056-7448-BF2525BECB30}"/>
                    </a:ext>
                  </a:extLst>
                </p:cNvPr>
                <p:cNvSpPr/>
                <p:nvPr/>
              </p:nvSpPr>
              <p:spPr>
                <a:xfrm>
                  <a:off x="4469971" y="2216942"/>
                  <a:ext cx="57501" cy="44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501" h="44689" extrusionOk="0">
                      <a:moveTo>
                        <a:pt x="57501" y="0"/>
                      </a:moveTo>
                      <a:lnTo>
                        <a:pt x="0" y="0"/>
                      </a:lnTo>
                      <a:lnTo>
                        <a:pt x="18487" y="44689"/>
                      </a:lnTo>
                      <a:lnTo>
                        <a:pt x="38776" y="44689"/>
                      </a:lnTo>
                      <a:lnTo>
                        <a:pt x="5750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2" name="Google Shape;1292;p30">
                  <a:extLst>
                    <a:ext uri="{FF2B5EF4-FFF2-40B4-BE49-F238E27FC236}">
                      <a16:creationId xmlns:a16="http://schemas.microsoft.com/office/drawing/2014/main" id="{5D56674C-7E7B-533E-F859-435F22E14B66}"/>
                    </a:ext>
                  </a:extLst>
                </p:cNvPr>
                <p:cNvSpPr/>
                <p:nvPr/>
              </p:nvSpPr>
              <p:spPr>
                <a:xfrm>
                  <a:off x="4496614" y="2025306"/>
                  <a:ext cx="110442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42" h="191602" extrusionOk="0">
                      <a:moveTo>
                        <a:pt x="48054" y="0"/>
                      </a:moveTo>
                      <a:cubicBezTo>
                        <a:pt x="48054" y="0"/>
                        <a:pt x="106234" y="59574"/>
                        <a:pt x="110279" y="62973"/>
                      </a:cubicBezTo>
                      <a:cubicBezTo>
                        <a:pt x="114323" y="66337"/>
                        <a:pt x="41937" y="191603"/>
                        <a:pt x="41937" y="191603"/>
                      </a:cubicBezTo>
                      <a:lnTo>
                        <a:pt x="0" y="191603"/>
                      </a:lnTo>
                      <a:lnTo>
                        <a:pt x="0" y="8564"/>
                      </a:lnTo>
                      <a:lnTo>
                        <a:pt x="4802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3" name="Google Shape;1293;p30">
                  <a:extLst>
                    <a:ext uri="{FF2B5EF4-FFF2-40B4-BE49-F238E27FC236}">
                      <a16:creationId xmlns:a16="http://schemas.microsoft.com/office/drawing/2014/main" id="{14166D48-088B-E653-5F75-DE9C2E0467BB}"/>
                    </a:ext>
                  </a:extLst>
                </p:cNvPr>
                <p:cNvSpPr/>
                <p:nvPr/>
              </p:nvSpPr>
              <p:spPr>
                <a:xfrm>
                  <a:off x="4388719" y="2025306"/>
                  <a:ext cx="110410" cy="1916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10" h="191602" extrusionOk="0">
                      <a:moveTo>
                        <a:pt x="62391" y="0"/>
                      </a:moveTo>
                      <a:cubicBezTo>
                        <a:pt x="62391" y="0"/>
                        <a:pt x="4210" y="59574"/>
                        <a:pt x="166" y="62973"/>
                      </a:cubicBezTo>
                      <a:cubicBezTo>
                        <a:pt x="-3912" y="66337"/>
                        <a:pt x="68474" y="191603"/>
                        <a:pt x="68474" y="191603"/>
                      </a:cubicBezTo>
                      <a:lnTo>
                        <a:pt x="110410" y="191603"/>
                      </a:lnTo>
                      <a:lnTo>
                        <a:pt x="110410" y="8564"/>
                      </a:lnTo>
                      <a:lnTo>
                        <a:pt x="623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4" name="Google Shape;1294;p30">
                  <a:extLst>
                    <a:ext uri="{FF2B5EF4-FFF2-40B4-BE49-F238E27FC236}">
                      <a16:creationId xmlns:a16="http://schemas.microsoft.com/office/drawing/2014/main" id="{E921331D-C34C-6BC7-6F23-8DDCC677A401}"/>
                    </a:ext>
                  </a:extLst>
                </p:cNvPr>
                <p:cNvSpPr/>
                <p:nvPr/>
              </p:nvSpPr>
              <p:spPr>
                <a:xfrm>
                  <a:off x="4381340" y="1840704"/>
                  <a:ext cx="156938" cy="181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938" h="181135" extrusionOk="0">
                      <a:moveTo>
                        <a:pt x="0" y="0"/>
                      </a:moveTo>
                      <a:lnTo>
                        <a:pt x="20152" y="0"/>
                      </a:lnTo>
                      <a:cubicBezTo>
                        <a:pt x="95359" y="0"/>
                        <a:pt x="156939" y="61545"/>
                        <a:pt x="156939" y="136786"/>
                      </a:cubicBezTo>
                      <a:lnTo>
                        <a:pt x="156939" y="181136"/>
                      </a:lnTo>
                      <a:lnTo>
                        <a:pt x="82309" y="181136"/>
                      </a:lnTo>
                      <a:lnTo>
                        <a:pt x="82309" y="162478"/>
                      </a:lnTo>
                      <a:cubicBezTo>
                        <a:pt x="82309" y="94646"/>
                        <a:pt x="48733" y="70143"/>
                        <a:pt x="34" y="71741"/>
                      </a:cubicBezTo>
                      <a:lnTo>
                        <a:pt x="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5" name="Google Shape;1295;p30">
                  <a:extLst>
                    <a:ext uri="{FF2B5EF4-FFF2-40B4-BE49-F238E27FC236}">
                      <a16:creationId xmlns:a16="http://schemas.microsoft.com/office/drawing/2014/main" id="{E976C0F7-5ECE-7F79-C996-A0D01DEAA962}"/>
                    </a:ext>
                  </a:extLst>
                </p:cNvPr>
                <p:cNvSpPr/>
                <p:nvPr/>
              </p:nvSpPr>
              <p:spPr>
                <a:xfrm>
                  <a:off x="4432079" y="2021024"/>
                  <a:ext cx="132436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436" h="23721" extrusionOk="0">
                      <a:moveTo>
                        <a:pt x="0" y="23721"/>
                      </a:moveTo>
                      <a:lnTo>
                        <a:pt x="0" y="11861"/>
                      </a:lnTo>
                      <a:cubicBezTo>
                        <a:pt x="0" y="5336"/>
                        <a:pt x="5336" y="0"/>
                        <a:pt x="11860" y="0"/>
                      </a:cubicBezTo>
                      <a:lnTo>
                        <a:pt x="120576" y="0"/>
                      </a:lnTo>
                      <a:cubicBezTo>
                        <a:pt x="127101" y="0"/>
                        <a:pt x="132436" y="5336"/>
                        <a:pt x="132436" y="11861"/>
                      </a:cubicBezTo>
                      <a:lnTo>
                        <a:pt x="132436" y="23721"/>
                      </a:lnTo>
                      <a:lnTo>
                        <a:pt x="0" y="2372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6" name="Google Shape;1296;p30">
                  <a:extLst>
                    <a:ext uri="{FF2B5EF4-FFF2-40B4-BE49-F238E27FC236}">
                      <a16:creationId xmlns:a16="http://schemas.microsoft.com/office/drawing/2014/main" id="{CBA61AFC-B477-EAFE-45A1-3DF2B2F651E5}"/>
                    </a:ext>
                  </a:extLst>
                </p:cNvPr>
                <p:cNvSpPr/>
                <p:nvPr/>
              </p:nvSpPr>
              <p:spPr>
                <a:xfrm>
                  <a:off x="4493284" y="2021024"/>
                  <a:ext cx="71230" cy="23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230" h="23721" extrusionOk="0">
                      <a:moveTo>
                        <a:pt x="0" y="0"/>
                      </a:moveTo>
                      <a:lnTo>
                        <a:pt x="59370" y="0"/>
                      </a:lnTo>
                      <a:cubicBezTo>
                        <a:pt x="65895" y="0"/>
                        <a:pt x="71231" y="5336"/>
                        <a:pt x="71231" y="11861"/>
                      </a:cubicBezTo>
                      <a:lnTo>
                        <a:pt x="71231" y="23721"/>
                      </a:lnTo>
                      <a:lnTo>
                        <a:pt x="0" y="2372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7" name="Google Shape;1297;p30">
                  <a:extLst>
                    <a:ext uri="{FF2B5EF4-FFF2-40B4-BE49-F238E27FC236}">
                      <a16:creationId xmlns:a16="http://schemas.microsoft.com/office/drawing/2014/main" id="{808C94CA-84F6-2272-4231-74BE01B87E02}"/>
                    </a:ext>
                  </a:extLst>
                </p:cNvPr>
                <p:cNvSpPr/>
                <p:nvPr/>
              </p:nvSpPr>
              <p:spPr>
                <a:xfrm>
                  <a:off x="4453489" y="2009877"/>
                  <a:ext cx="99131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48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49"/>
                        <a:pt x="5607" y="11249"/>
                      </a:cubicBezTo>
                      <a:lnTo>
                        <a:pt x="93524" y="11249"/>
                      </a:lnTo>
                      <a:cubicBezTo>
                        <a:pt x="96617" y="11249"/>
                        <a:pt x="99131" y="8700"/>
                        <a:pt x="99131" y="5607"/>
                      </a:cubicBezTo>
                      <a:lnTo>
                        <a:pt x="99131" y="5607"/>
                      </a:lnTo>
                      <a:cubicBezTo>
                        <a:pt x="99131" y="2515"/>
                        <a:pt x="96583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8" name="Google Shape;1298;p30">
                  <a:extLst>
                    <a:ext uri="{FF2B5EF4-FFF2-40B4-BE49-F238E27FC236}">
                      <a16:creationId xmlns:a16="http://schemas.microsoft.com/office/drawing/2014/main" id="{D9E0E563-B6D7-5EEC-4209-7877AABDC844}"/>
                    </a:ext>
                  </a:extLst>
                </p:cNvPr>
                <p:cNvSpPr/>
                <p:nvPr/>
              </p:nvSpPr>
              <p:spPr>
                <a:xfrm>
                  <a:off x="4451585" y="1992137"/>
                  <a:ext cx="99199" cy="11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99" h="11248" extrusionOk="0">
                      <a:moveTo>
                        <a:pt x="93558" y="34"/>
                      </a:moveTo>
                      <a:lnTo>
                        <a:pt x="5641" y="34"/>
                      </a:lnTo>
                      <a:cubicBezTo>
                        <a:pt x="2549" y="34"/>
                        <a:pt x="0" y="2549"/>
                        <a:pt x="0" y="5641"/>
                      </a:cubicBezTo>
                      <a:lnTo>
                        <a:pt x="0" y="5641"/>
                      </a:lnTo>
                      <a:cubicBezTo>
                        <a:pt x="0" y="8734"/>
                        <a:pt x="2549" y="11249"/>
                        <a:pt x="5641" y="11249"/>
                      </a:cubicBezTo>
                      <a:lnTo>
                        <a:pt x="93558" y="11249"/>
                      </a:lnTo>
                      <a:cubicBezTo>
                        <a:pt x="96651" y="11249"/>
                        <a:pt x="99200" y="8700"/>
                        <a:pt x="99200" y="5607"/>
                      </a:cubicBezTo>
                      <a:lnTo>
                        <a:pt x="99200" y="5607"/>
                      </a:lnTo>
                      <a:cubicBezTo>
                        <a:pt x="99200" y="2515"/>
                        <a:pt x="96685" y="0"/>
                        <a:pt x="9355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9" name="Google Shape;1299;p30">
                  <a:extLst>
                    <a:ext uri="{FF2B5EF4-FFF2-40B4-BE49-F238E27FC236}">
                      <a16:creationId xmlns:a16="http://schemas.microsoft.com/office/drawing/2014/main" id="{550F4CD5-4EFE-CAEB-6E93-659FD9C59287}"/>
                    </a:ext>
                  </a:extLst>
                </p:cNvPr>
                <p:cNvSpPr/>
                <p:nvPr/>
              </p:nvSpPr>
              <p:spPr>
                <a:xfrm>
                  <a:off x="4449751" y="1974466"/>
                  <a:ext cx="99165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65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15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65" y="8666"/>
                        <a:pt x="99165" y="5607"/>
                      </a:cubicBezTo>
                      <a:lnTo>
                        <a:pt x="99165" y="5607"/>
                      </a:lnTo>
                      <a:cubicBezTo>
                        <a:pt x="99165" y="2515"/>
                        <a:pt x="96651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0" name="Google Shape;1300;p30">
                  <a:extLst>
                    <a:ext uri="{FF2B5EF4-FFF2-40B4-BE49-F238E27FC236}">
                      <a16:creationId xmlns:a16="http://schemas.microsoft.com/office/drawing/2014/main" id="{A4807971-916F-B5A2-9EA8-80F3E57FCDFB}"/>
                    </a:ext>
                  </a:extLst>
                </p:cNvPr>
                <p:cNvSpPr/>
                <p:nvPr/>
              </p:nvSpPr>
              <p:spPr>
                <a:xfrm>
                  <a:off x="4447881" y="1956760"/>
                  <a:ext cx="99131" cy="11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31" h="11214" extrusionOk="0">
                      <a:moveTo>
                        <a:pt x="93524" y="0"/>
                      </a:moveTo>
                      <a:lnTo>
                        <a:pt x="5607" y="0"/>
                      </a:lnTo>
                      <a:cubicBezTo>
                        <a:pt x="2515" y="0"/>
                        <a:pt x="0" y="2515"/>
                        <a:pt x="0" y="5607"/>
                      </a:cubicBezTo>
                      <a:lnTo>
                        <a:pt x="0" y="5607"/>
                      </a:lnTo>
                      <a:cubicBezTo>
                        <a:pt x="0" y="8700"/>
                        <a:pt x="2549" y="11215"/>
                        <a:pt x="5607" y="11215"/>
                      </a:cubicBezTo>
                      <a:lnTo>
                        <a:pt x="93524" y="11215"/>
                      </a:lnTo>
                      <a:cubicBezTo>
                        <a:pt x="96617" y="11215"/>
                        <a:pt x="99132" y="8700"/>
                        <a:pt x="99132" y="5607"/>
                      </a:cubicBezTo>
                      <a:lnTo>
                        <a:pt x="99132" y="5607"/>
                      </a:lnTo>
                      <a:cubicBezTo>
                        <a:pt x="99132" y="2515"/>
                        <a:pt x="96617" y="0"/>
                        <a:pt x="9352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1" name="Google Shape;1301;p30">
                  <a:extLst>
                    <a:ext uri="{FF2B5EF4-FFF2-40B4-BE49-F238E27FC236}">
                      <a16:creationId xmlns:a16="http://schemas.microsoft.com/office/drawing/2014/main" id="{88268298-0B40-C7E8-8463-AB433B2B3980}"/>
                    </a:ext>
                  </a:extLst>
                </p:cNvPr>
                <p:cNvSpPr/>
                <p:nvPr/>
              </p:nvSpPr>
              <p:spPr>
                <a:xfrm>
                  <a:off x="4446074" y="1936907"/>
                  <a:ext cx="99074" cy="15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74" h="15507" extrusionOk="0">
                      <a:moveTo>
                        <a:pt x="93156" y="6"/>
                      </a:moveTo>
                      <a:lnTo>
                        <a:pt x="5341" y="4288"/>
                      </a:lnTo>
                      <a:cubicBezTo>
                        <a:pt x="2249" y="4424"/>
                        <a:pt x="-130" y="7074"/>
                        <a:pt x="6" y="10167"/>
                      </a:cubicBezTo>
                      <a:lnTo>
                        <a:pt x="6" y="10167"/>
                      </a:lnTo>
                      <a:cubicBezTo>
                        <a:pt x="142" y="13259"/>
                        <a:pt x="2792" y="15638"/>
                        <a:pt x="5885" y="15502"/>
                      </a:cubicBezTo>
                      <a:lnTo>
                        <a:pt x="93734" y="11220"/>
                      </a:lnTo>
                      <a:cubicBezTo>
                        <a:pt x="96826" y="11084"/>
                        <a:pt x="99205" y="8434"/>
                        <a:pt x="99069" y="5341"/>
                      </a:cubicBezTo>
                      <a:lnTo>
                        <a:pt x="99069" y="5341"/>
                      </a:lnTo>
                      <a:cubicBezTo>
                        <a:pt x="98899" y="2249"/>
                        <a:pt x="96283" y="-130"/>
                        <a:pt x="93190" y="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2" name="Google Shape;1302;p30">
                  <a:extLst>
                    <a:ext uri="{FF2B5EF4-FFF2-40B4-BE49-F238E27FC236}">
                      <a16:creationId xmlns:a16="http://schemas.microsoft.com/office/drawing/2014/main" id="{A4A54F40-A2A3-D759-29B7-CD59DFA97269}"/>
                    </a:ext>
                  </a:extLst>
                </p:cNvPr>
                <p:cNvSpPr/>
                <p:nvPr/>
              </p:nvSpPr>
              <p:spPr>
                <a:xfrm>
                  <a:off x="4437315" y="1910952"/>
                  <a:ext cx="97595" cy="2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595" h="27725" extrusionOk="0">
                      <a:moveTo>
                        <a:pt x="90939" y="99"/>
                      </a:moveTo>
                      <a:lnTo>
                        <a:pt x="4551" y="16582"/>
                      </a:lnTo>
                      <a:cubicBezTo>
                        <a:pt x="1526" y="17159"/>
                        <a:pt x="-479" y="20116"/>
                        <a:pt x="99" y="23175"/>
                      </a:cubicBezTo>
                      <a:lnTo>
                        <a:pt x="99" y="23175"/>
                      </a:lnTo>
                      <a:cubicBezTo>
                        <a:pt x="677" y="26199"/>
                        <a:pt x="3633" y="28204"/>
                        <a:pt x="6658" y="27626"/>
                      </a:cubicBezTo>
                      <a:lnTo>
                        <a:pt x="93012" y="11110"/>
                      </a:lnTo>
                      <a:cubicBezTo>
                        <a:pt x="96036" y="10532"/>
                        <a:pt x="98075" y="7576"/>
                        <a:pt x="97498" y="4551"/>
                      </a:cubicBezTo>
                      <a:lnTo>
                        <a:pt x="97498" y="4551"/>
                      </a:lnTo>
                      <a:cubicBezTo>
                        <a:pt x="96920" y="1526"/>
                        <a:pt x="93963" y="-478"/>
                        <a:pt x="90939" y="9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3" name="Google Shape;1303;p30">
                  <a:extLst>
                    <a:ext uri="{FF2B5EF4-FFF2-40B4-BE49-F238E27FC236}">
                      <a16:creationId xmlns:a16="http://schemas.microsoft.com/office/drawing/2014/main" id="{63DBFBAD-28F3-CA5C-1210-97976CA932DE}"/>
                    </a:ext>
                  </a:extLst>
                </p:cNvPr>
                <p:cNvSpPr/>
                <p:nvPr/>
              </p:nvSpPr>
              <p:spPr>
                <a:xfrm>
                  <a:off x="4429531" y="1882948"/>
                  <a:ext cx="90598" cy="490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598" h="49035" extrusionOk="0">
                      <a:moveTo>
                        <a:pt x="82580" y="542"/>
                      </a:moveTo>
                      <a:lnTo>
                        <a:pt x="3193" y="38366"/>
                      </a:lnTo>
                      <a:cubicBezTo>
                        <a:pt x="406" y="39692"/>
                        <a:pt x="-783" y="43056"/>
                        <a:pt x="542" y="45843"/>
                      </a:cubicBezTo>
                      <a:lnTo>
                        <a:pt x="542" y="45843"/>
                      </a:lnTo>
                      <a:cubicBezTo>
                        <a:pt x="1867" y="48630"/>
                        <a:pt x="5232" y="49819"/>
                        <a:pt x="8018" y="48494"/>
                      </a:cubicBezTo>
                      <a:lnTo>
                        <a:pt x="87405" y="10669"/>
                      </a:lnTo>
                      <a:cubicBezTo>
                        <a:pt x="90192" y="9344"/>
                        <a:pt x="91382" y="5980"/>
                        <a:pt x="90056" y="3193"/>
                      </a:cubicBezTo>
                      <a:lnTo>
                        <a:pt x="90056" y="3193"/>
                      </a:lnTo>
                      <a:cubicBezTo>
                        <a:pt x="88731" y="406"/>
                        <a:pt x="85332" y="-783"/>
                        <a:pt x="82546" y="542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4" name="Google Shape;1304;p30">
                  <a:extLst>
                    <a:ext uri="{FF2B5EF4-FFF2-40B4-BE49-F238E27FC236}">
                      <a16:creationId xmlns:a16="http://schemas.microsoft.com/office/drawing/2014/main" id="{E1EF1F2B-F386-0A8D-4B32-D1144B1BD2C8}"/>
                    </a:ext>
                  </a:extLst>
                </p:cNvPr>
                <p:cNvSpPr/>
                <p:nvPr/>
              </p:nvSpPr>
              <p:spPr>
                <a:xfrm>
                  <a:off x="4422838" y="1855265"/>
                  <a:ext cx="71972" cy="74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972" h="74814" extrusionOk="0">
                      <a:moveTo>
                        <a:pt x="62324" y="1718"/>
                      </a:moveTo>
                      <a:lnTo>
                        <a:pt x="1560" y="65302"/>
                      </a:lnTo>
                      <a:cubicBezTo>
                        <a:pt x="-581" y="67545"/>
                        <a:pt x="-513" y="71113"/>
                        <a:pt x="1730" y="73254"/>
                      </a:cubicBezTo>
                      <a:lnTo>
                        <a:pt x="1730" y="73254"/>
                      </a:lnTo>
                      <a:cubicBezTo>
                        <a:pt x="3973" y="75395"/>
                        <a:pt x="7541" y="75327"/>
                        <a:pt x="9682" y="73085"/>
                      </a:cubicBezTo>
                      <a:lnTo>
                        <a:pt x="70412" y="9500"/>
                      </a:lnTo>
                      <a:cubicBezTo>
                        <a:pt x="72553" y="7257"/>
                        <a:pt x="72485" y="3689"/>
                        <a:pt x="70242" y="1548"/>
                      </a:cubicBezTo>
                      <a:lnTo>
                        <a:pt x="70242" y="1548"/>
                      </a:lnTo>
                      <a:cubicBezTo>
                        <a:pt x="67999" y="-593"/>
                        <a:pt x="64431" y="-491"/>
                        <a:pt x="62324" y="171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5" name="Google Shape;1305;p30">
                  <a:extLst>
                    <a:ext uri="{FF2B5EF4-FFF2-40B4-BE49-F238E27FC236}">
                      <a16:creationId xmlns:a16="http://schemas.microsoft.com/office/drawing/2014/main" id="{B0429C56-22E0-9B9F-82D4-ED8399CCD673}"/>
                    </a:ext>
                  </a:extLst>
                </p:cNvPr>
                <p:cNvSpPr/>
                <p:nvPr/>
              </p:nvSpPr>
              <p:spPr>
                <a:xfrm>
                  <a:off x="4416185" y="1835374"/>
                  <a:ext cx="45386" cy="92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386" h="92221" extrusionOk="0">
                      <a:moveTo>
                        <a:pt x="34619" y="3427"/>
                      </a:moveTo>
                      <a:lnTo>
                        <a:pt x="431" y="84445"/>
                      </a:lnTo>
                      <a:cubicBezTo>
                        <a:pt x="-758" y="87299"/>
                        <a:pt x="601" y="90596"/>
                        <a:pt x="3422" y="91785"/>
                      </a:cubicBezTo>
                      <a:lnTo>
                        <a:pt x="3422" y="91785"/>
                      </a:lnTo>
                      <a:cubicBezTo>
                        <a:pt x="6277" y="92975"/>
                        <a:pt x="9573" y="91649"/>
                        <a:pt x="10762" y="88795"/>
                      </a:cubicBezTo>
                      <a:lnTo>
                        <a:pt x="44951" y="7777"/>
                      </a:lnTo>
                      <a:cubicBezTo>
                        <a:pt x="46140" y="4956"/>
                        <a:pt x="44815" y="1625"/>
                        <a:pt x="41960" y="436"/>
                      </a:cubicBezTo>
                      <a:lnTo>
                        <a:pt x="41960" y="436"/>
                      </a:lnTo>
                      <a:cubicBezTo>
                        <a:pt x="39105" y="-753"/>
                        <a:pt x="35809" y="572"/>
                        <a:pt x="34585" y="342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6" name="Google Shape;1306;p30">
                  <a:extLst>
                    <a:ext uri="{FF2B5EF4-FFF2-40B4-BE49-F238E27FC236}">
                      <a16:creationId xmlns:a16="http://schemas.microsoft.com/office/drawing/2014/main" id="{46772871-607E-5F1E-491B-6A275E2A6A0A}"/>
                    </a:ext>
                  </a:extLst>
                </p:cNvPr>
                <p:cNvSpPr/>
                <p:nvPr/>
              </p:nvSpPr>
              <p:spPr>
                <a:xfrm>
                  <a:off x="4407685" y="1824165"/>
                  <a:ext cx="19556" cy="98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56" h="98768" extrusionOk="0">
                      <a:moveTo>
                        <a:pt x="8354" y="5086"/>
                      </a:moveTo>
                      <a:lnTo>
                        <a:pt x="28" y="92629"/>
                      </a:lnTo>
                      <a:cubicBezTo>
                        <a:pt x="-279" y="95722"/>
                        <a:pt x="1999" y="98440"/>
                        <a:pt x="5091" y="98746"/>
                      </a:cubicBezTo>
                      <a:lnTo>
                        <a:pt x="5091" y="98746"/>
                      </a:lnTo>
                      <a:cubicBezTo>
                        <a:pt x="8149" y="99018"/>
                        <a:pt x="10902" y="96775"/>
                        <a:pt x="11208" y="93683"/>
                      </a:cubicBezTo>
                      <a:lnTo>
                        <a:pt x="19534" y="6140"/>
                      </a:lnTo>
                      <a:cubicBezTo>
                        <a:pt x="19806" y="3047"/>
                        <a:pt x="17563" y="294"/>
                        <a:pt x="14471" y="22"/>
                      </a:cubicBezTo>
                      <a:lnTo>
                        <a:pt x="14471" y="22"/>
                      </a:lnTo>
                      <a:cubicBezTo>
                        <a:pt x="11378" y="-250"/>
                        <a:pt x="8625" y="1993"/>
                        <a:pt x="8320" y="508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7" name="Google Shape;1307;p30">
                  <a:extLst>
                    <a:ext uri="{FF2B5EF4-FFF2-40B4-BE49-F238E27FC236}">
                      <a16:creationId xmlns:a16="http://schemas.microsoft.com/office/drawing/2014/main" id="{7EBEDF0C-85D9-1DA9-5A49-6E0A7B96B82B}"/>
                    </a:ext>
                  </a:extLst>
                </p:cNvPr>
                <p:cNvSpPr/>
                <p:nvPr/>
              </p:nvSpPr>
              <p:spPr>
                <a:xfrm>
                  <a:off x="4380117" y="1825037"/>
                  <a:ext cx="11486" cy="99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86" h="99165" extrusionOk="0">
                      <a:moveTo>
                        <a:pt x="238" y="5607"/>
                      </a:moveTo>
                      <a:lnTo>
                        <a:pt x="0" y="93524"/>
                      </a:lnTo>
                      <a:cubicBezTo>
                        <a:pt x="0" y="96617"/>
                        <a:pt x="2515" y="99166"/>
                        <a:pt x="5607" y="99166"/>
                      </a:cubicBezTo>
                      <a:lnTo>
                        <a:pt x="5607" y="99166"/>
                      </a:lnTo>
                      <a:cubicBezTo>
                        <a:pt x="8700" y="99166"/>
                        <a:pt x="11249" y="96651"/>
                        <a:pt x="11249" y="93558"/>
                      </a:cubicBezTo>
                      <a:lnTo>
                        <a:pt x="11486" y="5641"/>
                      </a:lnTo>
                      <a:cubicBezTo>
                        <a:pt x="11486" y="2549"/>
                        <a:pt x="8971" y="34"/>
                        <a:pt x="5879" y="0"/>
                      </a:cubicBezTo>
                      <a:lnTo>
                        <a:pt x="5879" y="0"/>
                      </a:lnTo>
                      <a:cubicBezTo>
                        <a:pt x="2787" y="0"/>
                        <a:pt x="272" y="2515"/>
                        <a:pt x="238" y="560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08" name="Google Shape;1308;p30">
                <a:extLst>
                  <a:ext uri="{FF2B5EF4-FFF2-40B4-BE49-F238E27FC236}">
                    <a16:creationId xmlns:a16="http://schemas.microsoft.com/office/drawing/2014/main" id="{F4204ED8-22D2-07D3-D20D-B74FA3843A13}"/>
                  </a:ext>
                </a:extLst>
              </p:cNvPr>
              <p:cNvGrpSpPr/>
              <p:nvPr/>
            </p:nvGrpSpPr>
            <p:grpSpPr>
              <a:xfrm flipH="1">
                <a:off x="8101743" y="3785367"/>
                <a:ext cx="1282941" cy="330190"/>
                <a:chOff x="2195175" y="2564277"/>
                <a:chExt cx="575181" cy="148034"/>
              </a:xfrm>
            </p:grpSpPr>
            <p:sp>
              <p:nvSpPr>
                <p:cNvPr id="1309" name="Google Shape;1309;p30">
                  <a:extLst>
                    <a:ext uri="{FF2B5EF4-FFF2-40B4-BE49-F238E27FC236}">
                      <a16:creationId xmlns:a16="http://schemas.microsoft.com/office/drawing/2014/main" id="{03C66E4C-B136-8340-E291-5906E1C4B012}"/>
                    </a:ext>
                  </a:extLst>
                </p:cNvPr>
                <p:cNvSpPr/>
                <p:nvPr/>
              </p:nvSpPr>
              <p:spPr>
                <a:xfrm>
                  <a:off x="2692873" y="2596358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0" name="Google Shape;1310;p30">
                  <a:extLst>
                    <a:ext uri="{FF2B5EF4-FFF2-40B4-BE49-F238E27FC236}">
                      <a16:creationId xmlns:a16="http://schemas.microsoft.com/office/drawing/2014/main" id="{0D3DD29B-4901-1218-10F4-997F7038E589}"/>
                    </a:ext>
                  </a:extLst>
                </p:cNvPr>
                <p:cNvSpPr/>
                <p:nvPr/>
              </p:nvSpPr>
              <p:spPr>
                <a:xfrm>
                  <a:off x="2692873" y="2606622"/>
                  <a:ext cx="63822" cy="11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384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385"/>
                      </a:lnTo>
                      <a:lnTo>
                        <a:pt x="0" y="11385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1" name="Google Shape;1311;p30">
                  <a:extLst>
                    <a:ext uri="{FF2B5EF4-FFF2-40B4-BE49-F238E27FC236}">
                      <a16:creationId xmlns:a16="http://schemas.microsoft.com/office/drawing/2014/main" id="{5F85EFAB-81AE-9171-1DAA-B93909A60244}"/>
                    </a:ext>
                  </a:extLst>
                </p:cNvPr>
                <p:cNvSpPr/>
                <p:nvPr/>
              </p:nvSpPr>
              <p:spPr>
                <a:xfrm>
                  <a:off x="2744731" y="2566146"/>
                  <a:ext cx="25624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143107" extrusionOk="0">
                      <a:moveTo>
                        <a:pt x="25624" y="0"/>
                      </a:moveTo>
                      <a:lnTo>
                        <a:pt x="12812" y="0"/>
                      </a:lnTo>
                      <a:cubicBezTo>
                        <a:pt x="5777" y="0"/>
                        <a:pt x="0" y="5777"/>
                        <a:pt x="0" y="12812"/>
                      </a:cubicBezTo>
                      <a:lnTo>
                        <a:pt x="0" y="130295"/>
                      </a:lnTo>
                      <a:cubicBezTo>
                        <a:pt x="0" y="137330"/>
                        <a:pt x="5777" y="143107"/>
                        <a:pt x="12812" y="143107"/>
                      </a:cubicBezTo>
                      <a:lnTo>
                        <a:pt x="25624" y="143107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2" name="Google Shape;1312;p30">
                  <a:extLst>
                    <a:ext uri="{FF2B5EF4-FFF2-40B4-BE49-F238E27FC236}">
                      <a16:creationId xmlns:a16="http://schemas.microsoft.com/office/drawing/2014/main" id="{5E9734CB-242E-4723-5801-90385249842C}"/>
                    </a:ext>
                  </a:extLst>
                </p:cNvPr>
                <p:cNvSpPr/>
                <p:nvPr/>
              </p:nvSpPr>
              <p:spPr>
                <a:xfrm>
                  <a:off x="2744731" y="2632280"/>
                  <a:ext cx="25624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76974" extrusionOk="0">
                      <a:moveTo>
                        <a:pt x="0" y="0"/>
                      </a:moveTo>
                      <a:lnTo>
                        <a:pt x="0" y="64162"/>
                      </a:lnTo>
                      <a:cubicBezTo>
                        <a:pt x="0" y="71197"/>
                        <a:pt x="5777" y="76974"/>
                        <a:pt x="12812" y="76974"/>
                      </a:cubicBezTo>
                      <a:lnTo>
                        <a:pt x="25624" y="76974"/>
                      </a:lnTo>
                      <a:lnTo>
                        <a:pt x="2562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3" name="Google Shape;1313;p30">
                  <a:extLst>
                    <a:ext uri="{FF2B5EF4-FFF2-40B4-BE49-F238E27FC236}">
                      <a16:creationId xmlns:a16="http://schemas.microsoft.com/office/drawing/2014/main" id="{0BE45E59-44B4-2BEC-1B70-4FB261116132}"/>
                    </a:ext>
                  </a:extLst>
                </p:cNvPr>
                <p:cNvSpPr/>
                <p:nvPr/>
              </p:nvSpPr>
              <p:spPr>
                <a:xfrm>
                  <a:off x="2272625" y="2564277"/>
                  <a:ext cx="423680" cy="148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680" h="148034" extrusionOk="0">
                      <a:moveTo>
                        <a:pt x="14341" y="0"/>
                      </a:moveTo>
                      <a:lnTo>
                        <a:pt x="409339" y="0"/>
                      </a:lnTo>
                      <a:cubicBezTo>
                        <a:pt x="417257" y="0"/>
                        <a:pt x="423680" y="6661"/>
                        <a:pt x="423680" y="14783"/>
                      </a:cubicBezTo>
                      <a:lnTo>
                        <a:pt x="423680" y="133252"/>
                      </a:lnTo>
                      <a:cubicBezTo>
                        <a:pt x="423680" y="141408"/>
                        <a:pt x="417257" y="148035"/>
                        <a:pt x="409339" y="148035"/>
                      </a:cubicBezTo>
                      <a:lnTo>
                        <a:pt x="14341" y="148035"/>
                      </a:lnTo>
                      <a:cubicBezTo>
                        <a:pt x="6457" y="148035"/>
                        <a:pt x="0" y="141374"/>
                        <a:pt x="0" y="133252"/>
                      </a:cubicBezTo>
                      <a:lnTo>
                        <a:pt x="0" y="14783"/>
                      </a:lnTo>
                      <a:cubicBezTo>
                        <a:pt x="0" y="6661"/>
                        <a:pt x="6457" y="0"/>
                        <a:pt x="1434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4" name="Google Shape;1314;p30">
                  <a:extLst>
                    <a:ext uri="{FF2B5EF4-FFF2-40B4-BE49-F238E27FC236}">
                      <a16:creationId xmlns:a16="http://schemas.microsoft.com/office/drawing/2014/main" id="{869D311E-5E13-7AE9-5D03-533FFEE673BE}"/>
                    </a:ext>
                  </a:extLst>
                </p:cNvPr>
                <p:cNvSpPr/>
                <p:nvPr/>
              </p:nvSpPr>
              <p:spPr>
                <a:xfrm>
                  <a:off x="2285267" y="2573283"/>
                  <a:ext cx="397954" cy="130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954" h="130295" extrusionOk="0">
                      <a:moveTo>
                        <a:pt x="12608" y="0"/>
                      </a:moveTo>
                      <a:lnTo>
                        <a:pt x="385312" y="0"/>
                      </a:lnTo>
                      <a:cubicBezTo>
                        <a:pt x="392245" y="0"/>
                        <a:pt x="397954" y="5845"/>
                        <a:pt x="397954" y="13016"/>
                      </a:cubicBezTo>
                      <a:lnTo>
                        <a:pt x="397954" y="117279"/>
                      </a:lnTo>
                      <a:cubicBezTo>
                        <a:pt x="397954" y="124416"/>
                        <a:pt x="392245" y="130295"/>
                        <a:pt x="385312" y="130295"/>
                      </a:cubicBezTo>
                      <a:lnTo>
                        <a:pt x="12608" y="130295"/>
                      </a:lnTo>
                      <a:cubicBezTo>
                        <a:pt x="5675" y="130295"/>
                        <a:pt x="0" y="124416"/>
                        <a:pt x="0" y="117279"/>
                      </a:cubicBezTo>
                      <a:lnTo>
                        <a:pt x="0" y="13016"/>
                      </a:lnTo>
                      <a:cubicBezTo>
                        <a:pt x="0" y="5845"/>
                        <a:pt x="5675" y="0"/>
                        <a:pt x="12608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15" name="Google Shape;1315;p30">
                  <a:extLst>
                    <a:ext uri="{FF2B5EF4-FFF2-40B4-BE49-F238E27FC236}">
                      <a16:creationId xmlns:a16="http://schemas.microsoft.com/office/drawing/2014/main" id="{BEB38141-7E6E-4134-0094-CC2A7392F1C0}"/>
                    </a:ext>
                  </a:extLst>
                </p:cNvPr>
                <p:cNvGrpSpPr/>
                <p:nvPr/>
              </p:nvGrpSpPr>
              <p:grpSpPr>
                <a:xfrm>
                  <a:off x="2445264" y="2583716"/>
                  <a:ext cx="207540" cy="106166"/>
                  <a:chOff x="2445264" y="2583716"/>
                  <a:chExt cx="207540" cy="106166"/>
                </a:xfrm>
              </p:grpSpPr>
              <p:sp>
                <p:nvSpPr>
                  <p:cNvPr id="1316" name="Google Shape;1316;p30">
                    <a:extLst>
                      <a:ext uri="{FF2B5EF4-FFF2-40B4-BE49-F238E27FC236}">
                        <a16:creationId xmlns:a16="http://schemas.microsoft.com/office/drawing/2014/main" id="{13EC47A9-AACF-5C83-DAB7-E09920C80C0C}"/>
                      </a:ext>
                    </a:extLst>
                  </p:cNvPr>
                  <p:cNvSpPr/>
                  <p:nvPr/>
                </p:nvSpPr>
                <p:spPr>
                  <a:xfrm>
                    <a:off x="2445264" y="2628813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17" name="Google Shape;1317;p30">
                    <a:extLst>
                      <a:ext uri="{FF2B5EF4-FFF2-40B4-BE49-F238E27FC236}">
                        <a16:creationId xmlns:a16="http://schemas.microsoft.com/office/drawing/2014/main" id="{F78F9C92-EDA8-7451-033B-ACB9AE2CDBB8}"/>
                      </a:ext>
                    </a:extLst>
                  </p:cNvPr>
                  <p:cNvSpPr/>
                  <p:nvPr/>
                </p:nvSpPr>
                <p:spPr>
                  <a:xfrm>
                    <a:off x="2599110" y="2627216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18" name="Google Shape;1318;p30">
                    <a:extLst>
                      <a:ext uri="{FF2B5EF4-FFF2-40B4-BE49-F238E27FC236}">
                        <a16:creationId xmlns:a16="http://schemas.microsoft.com/office/drawing/2014/main" id="{233DF16C-594A-1D04-4E9E-39087B737EA4}"/>
                      </a:ext>
                    </a:extLst>
                  </p:cNvPr>
                  <p:cNvSpPr/>
                  <p:nvPr/>
                </p:nvSpPr>
                <p:spPr>
                  <a:xfrm>
                    <a:off x="2494643" y="2583716"/>
                    <a:ext cx="106166" cy="1061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166" h="106166" extrusionOk="0">
                        <a:moveTo>
                          <a:pt x="53083" y="106166"/>
                        </a:moveTo>
                        <a:cubicBezTo>
                          <a:pt x="82309" y="106166"/>
                          <a:pt x="106166" y="82309"/>
                          <a:pt x="106166" y="53083"/>
                        </a:cubicBezTo>
                        <a:cubicBezTo>
                          <a:pt x="106166" y="23857"/>
                          <a:pt x="82309" y="0"/>
                          <a:pt x="53083" y="0"/>
                        </a:cubicBezTo>
                        <a:cubicBezTo>
                          <a:pt x="23857" y="0"/>
                          <a:pt x="0" y="23857"/>
                          <a:pt x="0" y="53083"/>
                        </a:cubicBezTo>
                        <a:cubicBezTo>
                          <a:pt x="0" y="82309"/>
                          <a:pt x="23823" y="106166"/>
                          <a:pt x="53083" y="106166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19" name="Google Shape;1319;p30">
                    <a:extLst>
                      <a:ext uri="{FF2B5EF4-FFF2-40B4-BE49-F238E27FC236}">
                        <a16:creationId xmlns:a16="http://schemas.microsoft.com/office/drawing/2014/main" id="{27EFFFD5-29FA-1D67-AAF5-F2FD35C44B26}"/>
                      </a:ext>
                    </a:extLst>
                  </p:cNvPr>
                  <p:cNvSpPr/>
                  <p:nvPr/>
                </p:nvSpPr>
                <p:spPr>
                  <a:xfrm>
                    <a:off x="2503037" y="2592110"/>
                    <a:ext cx="89378" cy="89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89378" extrusionOk="0">
                        <a:moveTo>
                          <a:pt x="44689" y="89378"/>
                        </a:moveTo>
                        <a:cubicBezTo>
                          <a:pt x="69328" y="89378"/>
                          <a:pt x="89378" y="69294"/>
                          <a:pt x="89378" y="44689"/>
                        </a:cubicBezTo>
                        <a:cubicBezTo>
                          <a:pt x="89378" y="20085"/>
                          <a:pt x="69294" y="0"/>
                          <a:pt x="44689" y="0"/>
                        </a:cubicBezTo>
                        <a:cubicBezTo>
                          <a:pt x="20085" y="0"/>
                          <a:pt x="0" y="20085"/>
                          <a:pt x="0" y="44689"/>
                        </a:cubicBezTo>
                        <a:cubicBezTo>
                          <a:pt x="0" y="69294"/>
                          <a:pt x="20085" y="89378"/>
                          <a:pt x="44689" y="8937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20" name="Google Shape;1320;p30">
                    <a:extLst>
                      <a:ext uri="{FF2B5EF4-FFF2-40B4-BE49-F238E27FC236}">
                        <a16:creationId xmlns:a16="http://schemas.microsoft.com/office/drawing/2014/main" id="{F9488A78-3DAA-251C-C02D-0729FBBDDCAF}"/>
                      </a:ext>
                    </a:extLst>
                  </p:cNvPr>
                  <p:cNvSpPr/>
                  <p:nvPr/>
                </p:nvSpPr>
                <p:spPr>
                  <a:xfrm>
                    <a:off x="2503037" y="2592110"/>
                    <a:ext cx="89378" cy="463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46388" extrusionOk="0">
                        <a:moveTo>
                          <a:pt x="44689" y="0"/>
                        </a:moveTo>
                        <a:cubicBezTo>
                          <a:pt x="69362" y="0"/>
                          <a:pt x="89378" y="20017"/>
                          <a:pt x="89378" y="44689"/>
                        </a:cubicBezTo>
                        <a:cubicBezTo>
                          <a:pt x="89378" y="45267"/>
                          <a:pt x="89378" y="45811"/>
                          <a:pt x="89310" y="46388"/>
                        </a:cubicBezTo>
                        <a:lnTo>
                          <a:pt x="34" y="46388"/>
                        </a:lnTo>
                        <a:cubicBezTo>
                          <a:pt x="34" y="45811"/>
                          <a:pt x="0" y="45267"/>
                          <a:pt x="0" y="44689"/>
                        </a:cubicBezTo>
                        <a:cubicBezTo>
                          <a:pt x="0" y="20017"/>
                          <a:pt x="20017" y="0"/>
                          <a:pt x="44689" y="0"/>
                        </a:cubicBezTo>
                        <a:close/>
                      </a:path>
                    </a:pathLst>
                  </a:custGeom>
                  <a:solidFill>
                    <a:srgbClr val="74D9E8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21" name="Google Shape;1321;p30">
                    <a:extLst>
                      <a:ext uri="{FF2B5EF4-FFF2-40B4-BE49-F238E27FC236}">
                        <a16:creationId xmlns:a16="http://schemas.microsoft.com/office/drawing/2014/main" id="{D2B8B0FC-47DB-7862-ADF9-B76CB65F76C7}"/>
                      </a:ext>
                    </a:extLst>
                  </p:cNvPr>
                  <p:cNvSpPr/>
                  <p:nvPr/>
                </p:nvSpPr>
                <p:spPr>
                  <a:xfrm>
                    <a:off x="2546877" y="2599961"/>
                    <a:ext cx="46223" cy="379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223" h="37994" extrusionOk="0">
                        <a:moveTo>
                          <a:pt x="42004" y="18318"/>
                        </a:moveTo>
                        <a:cubicBezTo>
                          <a:pt x="44961" y="24673"/>
                          <a:pt x="46320" y="31401"/>
                          <a:pt x="46218" y="37994"/>
                        </a:cubicBezTo>
                        <a:lnTo>
                          <a:pt x="0" y="37994"/>
                        </a:lnTo>
                        <a:lnTo>
                          <a:pt x="26168" y="0"/>
                        </a:lnTo>
                        <a:cubicBezTo>
                          <a:pt x="32829" y="4384"/>
                          <a:pt x="38368" y="10603"/>
                          <a:pt x="42004" y="18318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22" name="Google Shape;1322;p30">
                    <a:extLst>
                      <a:ext uri="{FF2B5EF4-FFF2-40B4-BE49-F238E27FC236}">
                        <a16:creationId xmlns:a16="http://schemas.microsoft.com/office/drawing/2014/main" id="{299F0CA7-D1AE-C4D8-8239-4B237D2200D5}"/>
                      </a:ext>
                    </a:extLst>
                  </p:cNvPr>
                  <p:cNvSpPr/>
                  <p:nvPr/>
                </p:nvSpPr>
                <p:spPr>
                  <a:xfrm>
                    <a:off x="2527812" y="2592375"/>
                    <a:ext cx="42887" cy="463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887" h="46361" extrusionOk="0">
                        <a:moveTo>
                          <a:pt x="23687" y="143"/>
                        </a:moveTo>
                        <a:cubicBezTo>
                          <a:pt x="30722" y="687"/>
                          <a:pt x="37212" y="2828"/>
                          <a:pt x="42888" y="6193"/>
                        </a:cubicBezTo>
                        <a:lnTo>
                          <a:pt x="20085" y="46362"/>
                        </a:lnTo>
                        <a:lnTo>
                          <a:pt x="0" y="4833"/>
                        </a:lnTo>
                        <a:cubicBezTo>
                          <a:pt x="7069" y="1231"/>
                          <a:pt x="15225" y="-536"/>
                          <a:pt x="23721" y="14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23" name="Google Shape;1323;p30">
                    <a:extLst>
                      <a:ext uri="{FF2B5EF4-FFF2-40B4-BE49-F238E27FC236}">
                        <a16:creationId xmlns:a16="http://schemas.microsoft.com/office/drawing/2014/main" id="{FA94C5AC-13EA-9A10-09B9-0C6E84B15F48}"/>
                      </a:ext>
                    </a:extLst>
                  </p:cNvPr>
                  <p:cNvSpPr/>
                  <p:nvPr/>
                </p:nvSpPr>
                <p:spPr>
                  <a:xfrm>
                    <a:off x="2503770" y="2600402"/>
                    <a:ext cx="46199" cy="385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199" h="38572" extrusionOk="0">
                        <a:moveTo>
                          <a:pt x="5554" y="15021"/>
                        </a:moveTo>
                        <a:cubicBezTo>
                          <a:pt x="8953" y="8836"/>
                          <a:pt x="13540" y="3806"/>
                          <a:pt x="18944" y="0"/>
                        </a:cubicBezTo>
                        <a:lnTo>
                          <a:pt x="46199" y="37349"/>
                        </a:lnTo>
                        <a:lnTo>
                          <a:pt x="49" y="38572"/>
                        </a:lnTo>
                        <a:cubicBezTo>
                          <a:pt x="-325" y="30620"/>
                          <a:pt x="1442" y="22497"/>
                          <a:pt x="5520" y="1502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324" name="Google Shape;1324;p30">
                    <a:extLst>
                      <a:ext uri="{FF2B5EF4-FFF2-40B4-BE49-F238E27FC236}">
                        <a16:creationId xmlns:a16="http://schemas.microsoft.com/office/drawing/2014/main" id="{68DD2067-4F58-89E9-1B57-22F7C8EC683B}"/>
                      </a:ext>
                    </a:extLst>
                  </p:cNvPr>
                  <p:cNvGrpSpPr/>
                  <p:nvPr/>
                </p:nvGrpSpPr>
                <p:grpSpPr>
                  <a:xfrm>
                    <a:off x="2527089" y="2609748"/>
                    <a:ext cx="30439" cy="37610"/>
                    <a:chOff x="4840276" y="2840598"/>
                    <a:chExt cx="30439" cy="37610"/>
                  </a:xfrm>
                </p:grpSpPr>
                <p:sp>
                  <p:nvSpPr>
                    <p:cNvPr id="1325" name="Google Shape;1325;p30">
                      <a:extLst>
                        <a:ext uri="{FF2B5EF4-FFF2-40B4-BE49-F238E27FC236}">
                          <a16:creationId xmlns:a16="http://schemas.microsoft.com/office/drawing/2014/main" id="{3B330045-3C36-A9E7-0951-910814D46A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50500" y="2857984"/>
                      <a:ext cx="20215" cy="202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215" h="20224" extrusionOk="0">
                          <a:moveTo>
                            <a:pt x="8171" y="184"/>
                          </a:moveTo>
                          <a:cubicBezTo>
                            <a:pt x="13642" y="-869"/>
                            <a:pt x="18978" y="2699"/>
                            <a:pt x="20031" y="8171"/>
                          </a:cubicBezTo>
                          <a:cubicBezTo>
                            <a:pt x="21085" y="13642"/>
                            <a:pt x="17516" y="18944"/>
                            <a:pt x="12045" y="20031"/>
                          </a:cubicBezTo>
                          <a:cubicBezTo>
                            <a:pt x="6573" y="21119"/>
                            <a:pt x="1238" y="17516"/>
                            <a:pt x="184" y="12045"/>
                          </a:cubicBezTo>
                          <a:cubicBezTo>
                            <a:pt x="-869" y="6573"/>
                            <a:pt x="2699" y="1238"/>
                            <a:pt x="8171" y="184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326" name="Google Shape;1326;p30">
                      <a:extLst>
                        <a:ext uri="{FF2B5EF4-FFF2-40B4-BE49-F238E27FC236}">
                          <a16:creationId xmlns:a16="http://schemas.microsoft.com/office/drawing/2014/main" id="{C52DF79C-1E75-1FC9-9A28-72E633902C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0276" y="2840598"/>
                      <a:ext cx="20501" cy="2569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501" h="25692" extrusionOk="0">
                          <a:moveTo>
                            <a:pt x="14351" y="25692"/>
                          </a:moveTo>
                          <a:lnTo>
                            <a:pt x="20502" y="21410"/>
                          </a:lnTo>
                          <a:lnTo>
                            <a:pt x="6806" y="1597"/>
                          </a:lnTo>
                          <a:cubicBezTo>
                            <a:pt x="5651" y="-68"/>
                            <a:pt x="3306" y="-510"/>
                            <a:pt x="1606" y="646"/>
                          </a:cubicBezTo>
                          <a:lnTo>
                            <a:pt x="1606" y="646"/>
                          </a:lnTo>
                          <a:cubicBezTo>
                            <a:pt x="-93" y="1835"/>
                            <a:pt x="-501" y="4180"/>
                            <a:pt x="655" y="5845"/>
                          </a:cubicBezTo>
                          <a:lnTo>
                            <a:pt x="14317" y="25658"/>
                          </a:ln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sp>
              <p:nvSpPr>
                <p:cNvPr id="1327" name="Google Shape;1327;p30">
                  <a:extLst>
                    <a:ext uri="{FF2B5EF4-FFF2-40B4-BE49-F238E27FC236}">
                      <a16:creationId xmlns:a16="http://schemas.microsoft.com/office/drawing/2014/main" id="{E318AD31-8714-FB8D-EBC9-9B98965F1A94}"/>
                    </a:ext>
                  </a:extLst>
                </p:cNvPr>
                <p:cNvSpPr/>
                <p:nvPr/>
              </p:nvSpPr>
              <p:spPr>
                <a:xfrm>
                  <a:off x="2310041" y="2586265"/>
                  <a:ext cx="102360" cy="102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360" h="102360" extrusionOk="0">
                      <a:moveTo>
                        <a:pt x="51180" y="0"/>
                      </a:moveTo>
                      <a:cubicBezTo>
                        <a:pt x="79421" y="0"/>
                        <a:pt x="102360" y="22939"/>
                        <a:pt x="102360" y="51180"/>
                      </a:cubicBezTo>
                      <a:cubicBezTo>
                        <a:pt x="102360" y="79421"/>
                        <a:pt x="79421" y="102360"/>
                        <a:pt x="51180" y="102360"/>
                      </a:cubicBezTo>
                      <a:cubicBezTo>
                        <a:pt x="22939" y="102360"/>
                        <a:pt x="0" y="79421"/>
                        <a:pt x="0" y="51180"/>
                      </a:cubicBezTo>
                      <a:cubicBezTo>
                        <a:pt x="0" y="22939"/>
                        <a:pt x="22939" y="0"/>
                        <a:pt x="51180" y="0"/>
                      </a:cubicBezTo>
                      <a:lnTo>
                        <a:pt x="51180" y="0"/>
                      </a:lnTo>
                      <a:close/>
                      <a:moveTo>
                        <a:pt x="51180" y="41936"/>
                      </a:moveTo>
                      <a:cubicBezTo>
                        <a:pt x="46048" y="41936"/>
                        <a:pt x="41903" y="46082"/>
                        <a:pt x="41903" y="51180"/>
                      </a:cubicBezTo>
                      <a:cubicBezTo>
                        <a:pt x="41903" y="56278"/>
                        <a:pt x="46048" y="60458"/>
                        <a:pt x="51180" y="60458"/>
                      </a:cubicBezTo>
                      <a:cubicBezTo>
                        <a:pt x="56312" y="60458"/>
                        <a:pt x="60458" y="56312"/>
                        <a:pt x="60458" y="51180"/>
                      </a:cubicBezTo>
                      <a:cubicBezTo>
                        <a:pt x="60458" y="46048"/>
                        <a:pt x="56312" y="41936"/>
                        <a:pt x="51180" y="41936"/>
                      </a:cubicBezTo>
                      <a:lnTo>
                        <a:pt x="51180" y="41936"/>
                      </a:lnTo>
                      <a:close/>
                      <a:moveTo>
                        <a:pt x="57263" y="30110"/>
                      </a:moveTo>
                      <a:cubicBezTo>
                        <a:pt x="64502" y="32183"/>
                        <a:pt x="70177" y="37892"/>
                        <a:pt x="72284" y="45097"/>
                      </a:cubicBezTo>
                      <a:lnTo>
                        <a:pt x="89073" y="45097"/>
                      </a:lnTo>
                      <a:cubicBezTo>
                        <a:pt x="86490" y="28784"/>
                        <a:pt x="73576" y="15905"/>
                        <a:pt x="57297" y="13322"/>
                      </a:cubicBezTo>
                      <a:lnTo>
                        <a:pt x="57297" y="30110"/>
                      </a:lnTo>
                      <a:lnTo>
                        <a:pt x="57297" y="30110"/>
                      </a:lnTo>
                      <a:close/>
                      <a:moveTo>
                        <a:pt x="72284" y="57263"/>
                      </a:moveTo>
                      <a:cubicBezTo>
                        <a:pt x="70177" y="64502"/>
                        <a:pt x="64502" y="70177"/>
                        <a:pt x="57263" y="72284"/>
                      </a:cubicBezTo>
                      <a:lnTo>
                        <a:pt x="57263" y="89072"/>
                      </a:lnTo>
                      <a:cubicBezTo>
                        <a:pt x="73576" y="86456"/>
                        <a:pt x="86456" y="73576"/>
                        <a:pt x="89038" y="57263"/>
                      </a:cubicBezTo>
                      <a:lnTo>
                        <a:pt x="72250" y="57263"/>
                      </a:lnTo>
                      <a:close/>
                      <a:moveTo>
                        <a:pt x="45131" y="72284"/>
                      </a:moveTo>
                      <a:cubicBezTo>
                        <a:pt x="37926" y="70177"/>
                        <a:pt x="32217" y="64502"/>
                        <a:pt x="30144" y="57263"/>
                      </a:cubicBezTo>
                      <a:lnTo>
                        <a:pt x="13356" y="57263"/>
                      </a:lnTo>
                      <a:cubicBezTo>
                        <a:pt x="15939" y="73576"/>
                        <a:pt x="28853" y="86456"/>
                        <a:pt x="45131" y="89072"/>
                      </a:cubicBezTo>
                      <a:lnTo>
                        <a:pt x="45131" y="72284"/>
                      </a:lnTo>
                      <a:lnTo>
                        <a:pt x="45131" y="72284"/>
                      </a:lnTo>
                      <a:close/>
                      <a:moveTo>
                        <a:pt x="30144" y="45131"/>
                      </a:moveTo>
                      <a:cubicBezTo>
                        <a:pt x="32217" y="37892"/>
                        <a:pt x="37926" y="32217"/>
                        <a:pt x="45131" y="30144"/>
                      </a:cubicBezTo>
                      <a:lnTo>
                        <a:pt x="45131" y="13356"/>
                      </a:lnTo>
                      <a:cubicBezTo>
                        <a:pt x="28853" y="15939"/>
                        <a:pt x="15939" y="28853"/>
                        <a:pt x="13356" y="45131"/>
                      </a:cubicBezTo>
                      <a:lnTo>
                        <a:pt x="30144" y="4513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8" name="Google Shape;1328;p30">
                  <a:extLst>
                    <a:ext uri="{FF2B5EF4-FFF2-40B4-BE49-F238E27FC236}">
                      <a16:creationId xmlns:a16="http://schemas.microsoft.com/office/drawing/2014/main" id="{7487CE89-346D-0587-74DE-7244E6388B6E}"/>
                    </a:ext>
                  </a:extLst>
                </p:cNvPr>
                <p:cNvSpPr/>
                <p:nvPr/>
              </p:nvSpPr>
              <p:spPr>
                <a:xfrm>
                  <a:off x="2208836" y="2598499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9" name="Google Shape;1329;p30">
                  <a:extLst>
                    <a:ext uri="{FF2B5EF4-FFF2-40B4-BE49-F238E27FC236}">
                      <a16:creationId xmlns:a16="http://schemas.microsoft.com/office/drawing/2014/main" id="{72CBD5A8-C523-EFF5-4CC0-DEF060858873}"/>
                    </a:ext>
                  </a:extLst>
                </p:cNvPr>
                <p:cNvSpPr/>
                <p:nvPr/>
              </p:nvSpPr>
              <p:spPr>
                <a:xfrm>
                  <a:off x="2208836" y="2608729"/>
                  <a:ext cx="63822" cy="11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41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419"/>
                      </a:lnTo>
                      <a:lnTo>
                        <a:pt x="0" y="11419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0" name="Google Shape;1330;p30">
                  <a:extLst>
                    <a:ext uri="{FF2B5EF4-FFF2-40B4-BE49-F238E27FC236}">
                      <a16:creationId xmlns:a16="http://schemas.microsoft.com/office/drawing/2014/main" id="{111ED7F6-40D5-F747-101A-099F5AE8E843}"/>
                    </a:ext>
                  </a:extLst>
                </p:cNvPr>
                <p:cNvSpPr/>
                <p:nvPr/>
              </p:nvSpPr>
              <p:spPr>
                <a:xfrm>
                  <a:off x="2195175" y="2568219"/>
                  <a:ext cx="25623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143107" extrusionOk="0">
                      <a:moveTo>
                        <a:pt x="0" y="34"/>
                      </a:moveTo>
                      <a:lnTo>
                        <a:pt x="12812" y="34"/>
                      </a:lnTo>
                      <a:cubicBezTo>
                        <a:pt x="19847" y="34"/>
                        <a:pt x="25624" y="5811"/>
                        <a:pt x="25624" y="12846"/>
                      </a:cubicBezTo>
                      <a:lnTo>
                        <a:pt x="25624" y="130295"/>
                      </a:lnTo>
                      <a:cubicBezTo>
                        <a:pt x="25624" y="137330"/>
                        <a:pt x="19847" y="143107"/>
                        <a:pt x="12812" y="143107"/>
                      </a:cubicBezTo>
                      <a:lnTo>
                        <a:pt x="0" y="1431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1" name="Google Shape;1331;p30">
                  <a:extLst>
                    <a:ext uri="{FF2B5EF4-FFF2-40B4-BE49-F238E27FC236}">
                      <a16:creationId xmlns:a16="http://schemas.microsoft.com/office/drawing/2014/main" id="{1BA7E2B7-AF29-FF2A-B8FC-D12676052915}"/>
                    </a:ext>
                  </a:extLst>
                </p:cNvPr>
                <p:cNvSpPr/>
                <p:nvPr/>
              </p:nvSpPr>
              <p:spPr>
                <a:xfrm>
                  <a:off x="2195175" y="2634387"/>
                  <a:ext cx="25623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76974" extrusionOk="0">
                      <a:moveTo>
                        <a:pt x="25624" y="0"/>
                      </a:moveTo>
                      <a:lnTo>
                        <a:pt x="25624" y="64162"/>
                      </a:lnTo>
                      <a:cubicBezTo>
                        <a:pt x="25624" y="71197"/>
                        <a:pt x="19847" y="76974"/>
                        <a:pt x="12812" y="76974"/>
                      </a:cubicBezTo>
                      <a:lnTo>
                        <a:pt x="0" y="76974"/>
                      </a:lnTo>
                      <a:lnTo>
                        <a:pt x="0" y="0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2" name="Google Shape;1332;p30">
                  <a:extLst>
                    <a:ext uri="{FF2B5EF4-FFF2-40B4-BE49-F238E27FC236}">
                      <a16:creationId xmlns:a16="http://schemas.microsoft.com/office/drawing/2014/main" id="{15038D25-FB73-5D63-248C-D306837E8E8C}"/>
                    </a:ext>
                  </a:extLst>
                </p:cNvPr>
                <p:cNvSpPr/>
                <p:nvPr/>
              </p:nvSpPr>
              <p:spPr>
                <a:xfrm>
                  <a:off x="2350924" y="2627556"/>
                  <a:ext cx="19982" cy="19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48" extrusionOk="0">
                      <a:moveTo>
                        <a:pt x="9991" y="19949"/>
                      </a:moveTo>
                      <a:cubicBezTo>
                        <a:pt x="15463" y="19949"/>
                        <a:pt x="19983" y="15463"/>
                        <a:pt x="19983" y="9958"/>
                      </a:cubicBezTo>
                      <a:cubicBezTo>
                        <a:pt x="19983" y="4452"/>
                        <a:pt x="15497" y="0"/>
                        <a:pt x="9991" y="0"/>
                      </a:cubicBezTo>
                      <a:cubicBezTo>
                        <a:pt x="4486" y="0"/>
                        <a:pt x="0" y="4486"/>
                        <a:pt x="0" y="9958"/>
                      </a:cubicBezTo>
                      <a:cubicBezTo>
                        <a:pt x="0" y="15429"/>
                        <a:pt x="4486" y="19949"/>
                        <a:pt x="9991" y="199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33" name="Google Shape;1333;p30">
                <a:extLst>
                  <a:ext uri="{FF2B5EF4-FFF2-40B4-BE49-F238E27FC236}">
                    <a16:creationId xmlns:a16="http://schemas.microsoft.com/office/drawing/2014/main" id="{4FC14DCA-52BB-B432-76A4-F206A20D6077}"/>
                  </a:ext>
                </a:extLst>
              </p:cNvPr>
              <p:cNvSpPr/>
              <p:nvPr/>
            </p:nvSpPr>
            <p:spPr>
              <a:xfrm flipH="1">
                <a:off x="8083202" y="3204759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34732"/>
                    </a:moveTo>
                    <a:lnTo>
                      <a:pt x="0" y="17366"/>
                    </a:lnTo>
                    <a:cubicBezTo>
                      <a:pt x="0" y="7816"/>
                      <a:pt x="7816" y="0"/>
                      <a:pt x="17366" y="0"/>
                    </a:cubicBezTo>
                    <a:lnTo>
                      <a:pt x="176650" y="0"/>
                    </a:lnTo>
                    <a:cubicBezTo>
                      <a:pt x="186199" y="0"/>
                      <a:pt x="194016" y="7816"/>
                      <a:pt x="194016" y="17366"/>
                    </a:cubicBezTo>
                    <a:lnTo>
                      <a:pt x="194016" y="34732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30">
                <a:extLst>
                  <a:ext uri="{FF2B5EF4-FFF2-40B4-BE49-F238E27FC236}">
                    <a16:creationId xmlns:a16="http://schemas.microsoft.com/office/drawing/2014/main" id="{8E128B77-5869-A8FB-6E49-212E2885BBA2}"/>
                  </a:ext>
                </a:extLst>
              </p:cNvPr>
              <p:cNvSpPr/>
              <p:nvPr/>
            </p:nvSpPr>
            <p:spPr>
              <a:xfrm flipH="1">
                <a:off x="8083155" y="3204683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0" y="0"/>
                    </a:moveTo>
                    <a:lnTo>
                      <a:pt x="86999" y="0"/>
                    </a:lnTo>
                    <a:cubicBezTo>
                      <a:pt x="96549" y="0"/>
                      <a:pt x="104365" y="7816"/>
                      <a:pt x="104365" y="17366"/>
                    </a:cubicBezTo>
                    <a:lnTo>
                      <a:pt x="104365" y="34732"/>
                    </a:lnTo>
                    <a:lnTo>
                      <a:pt x="0" y="347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30">
                <a:extLst>
                  <a:ext uri="{FF2B5EF4-FFF2-40B4-BE49-F238E27FC236}">
                    <a16:creationId xmlns:a16="http://schemas.microsoft.com/office/drawing/2014/main" id="{5B0E1B19-2976-0AA2-15C8-D83025DD886B}"/>
                  </a:ext>
                </a:extLst>
              </p:cNvPr>
              <p:cNvSpPr/>
              <p:nvPr/>
            </p:nvSpPr>
            <p:spPr>
              <a:xfrm flipH="1">
                <a:off x="8173818" y="1893996"/>
                <a:ext cx="241297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08205" h="587653" extrusionOk="0">
                    <a:moveTo>
                      <a:pt x="0" y="0"/>
                    </a:moveTo>
                    <a:lnTo>
                      <a:pt x="108206" y="0"/>
                    </a:lnTo>
                    <a:lnTo>
                      <a:pt x="108206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30">
                <a:extLst>
                  <a:ext uri="{FF2B5EF4-FFF2-40B4-BE49-F238E27FC236}">
                    <a16:creationId xmlns:a16="http://schemas.microsoft.com/office/drawing/2014/main" id="{2EA26297-ED4B-2689-A185-BDEB2853A800}"/>
                  </a:ext>
                </a:extLst>
              </p:cNvPr>
              <p:cNvSpPr/>
              <p:nvPr/>
            </p:nvSpPr>
            <p:spPr>
              <a:xfrm flipH="1">
                <a:off x="8349631" y="1893996"/>
                <a:ext cx="34480" cy="1310466"/>
              </a:xfrm>
              <a:custGeom>
                <a:avLst/>
                <a:gdLst/>
                <a:ahLst/>
                <a:cxnLst/>
                <a:rect l="l" t="t" r="r" b="b"/>
                <a:pathLst>
                  <a:path w="15462" h="587653" extrusionOk="0">
                    <a:moveTo>
                      <a:pt x="0" y="0"/>
                    </a:moveTo>
                    <a:lnTo>
                      <a:pt x="15463" y="0"/>
                    </a:lnTo>
                    <a:lnTo>
                      <a:pt x="15463" y="587654"/>
                    </a:lnTo>
                    <a:lnTo>
                      <a:pt x="0" y="587654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30">
                <a:extLst>
                  <a:ext uri="{FF2B5EF4-FFF2-40B4-BE49-F238E27FC236}">
                    <a16:creationId xmlns:a16="http://schemas.microsoft.com/office/drawing/2014/main" id="{C113FDE8-0DB4-0522-81F5-430023341584}"/>
                  </a:ext>
                </a:extLst>
              </p:cNvPr>
              <p:cNvSpPr/>
              <p:nvPr/>
            </p:nvSpPr>
            <p:spPr>
              <a:xfrm flipH="1">
                <a:off x="8073120" y="1957215"/>
                <a:ext cx="432653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0"/>
                    </a:moveTo>
                    <a:lnTo>
                      <a:pt x="0" y="17366"/>
                    </a:lnTo>
                    <a:cubicBezTo>
                      <a:pt x="0" y="26915"/>
                      <a:pt x="7816" y="34732"/>
                      <a:pt x="17366" y="34732"/>
                    </a:cubicBezTo>
                    <a:lnTo>
                      <a:pt x="176650" y="34732"/>
                    </a:lnTo>
                    <a:cubicBezTo>
                      <a:pt x="186199" y="34732"/>
                      <a:pt x="194015" y="26915"/>
                      <a:pt x="194015" y="17366"/>
                    </a:cubicBezTo>
                    <a:lnTo>
                      <a:pt x="19401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8" name="Google Shape;1338;p30">
                <a:extLst>
                  <a:ext uri="{FF2B5EF4-FFF2-40B4-BE49-F238E27FC236}">
                    <a16:creationId xmlns:a16="http://schemas.microsoft.com/office/drawing/2014/main" id="{CB1113EA-C77A-74E5-A0B7-C57BF49DD2CE}"/>
                  </a:ext>
                </a:extLst>
              </p:cNvPr>
              <p:cNvSpPr/>
              <p:nvPr/>
            </p:nvSpPr>
            <p:spPr>
              <a:xfrm flipH="1">
                <a:off x="8073073" y="1957291"/>
                <a:ext cx="232734" cy="77450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34" y="34732"/>
                    </a:moveTo>
                    <a:lnTo>
                      <a:pt x="86999" y="34732"/>
                    </a:lnTo>
                    <a:cubicBezTo>
                      <a:pt x="96549" y="34732"/>
                      <a:pt x="104365" y="26915"/>
                      <a:pt x="104365" y="17366"/>
                    </a:cubicBezTo>
                    <a:lnTo>
                      <a:pt x="104365" y="0"/>
                    </a:lnTo>
                    <a:lnTo>
                      <a:pt x="0" y="0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30">
                <a:extLst>
                  <a:ext uri="{FF2B5EF4-FFF2-40B4-BE49-F238E27FC236}">
                    <a16:creationId xmlns:a16="http://schemas.microsoft.com/office/drawing/2014/main" id="{BA8421A7-3F59-70A4-6636-124ABED680C9}"/>
                  </a:ext>
                </a:extLst>
              </p:cNvPr>
              <p:cNvSpPr/>
              <p:nvPr/>
            </p:nvSpPr>
            <p:spPr>
              <a:xfrm flipH="1">
                <a:off x="7910239" y="1296679"/>
                <a:ext cx="510257" cy="588921"/>
              </a:xfrm>
              <a:custGeom>
                <a:avLst/>
                <a:gdLst/>
                <a:ahLst/>
                <a:cxnLst/>
                <a:rect l="l" t="t" r="r" b="b"/>
                <a:pathLst>
                  <a:path w="228815" h="264090" extrusionOk="0">
                    <a:moveTo>
                      <a:pt x="228781" y="0"/>
                    </a:moveTo>
                    <a:lnTo>
                      <a:pt x="199419" y="0"/>
                    </a:lnTo>
                    <a:cubicBezTo>
                      <a:pt x="89718" y="0"/>
                      <a:pt x="0" y="89718"/>
                      <a:pt x="0" y="199419"/>
                    </a:cubicBezTo>
                    <a:lnTo>
                      <a:pt x="0" y="264091"/>
                    </a:lnTo>
                    <a:lnTo>
                      <a:pt x="108817" y="264091"/>
                    </a:lnTo>
                    <a:lnTo>
                      <a:pt x="108817" y="236904"/>
                    </a:lnTo>
                    <a:cubicBezTo>
                      <a:pt x="108817" y="140491"/>
                      <a:pt x="157754" y="102258"/>
                      <a:pt x="228815" y="104603"/>
                    </a:cubicBezTo>
                    <a:lnTo>
                      <a:pt x="228815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340;p30">
                <a:extLst>
                  <a:ext uri="{FF2B5EF4-FFF2-40B4-BE49-F238E27FC236}">
                    <a16:creationId xmlns:a16="http://schemas.microsoft.com/office/drawing/2014/main" id="{A1194BE6-4FBB-FF68-D56C-A34C1CD63244}"/>
                  </a:ext>
                </a:extLst>
              </p:cNvPr>
              <p:cNvSpPr/>
              <p:nvPr/>
            </p:nvSpPr>
            <p:spPr>
              <a:xfrm flipH="1">
                <a:off x="7910215" y="1381587"/>
                <a:ext cx="403173" cy="504107"/>
              </a:xfrm>
              <a:custGeom>
                <a:avLst/>
                <a:gdLst/>
                <a:ahLst/>
                <a:cxnLst/>
                <a:rect l="l" t="t" r="r" b="b"/>
                <a:pathLst>
                  <a:path w="180795" h="226057" extrusionOk="0">
                    <a:moveTo>
                      <a:pt x="0" y="226024"/>
                    </a:moveTo>
                    <a:lnTo>
                      <a:pt x="60797" y="226024"/>
                    </a:lnTo>
                    <a:lnTo>
                      <a:pt x="60797" y="198836"/>
                    </a:lnTo>
                    <a:cubicBezTo>
                      <a:pt x="60797" y="102423"/>
                      <a:pt x="109735" y="64191"/>
                      <a:pt x="180796" y="66536"/>
                    </a:cubicBezTo>
                    <a:lnTo>
                      <a:pt x="180796" y="29"/>
                    </a:lnTo>
                    <a:cubicBezTo>
                      <a:pt x="25420" y="-1908"/>
                      <a:pt x="34" y="93214"/>
                      <a:pt x="34" y="198599"/>
                    </a:cubicBezTo>
                    <a:lnTo>
                      <a:pt x="34" y="226058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30">
                <a:extLst>
                  <a:ext uri="{FF2B5EF4-FFF2-40B4-BE49-F238E27FC236}">
                    <a16:creationId xmlns:a16="http://schemas.microsoft.com/office/drawing/2014/main" id="{7994DD45-E479-9AF5-B0B1-FEADD8E7ACA4}"/>
                  </a:ext>
                </a:extLst>
              </p:cNvPr>
              <p:cNvSpPr/>
              <p:nvPr/>
            </p:nvSpPr>
            <p:spPr>
              <a:xfrm flipH="1">
                <a:off x="8075319" y="1883080"/>
                <a:ext cx="430606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93097" h="34595" extrusionOk="0">
                    <a:moveTo>
                      <a:pt x="0" y="34596"/>
                    </a:moveTo>
                    <a:lnTo>
                      <a:pt x="0" y="17298"/>
                    </a:lnTo>
                    <a:cubicBezTo>
                      <a:pt x="0" y="7783"/>
                      <a:pt x="7782" y="0"/>
                      <a:pt x="17298" y="0"/>
                    </a:cubicBezTo>
                    <a:lnTo>
                      <a:pt x="175800" y="0"/>
                    </a:lnTo>
                    <a:cubicBezTo>
                      <a:pt x="185316" y="0"/>
                      <a:pt x="193098" y="7783"/>
                      <a:pt x="193098" y="17298"/>
                    </a:cubicBezTo>
                    <a:lnTo>
                      <a:pt x="193098" y="34596"/>
                    </a:lnTo>
                    <a:lnTo>
                      <a:pt x="0" y="3459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30">
                <a:extLst>
                  <a:ext uri="{FF2B5EF4-FFF2-40B4-BE49-F238E27FC236}">
                    <a16:creationId xmlns:a16="http://schemas.microsoft.com/office/drawing/2014/main" id="{52E07337-80FD-D373-8F90-2891D6F5D060}"/>
                  </a:ext>
                </a:extLst>
              </p:cNvPr>
              <p:cNvSpPr/>
              <p:nvPr/>
            </p:nvSpPr>
            <p:spPr>
              <a:xfrm flipH="1">
                <a:off x="8075272" y="1883080"/>
                <a:ext cx="231597" cy="77147"/>
              </a:xfrm>
              <a:custGeom>
                <a:avLst/>
                <a:gdLst/>
                <a:ahLst/>
                <a:cxnLst/>
                <a:rect l="l" t="t" r="r" b="b"/>
                <a:pathLst>
                  <a:path w="103855" h="34595" extrusionOk="0">
                    <a:moveTo>
                      <a:pt x="0" y="0"/>
                    </a:moveTo>
                    <a:lnTo>
                      <a:pt x="86558" y="0"/>
                    </a:lnTo>
                    <a:cubicBezTo>
                      <a:pt x="96073" y="0"/>
                      <a:pt x="103856" y="7783"/>
                      <a:pt x="103856" y="17298"/>
                    </a:cubicBezTo>
                    <a:lnTo>
                      <a:pt x="103856" y="34596"/>
                    </a:lnTo>
                    <a:lnTo>
                      <a:pt x="0" y="34596"/>
                    </a:lnTo>
                    <a:lnTo>
                      <a:pt x="0" y="34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30">
                <a:extLst>
                  <a:ext uri="{FF2B5EF4-FFF2-40B4-BE49-F238E27FC236}">
                    <a16:creationId xmlns:a16="http://schemas.microsoft.com/office/drawing/2014/main" id="{FB37D84E-0E54-ADE1-0B47-730A6BB285DB}"/>
                  </a:ext>
                </a:extLst>
              </p:cNvPr>
              <p:cNvSpPr/>
              <p:nvPr/>
            </p:nvSpPr>
            <p:spPr>
              <a:xfrm flipH="1">
                <a:off x="7833734" y="1205338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34596" y="0"/>
                    </a:moveTo>
                    <a:lnTo>
                      <a:pt x="17298" y="0"/>
                    </a:lnTo>
                    <a:cubicBezTo>
                      <a:pt x="7782" y="0"/>
                      <a:pt x="0" y="7782"/>
                      <a:pt x="0" y="17298"/>
                    </a:cubicBezTo>
                    <a:lnTo>
                      <a:pt x="0" y="175800"/>
                    </a:lnTo>
                    <a:cubicBezTo>
                      <a:pt x="0" y="185315"/>
                      <a:pt x="7782" y="193098"/>
                      <a:pt x="17298" y="193098"/>
                    </a:cubicBezTo>
                    <a:lnTo>
                      <a:pt x="34596" y="193098"/>
                    </a:lnTo>
                    <a:lnTo>
                      <a:pt x="3459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4" name="Google Shape;1344;p30">
                <a:extLst>
                  <a:ext uri="{FF2B5EF4-FFF2-40B4-BE49-F238E27FC236}">
                    <a16:creationId xmlns:a16="http://schemas.microsoft.com/office/drawing/2014/main" id="{752153EC-9DFE-B2A9-FD84-ECE64442B84B}"/>
                  </a:ext>
                </a:extLst>
              </p:cNvPr>
              <p:cNvSpPr/>
              <p:nvPr/>
            </p:nvSpPr>
            <p:spPr>
              <a:xfrm flipH="1">
                <a:off x="7833734" y="1404394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0" y="0"/>
                    </a:moveTo>
                    <a:lnTo>
                      <a:pt x="0" y="86558"/>
                    </a:lnTo>
                    <a:cubicBezTo>
                      <a:pt x="0" y="96073"/>
                      <a:pt x="7782" y="103856"/>
                      <a:pt x="17298" y="103856"/>
                    </a:cubicBezTo>
                    <a:lnTo>
                      <a:pt x="34596" y="103856"/>
                    </a:lnTo>
                    <a:lnTo>
                      <a:pt x="3459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5" name="Google Shape;1345;p30">
                <a:extLst>
                  <a:ext uri="{FF2B5EF4-FFF2-40B4-BE49-F238E27FC236}">
                    <a16:creationId xmlns:a16="http://schemas.microsoft.com/office/drawing/2014/main" id="{22B5C342-3705-0F6F-1EDD-2A9AC930B344}"/>
                  </a:ext>
                </a:extLst>
              </p:cNvPr>
              <p:cNvSpPr/>
              <p:nvPr/>
            </p:nvSpPr>
            <p:spPr>
              <a:xfrm flipH="1">
                <a:off x="7573432" y="1207461"/>
                <a:ext cx="77147" cy="430606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93097" extrusionOk="0">
                    <a:moveTo>
                      <a:pt x="0" y="0"/>
                    </a:moveTo>
                    <a:lnTo>
                      <a:pt x="17298" y="0"/>
                    </a:lnTo>
                    <a:cubicBezTo>
                      <a:pt x="26814" y="0"/>
                      <a:pt x="34596" y="7782"/>
                      <a:pt x="34596" y="17298"/>
                    </a:cubicBezTo>
                    <a:lnTo>
                      <a:pt x="34596" y="175800"/>
                    </a:lnTo>
                    <a:cubicBezTo>
                      <a:pt x="34596" y="185316"/>
                      <a:pt x="26814" y="193098"/>
                      <a:pt x="17298" y="193098"/>
                    </a:cubicBezTo>
                    <a:lnTo>
                      <a:pt x="0" y="1930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6" name="Google Shape;1346;p30">
                <a:extLst>
                  <a:ext uri="{FF2B5EF4-FFF2-40B4-BE49-F238E27FC236}">
                    <a16:creationId xmlns:a16="http://schemas.microsoft.com/office/drawing/2014/main" id="{E866A55A-9CCA-1FE8-AD63-3072042D1574}"/>
                  </a:ext>
                </a:extLst>
              </p:cNvPr>
              <p:cNvSpPr/>
              <p:nvPr/>
            </p:nvSpPr>
            <p:spPr>
              <a:xfrm flipH="1">
                <a:off x="7573432" y="1406516"/>
                <a:ext cx="77147" cy="231597"/>
              </a:xfrm>
              <a:custGeom>
                <a:avLst/>
                <a:gdLst/>
                <a:ahLst/>
                <a:cxnLst/>
                <a:rect l="l" t="t" r="r" b="b"/>
                <a:pathLst>
                  <a:path w="34595" h="103855" extrusionOk="0">
                    <a:moveTo>
                      <a:pt x="34596" y="0"/>
                    </a:moveTo>
                    <a:lnTo>
                      <a:pt x="34596" y="86558"/>
                    </a:lnTo>
                    <a:cubicBezTo>
                      <a:pt x="34596" y="96073"/>
                      <a:pt x="26814" y="103856"/>
                      <a:pt x="17298" y="103856"/>
                    </a:cubicBezTo>
                    <a:lnTo>
                      <a:pt x="0" y="103856"/>
                    </a:lnTo>
                    <a:lnTo>
                      <a:pt x="0" y="0"/>
                    </a:lnTo>
                    <a:lnTo>
                      <a:pt x="34562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7" name="Google Shape;1347;p30">
                <a:extLst>
                  <a:ext uri="{FF2B5EF4-FFF2-40B4-BE49-F238E27FC236}">
                    <a16:creationId xmlns:a16="http://schemas.microsoft.com/office/drawing/2014/main" id="{F39E129E-50AC-0CBE-BEB5-3B8A3BA51066}"/>
                  </a:ext>
                </a:extLst>
              </p:cNvPr>
              <p:cNvSpPr/>
              <p:nvPr/>
            </p:nvSpPr>
            <p:spPr>
              <a:xfrm flipH="1">
                <a:off x="7637967" y="1298423"/>
                <a:ext cx="203632" cy="241373"/>
              </a:xfrm>
              <a:custGeom>
                <a:avLst/>
                <a:gdLst/>
                <a:ahLst/>
                <a:cxnLst/>
                <a:rect l="l" t="t" r="r" b="b"/>
                <a:pathLst>
                  <a:path w="91315" h="108239" extrusionOk="0">
                    <a:moveTo>
                      <a:pt x="0" y="0"/>
                    </a:moveTo>
                    <a:lnTo>
                      <a:pt x="91315" y="0"/>
                    </a:lnTo>
                    <a:lnTo>
                      <a:pt x="91315" y="108240"/>
                    </a:lnTo>
                    <a:lnTo>
                      <a:pt x="0" y="10824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8" name="Google Shape;1348;p30">
                <a:extLst>
                  <a:ext uri="{FF2B5EF4-FFF2-40B4-BE49-F238E27FC236}">
                    <a16:creationId xmlns:a16="http://schemas.microsoft.com/office/drawing/2014/main" id="{86EC1A8E-000B-4C65-F47A-76C2ADAA5F03}"/>
                  </a:ext>
                </a:extLst>
              </p:cNvPr>
              <p:cNvSpPr/>
              <p:nvPr/>
            </p:nvSpPr>
            <p:spPr>
              <a:xfrm flipH="1">
                <a:off x="7118158" y="3283892"/>
                <a:ext cx="423711" cy="1859887"/>
              </a:xfrm>
              <a:custGeom>
                <a:avLst/>
                <a:gdLst/>
                <a:ahLst/>
                <a:cxnLst/>
                <a:rect l="l" t="t" r="r" b="b"/>
                <a:pathLst>
                  <a:path w="190005" h="822959" extrusionOk="0">
                    <a:moveTo>
                      <a:pt x="0" y="0"/>
                    </a:moveTo>
                    <a:lnTo>
                      <a:pt x="190005" y="0"/>
                    </a:lnTo>
                    <a:lnTo>
                      <a:pt x="190005" y="822960"/>
                    </a:lnTo>
                    <a:lnTo>
                      <a:pt x="0" y="82296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49" name="Google Shape;1349;p30">
                <a:extLst>
                  <a:ext uri="{FF2B5EF4-FFF2-40B4-BE49-F238E27FC236}">
                    <a16:creationId xmlns:a16="http://schemas.microsoft.com/office/drawing/2014/main" id="{7BB5514A-39CF-E12D-DBF0-72841E1CB129}"/>
                  </a:ext>
                </a:extLst>
              </p:cNvPr>
              <p:cNvGrpSpPr/>
              <p:nvPr/>
            </p:nvGrpSpPr>
            <p:grpSpPr>
              <a:xfrm flipH="1">
                <a:off x="6779665" y="2350914"/>
                <a:ext cx="1054096" cy="932360"/>
                <a:chOff x="4168463" y="2302169"/>
                <a:chExt cx="472583" cy="418005"/>
              </a:xfrm>
            </p:grpSpPr>
            <p:sp>
              <p:nvSpPr>
                <p:cNvPr id="1350" name="Google Shape;1350;p30">
                  <a:extLst>
                    <a:ext uri="{FF2B5EF4-FFF2-40B4-BE49-F238E27FC236}">
                      <a16:creationId xmlns:a16="http://schemas.microsoft.com/office/drawing/2014/main" id="{E504A500-7266-871E-854C-5F076532AA4A}"/>
                    </a:ext>
                  </a:extLst>
                </p:cNvPr>
                <p:cNvSpPr/>
                <p:nvPr/>
              </p:nvSpPr>
              <p:spPr>
                <a:xfrm>
                  <a:off x="4193679" y="2335916"/>
                  <a:ext cx="425889" cy="372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372126" extrusionOk="0">
                      <a:moveTo>
                        <a:pt x="150618" y="0"/>
                      </a:moveTo>
                      <a:lnTo>
                        <a:pt x="269324" y="0"/>
                      </a:lnTo>
                      <a:lnTo>
                        <a:pt x="425889" y="123396"/>
                      </a:lnTo>
                      <a:lnTo>
                        <a:pt x="425889" y="372126"/>
                      </a:lnTo>
                      <a:lnTo>
                        <a:pt x="0" y="372126"/>
                      </a:lnTo>
                      <a:lnTo>
                        <a:pt x="0" y="123396"/>
                      </a:lnTo>
                      <a:lnTo>
                        <a:pt x="15061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1" name="Google Shape;1351;p30">
                  <a:extLst>
                    <a:ext uri="{FF2B5EF4-FFF2-40B4-BE49-F238E27FC236}">
                      <a16:creationId xmlns:a16="http://schemas.microsoft.com/office/drawing/2014/main" id="{CF948DBB-F8B6-AAE7-3C1D-AF85520F55EB}"/>
                    </a:ext>
                  </a:extLst>
                </p:cNvPr>
                <p:cNvSpPr/>
                <p:nvPr/>
              </p:nvSpPr>
              <p:spPr>
                <a:xfrm>
                  <a:off x="4193679" y="2459312"/>
                  <a:ext cx="425889" cy="248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889" h="248695" extrusionOk="0">
                      <a:moveTo>
                        <a:pt x="0" y="0"/>
                      </a:moveTo>
                      <a:lnTo>
                        <a:pt x="425889" y="0"/>
                      </a:lnTo>
                      <a:lnTo>
                        <a:pt x="425889" y="248696"/>
                      </a:lnTo>
                      <a:lnTo>
                        <a:pt x="0" y="248696"/>
                      </a:lnTo>
                      <a:close/>
                    </a:path>
                  </a:pathLst>
                </a:custGeom>
                <a:solidFill>
                  <a:srgbClr val="161D1E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2" name="Google Shape;1352;p30">
                  <a:extLst>
                    <a:ext uri="{FF2B5EF4-FFF2-40B4-BE49-F238E27FC236}">
                      <a16:creationId xmlns:a16="http://schemas.microsoft.com/office/drawing/2014/main" id="{F43C4BFB-6D22-4D57-32DB-97383E1B8250}"/>
                    </a:ext>
                  </a:extLst>
                </p:cNvPr>
                <p:cNvSpPr/>
                <p:nvPr/>
              </p:nvSpPr>
              <p:spPr>
                <a:xfrm>
                  <a:off x="4488798" y="2459312"/>
                  <a:ext cx="8778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781" h="216920" extrusionOk="0">
                      <a:moveTo>
                        <a:pt x="0" y="0"/>
                      </a:moveTo>
                      <a:lnTo>
                        <a:pt x="87781" y="0"/>
                      </a:lnTo>
                      <a:lnTo>
                        <a:pt x="87781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3" name="Google Shape;1353;p30">
                  <a:extLst>
                    <a:ext uri="{FF2B5EF4-FFF2-40B4-BE49-F238E27FC236}">
                      <a16:creationId xmlns:a16="http://schemas.microsoft.com/office/drawing/2014/main" id="{DCA53432-7DE4-D3F8-C931-38D28805366C}"/>
                    </a:ext>
                  </a:extLst>
                </p:cNvPr>
                <p:cNvSpPr/>
                <p:nvPr/>
              </p:nvSpPr>
              <p:spPr>
                <a:xfrm>
                  <a:off x="4250229" y="2458904"/>
                  <a:ext cx="60151" cy="216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1" h="216920" extrusionOk="0">
                      <a:moveTo>
                        <a:pt x="0" y="0"/>
                      </a:moveTo>
                      <a:lnTo>
                        <a:pt x="60152" y="0"/>
                      </a:lnTo>
                      <a:lnTo>
                        <a:pt x="60152" y="216921"/>
                      </a:lnTo>
                      <a:lnTo>
                        <a:pt x="0" y="216921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4" name="Google Shape;1354;p30">
                  <a:extLst>
                    <a:ext uri="{FF2B5EF4-FFF2-40B4-BE49-F238E27FC236}">
                      <a16:creationId xmlns:a16="http://schemas.microsoft.com/office/drawing/2014/main" id="{A363261A-7313-1127-A3F2-8D5C4981D6A5}"/>
                    </a:ext>
                  </a:extLst>
                </p:cNvPr>
                <p:cNvSpPr/>
                <p:nvPr/>
              </p:nvSpPr>
              <p:spPr>
                <a:xfrm>
                  <a:off x="4423412" y="2335916"/>
                  <a:ext cx="153166" cy="123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166" h="123396" extrusionOk="0">
                      <a:moveTo>
                        <a:pt x="0" y="0"/>
                      </a:moveTo>
                      <a:lnTo>
                        <a:pt x="65385" y="123396"/>
                      </a:lnTo>
                      <a:lnTo>
                        <a:pt x="153167" y="123396"/>
                      </a:lnTo>
                      <a:lnTo>
                        <a:pt x="2242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5" name="Google Shape;1355;p30">
                  <a:extLst>
                    <a:ext uri="{FF2B5EF4-FFF2-40B4-BE49-F238E27FC236}">
                      <a16:creationId xmlns:a16="http://schemas.microsoft.com/office/drawing/2014/main" id="{232F8723-8DC3-D476-E2F7-6DBD11DBC6C6}"/>
                    </a:ext>
                  </a:extLst>
                </p:cNvPr>
                <p:cNvSpPr/>
                <p:nvPr/>
              </p:nvSpPr>
              <p:spPr>
                <a:xfrm>
                  <a:off x="4250229" y="2335916"/>
                  <a:ext cx="114356" cy="122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56" h="122988" extrusionOk="0">
                      <a:moveTo>
                        <a:pt x="0" y="122989"/>
                      </a:moveTo>
                      <a:lnTo>
                        <a:pt x="114357" y="0"/>
                      </a:lnTo>
                      <a:lnTo>
                        <a:pt x="60186" y="122989"/>
                      </a:lnTo>
                      <a:lnTo>
                        <a:pt x="0" y="122989"/>
                      </a:ln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6" name="Google Shape;1356;p30">
                  <a:extLst>
                    <a:ext uri="{FF2B5EF4-FFF2-40B4-BE49-F238E27FC236}">
                      <a16:creationId xmlns:a16="http://schemas.microsoft.com/office/drawing/2014/main" id="{157CCA99-093D-0712-7795-66B787DD75A6}"/>
                    </a:ext>
                  </a:extLst>
                </p:cNvPr>
                <p:cNvSpPr/>
                <p:nvPr/>
              </p:nvSpPr>
              <p:spPr>
                <a:xfrm>
                  <a:off x="4177741" y="2448267"/>
                  <a:ext cx="8394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94" h="241219" extrusionOk="0">
                      <a:moveTo>
                        <a:pt x="0" y="0"/>
                      </a:moveTo>
                      <a:lnTo>
                        <a:pt x="8394" y="0"/>
                      </a:lnTo>
                      <a:lnTo>
                        <a:pt x="8394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7" name="Google Shape;1357;p30">
                  <a:extLst>
                    <a:ext uri="{FF2B5EF4-FFF2-40B4-BE49-F238E27FC236}">
                      <a16:creationId xmlns:a16="http://schemas.microsoft.com/office/drawing/2014/main" id="{FF234F9E-5F07-2F53-7A3D-6D3875BC0339}"/>
                    </a:ext>
                  </a:extLst>
                </p:cNvPr>
                <p:cNvSpPr/>
                <p:nvPr/>
              </p:nvSpPr>
              <p:spPr>
                <a:xfrm>
                  <a:off x="4627351" y="2449660"/>
                  <a:ext cx="8428" cy="24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8" h="241219" extrusionOk="0">
                      <a:moveTo>
                        <a:pt x="0" y="0"/>
                      </a:moveTo>
                      <a:lnTo>
                        <a:pt x="8428" y="0"/>
                      </a:lnTo>
                      <a:lnTo>
                        <a:pt x="8428" y="241219"/>
                      </a:lnTo>
                      <a:lnTo>
                        <a:pt x="0" y="2412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8" name="Google Shape;1358;p30">
                  <a:extLst>
                    <a:ext uri="{FF2B5EF4-FFF2-40B4-BE49-F238E27FC236}">
                      <a16:creationId xmlns:a16="http://schemas.microsoft.com/office/drawing/2014/main" id="{39590FD0-A05E-C68C-AFBE-F69A36C93DAC}"/>
                    </a:ext>
                  </a:extLst>
                </p:cNvPr>
                <p:cNvSpPr/>
                <p:nvPr/>
              </p:nvSpPr>
              <p:spPr>
                <a:xfrm>
                  <a:off x="4177809" y="2324463"/>
                  <a:ext cx="159657" cy="131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57" h="131858" extrusionOk="0">
                      <a:moveTo>
                        <a:pt x="0" y="125231"/>
                      </a:moveTo>
                      <a:lnTo>
                        <a:pt x="5166" y="131858"/>
                      </a:lnTo>
                      <a:lnTo>
                        <a:pt x="159658" y="10705"/>
                      </a:lnTo>
                      <a:lnTo>
                        <a:pt x="159658" y="0"/>
                      </a:lnTo>
                      <a:lnTo>
                        <a:pt x="0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9" name="Google Shape;1359;p30">
                  <a:extLst>
                    <a:ext uri="{FF2B5EF4-FFF2-40B4-BE49-F238E27FC236}">
                      <a16:creationId xmlns:a16="http://schemas.microsoft.com/office/drawing/2014/main" id="{39CFF7D5-1A36-0537-3628-38405D8DC5A4}"/>
                    </a:ext>
                  </a:extLst>
                </p:cNvPr>
                <p:cNvSpPr/>
                <p:nvPr/>
              </p:nvSpPr>
              <p:spPr>
                <a:xfrm>
                  <a:off x="4476086" y="2325890"/>
                  <a:ext cx="159623" cy="131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23" h="131824" extrusionOk="0">
                      <a:moveTo>
                        <a:pt x="159623" y="125231"/>
                      </a:moveTo>
                      <a:lnTo>
                        <a:pt x="154458" y="131824"/>
                      </a:lnTo>
                      <a:lnTo>
                        <a:pt x="0" y="10671"/>
                      </a:lnTo>
                      <a:lnTo>
                        <a:pt x="0" y="0"/>
                      </a:lnTo>
                      <a:lnTo>
                        <a:pt x="159623" y="12523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0" name="Google Shape;1360;p30">
                  <a:extLst>
                    <a:ext uri="{FF2B5EF4-FFF2-40B4-BE49-F238E27FC236}">
                      <a16:creationId xmlns:a16="http://schemas.microsoft.com/office/drawing/2014/main" id="{8590F14B-F963-1D43-8530-E190CBDD1E92}"/>
                    </a:ext>
                  </a:extLst>
                </p:cNvPr>
                <p:cNvSpPr/>
                <p:nvPr/>
              </p:nvSpPr>
              <p:spPr>
                <a:xfrm>
                  <a:off x="4337398" y="232408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0"/>
                      </a:lnTo>
                      <a:lnTo>
                        <a:pt x="0" y="1169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1" name="Google Shape;1361;p30">
                  <a:extLst>
                    <a:ext uri="{FF2B5EF4-FFF2-40B4-BE49-F238E27FC236}">
                      <a16:creationId xmlns:a16="http://schemas.microsoft.com/office/drawing/2014/main" id="{3FEC553F-20FB-2A47-B091-7ACB6B726863}"/>
                    </a:ext>
                  </a:extLst>
                </p:cNvPr>
                <p:cNvSpPr/>
                <p:nvPr/>
              </p:nvSpPr>
              <p:spPr>
                <a:xfrm>
                  <a:off x="4337398" y="2302169"/>
                  <a:ext cx="138417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417" h="11690" extrusionOk="0">
                      <a:moveTo>
                        <a:pt x="0" y="0"/>
                      </a:moveTo>
                      <a:lnTo>
                        <a:pt x="138417" y="0"/>
                      </a:lnTo>
                      <a:lnTo>
                        <a:pt x="138417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2" name="Google Shape;1362;p30">
                  <a:extLst>
                    <a:ext uri="{FF2B5EF4-FFF2-40B4-BE49-F238E27FC236}">
                      <a16:creationId xmlns:a16="http://schemas.microsoft.com/office/drawing/2014/main" id="{B2EB384C-BB94-831B-89CB-8D695E18E792}"/>
                    </a:ext>
                  </a:extLst>
                </p:cNvPr>
                <p:cNvSpPr/>
                <p:nvPr/>
              </p:nvSpPr>
              <p:spPr>
                <a:xfrm>
                  <a:off x="4168463" y="2676233"/>
                  <a:ext cx="472583" cy="43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583" h="43941" extrusionOk="0">
                      <a:moveTo>
                        <a:pt x="0" y="0"/>
                      </a:moveTo>
                      <a:lnTo>
                        <a:pt x="472584" y="0"/>
                      </a:lnTo>
                      <a:lnTo>
                        <a:pt x="472584" y="43942"/>
                      </a:lnTo>
                      <a:lnTo>
                        <a:pt x="0" y="4394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3" name="Google Shape;1363;p30">
                  <a:extLst>
                    <a:ext uri="{FF2B5EF4-FFF2-40B4-BE49-F238E27FC236}">
                      <a16:creationId xmlns:a16="http://schemas.microsoft.com/office/drawing/2014/main" id="{D54C4F28-1FD9-22B1-B8B5-6205D429274B}"/>
                    </a:ext>
                  </a:extLst>
                </p:cNvPr>
                <p:cNvSpPr/>
                <p:nvPr/>
              </p:nvSpPr>
              <p:spPr>
                <a:xfrm>
                  <a:off x="43505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4" name="Google Shape;1364;p30">
                  <a:extLst>
                    <a:ext uri="{FF2B5EF4-FFF2-40B4-BE49-F238E27FC236}">
                      <a16:creationId xmlns:a16="http://schemas.microsoft.com/office/drawing/2014/main" id="{4E0E9159-1168-2E10-BB6B-B42002ADF141}"/>
                    </a:ext>
                  </a:extLst>
                </p:cNvPr>
                <p:cNvSpPr/>
                <p:nvPr/>
              </p:nvSpPr>
              <p:spPr>
                <a:xfrm>
                  <a:off x="4351049" y="2313010"/>
                  <a:ext cx="111162" cy="11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62" h="11690" extrusionOk="0">
                      <a:moveTo>
                        <a:pt x="0" y="0"/>
                      </a:moveTo>
                      <a:lnTo>
                        <a:pt x="111162" y="0"/>
                      </a:lnTo>
                      <a:lnTo>
                        <a:pt x="111162" y="11691"/>
                      </a:lnTo>
                      <a:lnTo>
                        <a:pt x="0" y="11691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65" name="Google Shape;1365;p30">
                <a:extLst>
                  <a:ext uri="{FF2B5EF4-FFF2-40B4-BE49-F238E27FC236}">
                    <a16:creationId xmlns:a16="http://schemas.microsoft.com/office/drawing/2014/main" id="{CB4F1DDB-A440-5EDB-F9FC-CB405E555DBF}"/>
                  </a:ext>
                </a:extLst>
              </p:cNvPr>
              <p:cNvGrpSpPr/>
              <p:nvPr/>
            </p:nvGrpSpPr>
            <p:grpSpPr>
              <a:xfrm flipH="1">
                <a:off x="6590802" y="3914640"/>
                <a:ext cx="328827" cy="429717"/>
                <a:chOff x="5612846" y="2845934"/>
                <a:chExt cx="147423" cy="192655"/>
              </a:xfrm>
            </p:grpSpPr>
            <p:sp>
              <p:nvSpPr>
                <p:cNvPr id="1366" name="Google Shape;1366;p30">
                  <a:extLst>
                    <a:ext uri="{FF2B5EF4-FFF2-40B4-BE49-F238E27FC236}">
                      <a16:creationId xmlns:a16="http://schemas.microsoft.com/office/drawing/2014/main" id="{3952E8E9-0316-5B34-FD06-67C3ED520D2E}"/>
                    </a:ext>
                  </a:extLst>
                </p:cNvPr>
                <p:cNvSpPr/>
                <p:nvPr/>
              </p:nvSpPr>
              <p:spPr>
                <a:xfrm>
                  <a:off x="5632183" y="2939050"/>
                  <a:ext cx="108579" cy="75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79" h="75920" extrusionOk="0">
                      <a:moveTo>
                        <a:pt x="68" y="75920"/>
                      </a:moveTo>
                      <a:lnTo>
                        <a:pt x="25454" y="75920"/>
                      </a:lnTo>
                      <a:lnTo>
                        <a:pt x="25454" y="36873"/>
                      </a:lnTo>
                      <a:cubicBezTo>
                        <a:pt x="25454" y="29736"/>
                        <a:pt x="31333" y="23857"/>
                        <a:pt x="38470" y="23857"/>
                      </a:cubicBezTo>
                      <a:lnTo>
                        <a:pt x="70177" y="23857"/>
                      </a:lnTo>
                      <a:cubicBezTo>
                        <a:pt x="77314" y="23857"/>
                        <a:pt x="83193" y="29702"/>
                        <a:pt x="83193" y="36873"/>
                      </a:cubicBezTo>
                      <a:lnTo>
                        <a:pt x="83193" y="75920"/>
                      </a:lnTo>
                      <a:lnTo>
                        <a:pt x="108579" y="75920"/>
                      </a:lnTo>
                      <a:lnTo>
                        <a:pt x="108579" y="24469"/>
                      </a:lnTo>
                      <a:cubicBezTo>
                        <a:pt x="108579" y="11011"/>
                        <a:pt x="97568" y="0"/>
                        <a:pt x="84111" y="0"/>
                      </a:cubicBezTo>
                      <a:lnTo>
                        <a:pt x="24468" y="0"/>
                      </a:lnTo>
                      <a:cubicBezTo>
                        <a:pt x="11011" y="0"/>
                        <a:pt x="0" y="11011"/>
                        <a:pt x="0" y="24469"/>
                      </a:cubicBezTo>
                      <a:lnTo>
                        <a:pt x="0" y="759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7" name="Google Shape;1367;p30">
                  <a:extLst>
                    <a:ext uri="{FF2B5EF4-FFF2-40B4-BE49-F238E27FC236}">
                      <a16:creationId xmlns:a16="http://schemas.microsoft.com/office/drawing/2014/main" id="{FB2DC7B2-1ABA-AE29-BE8F-222762135141}"/>
                    </a:ext>
                  </a:extLst>
                </p:cNvPr>
                <p:cNvSpPr/>
                <p:nvPr/>
              </p:nvSpPr>
              <p:spPr>
                <a:xfrm>
                  <a:off x="5612846" y="3013305"/>
                  <a:ext cx="147423" cy="2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25284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603" y="0"/>
                        <a:pt x="147423" y="2821"/>
                        <a:pt x="147423" y="6321"/>
                      </a:cubicBezTo>
                      <a:lnTo>
                        <a:pt x="147423" y="18963"/>
                      </a:lnTo>
                      <a:cubicBezTo>
                        <a:pt x="147423" y="22430"/>
                        <a:pt x="144603" y="25284"/>
                        <a:pt x="141102" y="25284"/>
                      </a:cubicBezTo>
                      <a:lnTo>
                        <a:pt x="6321" y="25284"/>
                      </a:lnTo>
                      <a:cubicBezTo>
                        <a:pt x="2821" y="25284"/>
                        <a:pt x="0" y="22463"/>
                        <a:pt x="0" y="18963"/>
                      </a:cubicBezTo>
                      <a:lnTo>
                        <a:pt x="0" y="6355"/>
                      </a:lnTo>
                      <a:cubicBezTo>
                        <a:pt x="0" y="2855"/>
                        <a:pt x="2821" y="34"/>
                        <a:pt x="6321" y="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8" name="Google Shape;1368;p30">
                  <a:extLst>
                    <a:ext uri="{FF2B5EF4-FFF2-40B4-BE49-F238E27FC236}">
                      <a16:creationId xmlns:a16="http://schemas.microsoft.com/office/drawing/2014/main" id="{7979259F-FFAE-C96E-DE2D-DC69AFE76F37}"/>
                    </a:ext>
                  </a:extLst>
                </p:cNvPr>
                <p:cNvSpPr/>
                <p:nvPr/>
              </p:nvSpPr>
              <p:spPr>
                <a:xfrm>
                  <a:off x="5612846" y="3013305"/>
                  <a:ext cx="147423" cy="11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23" h="11316" extrusionOk="0">
                      <a:moveTo>
                        <a:pt x="6321" y="0"/>
                      </a:moveTo>
                      <a:lnTo>
                        <a:pt x="141102" y="0"/>
                      </a:lnTo>
                      <a:cubicBezTo>
                        <a:pt x="144569" y="0"/>
                        <a:pt x="147423" y="2821"/>
                        <a:pt x="147423" y="6321"/>
                      </a:cubicBezTo>
                      <a:lnTo>
                        <a:pt x="147423" y="11317"/>
                      </a:lnTo>
                      <a:lnTo>
                        <a:pt x="0" y="11317"/>
                      </a:lnTo>
                      <a:lnTo>
                        <a:pt x="0" y="6321"/>
                      </a:lnTo>
                      <a:cubicBezTo>
                        <a:pt x="0" y="2855"/>
                        <a:pt x="2855" y="0"/>
                        <a:pt x="6321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9" name="Google Shape;1369;p30">
                  <a:extLst>
                    <a:ext uri="{FF2B5EF4-FFF2-40B4-BE49-F238E27FC236}">
                      <a16:creationId xmlns:a16="http://schemas.microsoft.com/office/drawing/2014/main" id="{2403CCA1-8A47-1A78-D7B3-6D043C6D4A64}"/>
                    </a:ext>
                  </a:extLst>
                </p:cNvPr>
                <p:cNvSpPr/>
                <p:nvPr/>
              </p:nvSpPr>
              <p:spPr>
                <a:xfrm>
                  <a:off x="5673984" y="2868533"/>
                  <a:ext cx="25148" cy="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8" h="70517" extrusionOk="0">
                      <a:moveTo>
                        <a:pt x="0" y="0"/>
                      </a:moveTo>
                      <a:lnTo>
                        <a:pt x="25148" y="0"/>
                      </a:lnTo>
                      <a:lnTo>
                        <a:pt x="25148" y="70517"/>
                      </a:lnTo>
                      <a:lnTo>
                        <a:pt x="0" y="705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0" name="Google Shape;1370;p30">
                  <a:extLst>
                    <a:ext uri="{FF2B5EF4-FFF2-40B4-BE49-F238E27FC236}">
                      <a16:creationId xmlns:a16="http://schemas.microsoft.com/office/drawing/2014/main" id="{308B8E2B-F139-01F9-0D09-F5EE0472129D}"/>
                    </a:ext>
                  </a:extLst>
                </p:cNvPr>
                <p:cNvSpPr/>
                <p:nvPr/>
              </p:nvSpPr>
              <p:spPr>
                <a:xfrm>
                  <a:off x="5665148" y="2845934"/>
                  <a:ext cx="42819" cy="42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19" h="42820" extrusionOk="0">
                      <a:moveTo>
                        <a:pt x="21410" y="42820"/>
                      </a:moveTo>
                      <a:cubicBezTo>
                        <a:pt x="33203" y="42820"/>
                        <a:pt x="42820" y="33203"/>
                        <a:pt x="42820" y="21410"/>
                      </a:cubicBezTo>
                      <a:cubicBezTo>
                        <a:pt x="42820" y="9618"/>
                        <a:pt x="33203" y="0"/>
                        <a:pt x="21410" y="0"/>
                      </a:cubicBezTo>
                      <a:cubicBezTo>
                        <a:pt x="9618" y="0"/>
                        <a:pt x="0" y="9618"/>
                        <a:pt x="0" y="21410"/>
                      </a:cubicBezTo>
                      <a:cubicBezTo>
                        <a:pt x="0" y="33203"/>
                        <a:pt x="9618" y="42820"/>
                        <a:pt x="21410" y="4282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1" name="Google Shape;1371;p30">
                  <a:extLst>
                    <a:ext uri="{FF2B5EF4-FFF2-40B4-BE49-F238E27FC236}">
                      <a16:creationId xmlns:a16="http://schemas.microsoft.com/office/drawing/2014/main" id="{90834F5C-5B2C-6925-583F-9C495E2FD3AC}"/>
                    </a:ext>
                  </a:extLst>
                </p:cNvPr>
                <p:cNvSpPr/>
                <p:nvPr/>
              </p:nvSpPr>
              <p:spPr>
                <a:xfrm>
                  <a:off x="5672692" y="2850488"/>
                  <a:ext cx="19405" cy="19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5" h="19438" extrusionOk="0">
                      <a:moveTo>
                        <a:pt x="9686" y="19439"/>
                      </a:moveTo>
                      <a:cubicBezTo>
                        <a:pt x="15055" y="19439"/>
                        <a:pt x="19405" y="15089"/>
                        <a:pt x="19405" y="9719"/>
                      </a:cubicBezTo>
                      <a:cubicBezTo>
                        <a:pt x="19405" y="4350"/>
                        <a:pt x="15055" y="0"/>
                        <a:pt x="9686" y="0"/>
                      </a:cubicBezTo>
                      <a:cubicBezTo>
                        <a:pt x="4316" y="0"/>
                        <a:pt x="0" y="4384"/>
                        <a:pt x="0" y="9719"/>
                      </a:cubicBezTo>
                      <a:cubicBezTo>
                        <a:pt x="0" y="15055"/>
                        <a:pt x="4350" y="19439"/>
                        <a:pt x="9686" y="194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372" name="Google Shape;1372;p30">
              <a:extLst>
                <a:ext uri="{FF2B5EF4-FFF2-40B4-BE49-F238E27FC236}">
                  <a16:creationId xmlns:a16="http://schemas.microsoft.com/office/drawing/2014/main" id="{5FA9CC25-A9AB-FB91-615A-D7A31DB3B741}"/>
                </a:ext>
              </a:extLst>
            </p:cNvPr>
            <p:cNvSpPr/>
            <p:nvPr/>
          </p:nvSpPr>
          <p:spPr>
            <a:xfrm flipH="1">
              <a:off x="9189886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3" name="Google Shape;1373;p30">
              <a:extLst>
                <a:ext uri="{FF2B5EF4-FFF2-40B4-BE49-F238E27FC236}">
                  <a16:creationId xmlns:a16="http://schemas.microsoft.com/office/drawing/2014/main" id="{6E9306C9-ECA3-DD23-C797-6B4F1DAD8B5A}"/>
                </a:ext>
              </a:extLst>
            </p:cNvPr>
            <p:cNvSpPr/>
            <p:nvPr/>
          </p:nvSpPr>
          <p:spPr>
            <a:xfrm flipH="1">
              <a:off x="7950907" y="4417130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30">
              <a:extLst>
                <a:ext uri="{FF2B5EF4-FFF2-40B4-BE49-F238E27FC236}">
                  <a16:creationId xmlns:a16="http://schemas.microsoft.com/office/drawing/2014/main" id="{72830DCC-91E2-E56E-B55C-A30AE8CE7C15}"/>
                </a:ext>
              </a:extLst>
            </p:cNvPr>
            <p:cNvSpPr/>
            <p:nvPr/>
          </p:nvSpPr>
          <p:spPr>
            <a:xfrm flipH="1">
              <a:off x="8570359" y="4422664"/>
              <a:ext cx="345880" cy="718513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75" name="Google Shape;1375;p30">
              <a:extLst>
                <a:ext uri="{FF2B5EF4-FFF2-40B4-BE49-F238E27FC236}">
                  <a16:creationId xmlns:a16="http://schemas.microsoft.com/office/drawing/2014/main" id="{98BBB81F-B307-D527-155B-94CB0D93C3FA}"/>
                </a:ext>
              </a:extLst>
            </p:cNvPr>
            <p:cNvGrpSpPr/>
            <p:nvPr/>
          </p:nvGrpSpPr>
          <p:grpSpPr>
            <a:xfrm flipH="1">
              <a:off x="7133162" y="4525117"/>
              <a:ext cx="501352" cy="617327"/>
              <a:chOff x="5292342" y="3091129"/>
              <a:chExt cx="224771" cy="276766"/>
            </a:xfrm>
          </p:grpSpPr>
          <p:sp>
            <p:nvSpPr>
              <p:cNvPr id="1376" name="Google Shape;1376;p30">
                <a:extLst>
                  <a:ext uri="{FF2B5EF4-FFF2-40B4-BE49-F238E27FC236}">
                    <a16:creationId xmlns:a16="http://schemas.microsoft.com/office/drawing/2014/main" id="{6BE8E231-643D-DA16-80D1-6A03ECFEAB97}"/>
                  </a:ext>
                </a:extLst>
              </p:cNvPr>
              <p:cNvSpPr/>
              <p:nvPr/>
            </p:nvSpPr>
            <p:spPr>
              <a:xfrm>
                <a:off x="5378390" y="3254253"/>
                <a:ext cx="44247" cy="113642"/>
              </a:xfrm>
              <a:custGeom>
                <a:avLst/>
                <a:gdLst/>
                <a:ahLst/>
                <a:cxnLst/>
                <a:rect l="l" t="t" r="r" b="b"/>
                <a:pathLst>
                  <a:path w="44247" h="113642" extrusionOk="0">
                    <a:moveTo>
                      <a:pt x="0" y="0"/>
                    </a:moveTo>
                    <a:lnTo>
                      <a:pt x="44247" y="0"/>
                    </a:lnTo>
                    <a:lnTo>
                      <a:pt x="44247" y="113643"/>
                    </a:lnTo>
                    <a:lnTo>
                      <a:pt x="0" y="11364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7" name="Google Shape;1377;p30">
                <a:extLst>
                  <a:ext uri="{FF2B5EF4-FFF2-40B4-BE49-F238E27FC236}">
                    <a16:creationId xmlns:a16="http://schemas.microsoft.com/office/drawing/2014/main" id="{516BAF12-1B62-370E-523F-64905B35909D}"/>
                  </a:ext>
                </a:extLst>
              </p:cNvPr>
              <p:cNvSpPr/>
              <p:nvPr/>
            </p:nvSpPr>
            <p:spPr>
              <a:xfrm>
                <a:off x="5292342" y="3091129"/>
                <a:ext cx="224771" cy="224770"/>
              </a:xfrm>
              <a:custGeom>
                <a:avLst/>
                <a:gdLst/>
                <a:ahLst/>
                <a:cxnLst/>
                <a:rect l="l" t="t" r="r" b="b"/>
                <a:pathLst>
                  <a:path w="224771" h="224770" extrusionOk="0">
                    <a:moveTo>
                      <a:pt x="112385" y="224771"/>
                    </a:moveTo>
                    <a:cubicBezTo>
                      <a:pt x="174271" y="224771"/>
                      <a:pt x="224771" y="174305"/>
                      <a:pt x="224771" y="112386"/>
                    </a:cubicBezTo>
                    <a:cubicBezTo>
                      <a:pt x="224771" y="50466"/>
                      <a:pt x="174305" y="0"/>
                      <a:pt x="112385" y="0"/>
                    </a:cubicBezTo>
                    <a:cubicBezTo>
                      <a:pt x="50466" y="0"/>
                      <a:pt x="0" y="50500"/>
                      <a:pt x="0" y="112386"/>
                    </a:cubicBezTo>
                    <a:cubicBezTo>
                      <a:pt x="0" y="174271"/>
                      <a:pt x="50466" y="224771"/>
                      <a:pt x="112385" y="22477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8" name="Google Shape;1378;p30">
                <a:extLst>
                  <a:ext uri="{FF2B5EF4-FFF2-40B4-BE49-F238E27FC236}">
                    <a16:creationId xmlns:a16="http://schemas.microsoft.com/office/drawing/2014/main" id="{DEE2EF3C-5403-93BB-770A-44C9BFEEDD04}"/>
                  </a:ext>
                </a:extLst>
              </p:cNvPr>
              <p:cNvSpPr/>
              <p:nvPr/>
            </p:nvSpPr>
            <p:spPr>
              <a:xfrm>
                <a:off x="5310116" y="3108903"/>
                <a:ext cx="189189" cy="189223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189223" extrusionOk="0">
                    <a:moveTo>
                      <a:pt x="94612" y="189224"/>
                    </a:moveTo>
                    <a:cubicBezTo>
                      <a:pt x="146710" y="189224"/>
                      <a:pt x="189190" y="146744"/>
                      <a:pt x="189190" y="94612"/>
                    </a:cubicBezTo>
                    <a:cubicBezTo>
                      <a:pt x="189190" y="42480"/>
                      <a:pt x="146710" y="0"/>
                      <a:pt x="94612" y="0"/>
                    </a:cubicBezTo>
                    <a:cubicBezTo>
                      <a:pt x="42514" y="0"/>
                      <a:pt x="0" y="42514"/>
                      <a:pt x="0" y="94612"/>
                    </a:cubicBezTo>
                    <a:cubicBezTo>
                      <a:pt x="0" y="146709"/>
                      <a:pt x="42480" y="189224"/>
                      <a:pt x="94612" y="18922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9" name="Google Shape;1379;p30">
                <a:extLst>
                  <a:ext uri="{FF2B5EF4-FFF2-40B4-BE49-F238E27FC236}">
                    <a16:creationId xmlns:a16="http://schemas.microsoft.com/office/drawing/2014/main" id="{22A8F3D6-2E58-22B9-6F60-E67A9C553F07}"/>
                  </a:ext>
                </a:extLst>
              </p:cNvPr>
              <p:cNvSpPr/>
              <p:nvPr/>
            </p:nvSpPr>
            <p:spPr>
              <a:xfrm>
                <a:off x="5310116" y="3108937"/>
                <a:ext cx="189189" cy="98180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98180" extrusionOk="0">
                    <a:moveTo>
                      <a:pt x="94578" y="0"/>
                    </a:moveTo>
                    <a:cubicBezTo>
                      <a:pt x="146845" y="0"/>
                      <a:pt x="189190" y="42378"/>
                      <a:pt x="189190" y="94612"/>
                    </a:cubicBezTo>
                    <a:cubicBezTo>
                      <a:pt x="189190" y="95801"/>
                      <a:pt x="189190" y="96991"/>
                      <a:pt x="189122" y="98180"/>
                    </a:cubicBezTo>
                    <a:lnTo>
                      <a:pt x="68" y="98180"/>
                    </a:lnTo>
                    <a:cubicBezTo>
                      <a:pt x="68" y="96991"/>
                      <a:pt x="0" y="95801"/>
                      <a:pt x="0" y="94612"/>
                    </a:cubicBezTo>
                    <a:cubicBezTo>
                      <a:pt x="0" y="42378"/>
                      <a:pt x="42378" y="0"/>
                      <a:pt x="946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30">
                <a:extLst>
                  <a:ext uri="{FF2B5EF4-FFF2-40B4-BE49-F238E27FC236}">
                    <a16:creationId xmlns:a16="http://schemas.microsoft.com/office/drawing/2014/main" id="{66D24E69-DF47-446F-C44F-39A11F83A77A}"/>
                  </a:ext>
                </a:extLst>
              </p:cNvPr>
              <p:cNvSpPr/>
              <p:nvPr/>
            </p:nvSpPr>
            <p:spPr>
              <a:xfrm>
                <a:off x="5402893" y="3125521"/>
                <a:ext cx="97853" cy="80440"/>
              </a:xfrm>
              <a:custGeom>
                <a:avLst/>
                <a:gdLst/>
                <a:ahLst/>
                <a:cxnLst/>
                <a:rect l="l" t="t" r="r" b="b"/>
                <a:pathLst>
                  <a:path w="97853" h="80440" extrusionOk="0">
                    <a:moveTo>
                      <a:pt x="88902" y="38810"/>
                    </a:moveTo>
                    <a:cubicBezTo>
                      <a:pt x="95223" y="52302"/>
                      <a:pt x="98078" y="66507"/>
                      <a:pt x="97840" y="80440"/>
                    </a:cubicBezTo>
                    <a:lnTo>
                      <a:pt x="0" y="80440"/>
                    </a:lnTo>
                    <a:lnTo>
                      <a:pt x="55428" y="0"/>
                    </a:lnTo>
                    <a:cubicBezTo>
                      <a:pt x="69497" y="9278"/>
                      <a:pt x="81256" y="22429"/>
                      <a:pt x="88902" y="3877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30">
                <a:extLst>
                  <a:ext uri="{FF2B5EF4-FFF2-40B4-BE49-F238E27FC236}">
                    <a16:creationId xmlns:a16="http://schemas.microsoft.com/office/drawing/2014/main" id="{05E06853-70F8-D135-EE76-377AF1CC650A}"/>
                  </a:ext>
                </a:extLst>
              </p:cNvPr>
              <p:cNvSpPr/>
              <p:nvPr/>
            </p:nvSpPr>
            <p:spPr>
              <a:xfrm>
                <a:off x="5362485" y="3109487"/>
                <a:ext cx="90873" cy="98173"/>
              </a:xfrm>
              <a:custGeom>
                <a:avLst/>
                <a:gdLst/>
                <a:ahLst/>
                <a:cxnLst/>
                <a:rect l="l" t="t" r="r" b="b"/>
                <a:pathLst>
                  <a:path w="90873" h="98173" extrusionOk="0">
                    <a:moveTo>
                      <a:pt x="50228" y="299"/>
                    </a:moveTo>
                    <a:cubicBezTo>
                      <a:pt x="65080" y="1455"/>
                      <a:pt x="78877" y="6008"/>
                      <a:pt x="90874" y="13111"/>
                    </a:cubicBezTo>
                    <a:lnTo>
                      <a:pt x="42548" y="98173"/>
                    </a:lnTo>
                    <a:lnTo>
                      <a:pt x="0" y="10257"/>
                    </a:lnTo>
                    <a:cubicBezTo>
                      <a:pt x="15055" y="2610"/>
                      <a:pt x="32217" y="-1128"/>
                      <a:pt x="50228" y="29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30">
                <a:extLst>
                  <a:ext uri="{FF2B5EF4-FFF2-40B4-BE49-F238E27FC236}">
                    <a16:creationId xmlns:a16="http://schemas.microsoft.com/office/drawing/2014/main" id="{31F1D114-2554-0F7C-5A43-12F35E8CF479}"/>
                  </a:ext>
                </a:extLst>
              </p:cNvPr>
              <p:cNvSpPr/>
              <p:nvPr/>
            </p:nvSpPr>
            <p:spPr>
              <a:xfrm>
                <a:off x="5311712" y="3126507"/>
                <a:ext cx="97738" cy="81629"/>
              </a:xfrm>
              <a:custGeom>
                <a:avLst/>
                <a:gdLst/>
                <a:ahLst/>
                <a:cxnLst/>
                <a:rect l="l" t="t" r="r" b="b"/>
                <a:pathLst>
                  <a:path w="97738" h="81629" extrusionOk="0">
                    <a:moveTo>
                      <a:pt x="11657" y="31775"/>
                    </a:moveTo>
                    <a:cubicBezTo>
                      <a:pt x="18862" y="18725"/>
                      <a:pt x="28649" y="8054"/>
                      <a:pt x="40068" y="0"/>
                    </a:cubicBezTo>
                    <a:lnTo>
                      <a:pt x="97739" y="79047"/>
                    </a:lnTo>
                    <a:lnTo>
                      <a:pt x="103" y="81630"/>
                    </a:lnTo>
                    <a:cubicBezTo>
                      <a:pt x="-679" y="64808"/>
                      <a:pt x="2991" y="47578"/>
                      <a:pt x="11691" y="3174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83" name="Google Shape;1383;p30">
                <a:extLst>
                  <a:ext uri="{FF2B5EF4-FFF2-40B4-BE49-F238E27FC236}">
                    <a16:creationId xmlns:a16="http://schemas.microsoft.com/office/drawing/2014/main" id="{AFD539A5-8813-DD8F-299D-9C89C2FDA004}"/>
                  </a:ext>
                </a:extLst>
              </p:cNvPr>
              <p:cNvGrpSpPr/>
              <p:nvPr/>
            </p:nvGrpSpPr>
            <p:grpSpPr>
              <a:xfrm>
                <a:off x="5361045" y="3146273"/>
                <a:ext cx="64409" cy="79667"/>
                <a:chOff x="5361045" y="3146273"/>
                <a:chExt cx="64409" cy="79667"/>
              </a:xfrm>
            </p:grpSpPr>
            <p:sp>
              <p:nvSpPr>
                <p:cNvPr id="1384" name="Google Shape;1384;p30">
                  <a:extLst>
                    <a:ext uri="{FF2B5EF4-FFF2-40B4-BE49-F238E27FC236}">
                      <a16:creationId xmlns:a16="http://schemas.microsoft.com/office/drawing/2014/main" id="{5F1B1B47-2339-6716-70D0-1B59487EE791}"/>
                    </a:ext>
                  </a:extLst>
                </p:cNvPr>
                <p:cNvSpPr/>
                <p:nvPr/>
              </p:nvSpPr>
              <p:spPr>
                <a:xfrm>
                  <a:off x="5382608" y="3183094"/>
                  <a:ext cx="42846" cy="42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46" h="42846" extrusionOk="0">
                      <a:moveTo>
                        <a:pt x="17328" y="404"/>
                      </a:moveTo>
                      <a:cubicBezTo>
                        <a:pt x="28951" y="-1873"/>
                        <a:pt x="40166" y="5705"/>
                        <a:pt x="42442" y="17328"/>
                      </a:cubicBezTo>
                      <a:cubicBezTo>
                        <a:pt x="44719" y="28951"/>
                        <a:pt x="37141" y="40199"/>
                        <a:pt x="25518" y="42442"/>
                      </a:cubicBezTo>
                      <a:cubicBezTo>
                        <a:pt x="13896" y="44719"/>
                        <a:pt x="2647" y="37141"/>
                        <a:pt x="404" y="25518"/>
                      </a:cubicBezTo>
                      <a:cubicBezTo>
                        <a:pt x="-1873" y="13930"/>
                        <a:pt x="5706" y="2681"/>
                        <a:pt x="17328" y="43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5" name="Google Shape;1385;p30">
                  <a:extLst>
                    <a:ext uri="{FF2B5EF4-FFF2-40B4-BE49-F238E27FC236}">
                      <a16:creationId xmlns:a16="http://schemas.microsoft.com/office/drawing/2014/main" id="{230E78D7-47EE-4123-6FFA-2F4969E60397}"/>
                    </a:ext>
                  </a:extLst>
                </p:cNvPr>
                <p:cNvSpPr/>
                <p:nvPr/>
              </p:nvSpPr>
              <p:spPr>
                <a:xfrm>
                  <a:off x="5361045" y="3146273"/>
                  <a:ext cx="43376" cy="54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76" h="54353" extrusionOk="0">
                      <a:moveTo>
                        <a:pt x="30327" y="54353"/>
                      </a:moveTo>
                      <a:lnTo>
                        <a:pt x="43376" y="45348"/>
                      </a:lnTo>
                      <a:lnTo>
                        <a:pt x="14456" y="3411"/>
                      </a:lnTo>
                      <a:cubicBezTo>
                        <a:pt x="11975" y="-191"/>
                        <a:pt x="6980" y="-1075"/>
                        <a:pt x="3411" y="1406"/>
                      </a:cubicBezTo>
                      <a:lnTo>
                        <a:pt x="3411" y="1406"/>
                      </a:lnTo>
                      <a:cubicBezTo>
                        <a:pt x="-191" y="3853"/>
                        <a:pt x="-1075" y="8815"/>
                        <a:pt x="1406" y="12451"/>
                      </a:cubicBezTo>
                      <a:lnTo>
                        <a:pt x="30361" y="5435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386" name="Google Shape;1386;p30">
            <a:extLst>
              <a:ext uri="{FF2B5EF4-FFF2-40B4-BE49-F238E27FC236}">
                <a16:creationId xmlns:a16="http://schemas.microsoft.com/office/drawing/2014/main" id="{C2666C99-D3CD-EFCD-33ED-75EC89261619}"/>
              </a:ext>
            </a:extLst>
          </p:cNvPr>
          <p:cNvGrpSpPr/>
          <p:nvPr/>
        </p:nvGrpSpPr>
        <p:grpSpPr>
          <a:xfrm>
            <a:off x="856778" y="-42346"/>
            <a:ext cx="1392653" cy="3806820"/>
            <a:chOff x="7569444" y="2914051"/>
            <a:chExt cx="456473" cy="1247769"/>
          </a:xfrm>
        </p:grpSpPr>
        <p:sp>
          <p:nvSpPr>
            <p:cNvPr id="1387" name="Google Shape;1387;p30">
              <a:extLst>
                <a:ext uri="{FF2B5EF4-FFF2-40B4-BE49-F238E27FC236}">
                  <a16:creationId xmlns:a16="http://schemas.microsoft.com/office/drawing/2014/main" id="{93D02C9C-142B-6BB9-151D-A9CFA745FDA5}"/>
                </a:ext>
              </a:extLst>
            </p:cNvPr>
            <p:cNvSpPr/>
            <p:nvPr/>
          </p:nvSpPr>
          <p:spPr>
            <a:xfrm>
              <a:off x="7774605" y="2946357"/>
              <a:ext cx="43737" cy="824553"/>
            </a:xfrm>
            <a:custGeom>
              <a:avLst/>
              <a:gdLst/>
              <a:ahLst/>
              <a:cxnLst/>
              <a:rect l="l" t="t" r="r" b="b"/>
              <a:pathLst>
                <a:path w="43737" h="349017" extrusionOk="0">
                  <a:moveTo>
                    <a:pt x="0" y="0"/>
                  </a:moveTo>
                  <a:lnTo>
                    <a:pt x="43738" y="0"/>
                  </a:lnTo>
                  <a:lnTo>
                    <a:pt x="43738" y="349017"/>
                  </a:lnTo>
                  <a:lnTo>
                    <a:pt x="0" y="34901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30">
              <a:extLst>
                <a:ext uri="{FF2B5EF4-FFF2-40B4-BE49-F238E27FC236}">
                  <a16:creationId xmlns:a16="http://schemas.microsoft.com/office/drawing/2014/main" id="{1C09A93F-1731-9F2C-B043-727795CC032C}"/>
                </a:ext>
              </a:extLst>
            </p:cNvPr>
            <p:cNvSpPr/>
            <p:nvPr/>
          </p:nvSpPr>
          <p:spPr>
            <a:xfrm>
              <a:off x="7705754" y="2914051"/>
              <a:ext cx="181440" cy="72386"/>
            </a:xfrm>
            <a:custGeom>
              <a:avLst/>
              <a:gdLst/>
              <a:ahLst/>
              <a:cxnLst/>
              <a:rect l="l" t="t" r="r" b="b"/>
              <a:pathLst>
                <a:path w="181440" h="72386" extrusionOk="0">
                  <a:moveTo>
                    <a:pt x="36193" y="0"/>
                  </a:moveTo>
                  <a:lnTo>
                    <a:pt x="145248" y="0"/>
                  </a:lnTo>
                  <a:cubicBezTo>
                    <a:pt x="165162" y="0"/>
                    <a:pt x="181441" y="16278"/>
                    <a:pt x="181441" y="36193"/>
                  </a:cubicBezTo>
                  <a:lnTo>
                    <a:pt x="181441" y="36193"/>
                  </a:lnTo>
                  <a:cubicBezTo>
                    <a:pt x="181441" y="56108"/>
                    <a:pt x="165162" y="72386"/>
                    <a:pt x="145248" y="72386"/>
                  </a:cubicBezTo>
                  <a:lnTo>
                    <a:pt x="36193" y="72386"/>
                  </a:lnTo>
                  <a:cubicBezTo>
                    <a:pt x="16279" y="72386"/>
                    <a:pt x="0" y="56108"/>
                    <a:pt x="0" y="36193"/>
                  </a:cubicBezTo>
                  <a:lnTo>
                    <a:pt x="0" y="36193"/>
                  </a:lnTo>
                  <a:cubicBezTo>
                    <a:pt x="0" y="16278"/>
                    <a:pt x="16279" y="0"/>
                    <a:pt x="36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1389;p30">
              <a:extLst>
                <a:ext uri="{FF2B5EF4-FFF2-40B4-BE49-F238E27FC236}">
                  <a16:creationId xmlns:a16="http://schemas.microsoft.com/office/drawing/2014/main" id="{F90A9E89-3783-4008-FEAB-EDB0B18F947D}"/>
                </a:ext>
              </a:extLst>
            </p:cNvPr>
            <p:cNvSpPr/>
            <p:nvPr/>
          </p:nvSpPr>
          <p:spPr>
            <a:xfrm>
              <a:off x="7735761" y="3795302"/>
              <a:ext cx="122717" cy="69735"/>
            </a:xfrm>
            <a:custGeom>
              <a:avLst/>
              <a:gdLst/>
              <a:ahLst/>
              <a:cxnLst/>
              <a:rect l="l" t="t" r="r" b="b"/>
              <a:pathLst>
                <a:path w="122717" h="69735" extrusionOk="0">
                  <a:moveTo>
                    <a:pt x="0" y="69736"/>
                  </a:moveTo>
                  <a:lnTo>
                    <a:pt x="122717" y="69736"/>
                  </a:lnTo>
                  <a:lnTo>
                    <a:pt x="122717" y="9924"/>
                  </a:lnTo>
                  <a:cubicBezTo>
                    <a:pt x="122717" y="4452"/>
                    <a:pt x="118231" y="0"/>
                    <a:pt x="112794" y="0"/>
                  </a:cubicBezTo>
                  <a:lnTo>
                    <a:pt x="9924" y="0"/>
                  </a:lnTo>
                  <a:cubicBezTo>
                    <a:pt x="4452" y="0"/>
                    <a:pt x="0" y="4486"/>
                    <a:pt x="0" y="9924"/>
                  </a:cubicBezTo>
                  <a:lnTo>
                    <a:pt x="0" y="697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30">
              <a:extLst>
                <a:ext uri="{FF2B5EF4-FFF2-40B4-BE49-F238E27FC236}">
                  <a16:creationId xmlns:a16="http://schemas.microsoft.com/office/drawing/2014/main" id="{97BE1C3D-ACE4-5728-05F9-9FE4138B36CF}"/>
                </a:ext>
              </a:extLst>
            </p:cNvPr>
            <p:cNvSpPr/>
            <p:nvPr/>
          </p:nvSpPr>
          <p:spPr>
            <a:xfrm>
              <a:off x="7735897" y="3795268"/>
              <a:ext cx="122444" cy="8292"/>
            </a:xfrm>
            <a:custGeom>
              <a:avLst/>
              <a:gdLst/>
              <a:ahLst/>
              <a:cxnLst/>
              <a:rect l="l" t="t" r="r" b="b"/>
              <a:pathLst>
                <a:path w="122444" h="8292" extrusionOk="0">
                  <a:moveTo>
                    <a:pt x="122445" y="8292"/>
                  </a:moveTo>
                  <a:cubicBezTo>
                    <a:pt x="121663" y="3603"/>
                    <a:pt x="117551" y="0"/>
                    <a:pt x="112658" y="0"/>
                  </a:cubicBezTo>
                  <a:lnTo>
                    <a:pt x="9788" y="0"/>
                  </a:lnTo>
                  <a:cubicBezTo>
                    <a:pt x="4894" y="0"/>
                    <a:pt x="782" y="3603"/>
                    <a:pt x="0" y="8292"/>
                  </a:cubicBezTo>
                  <a:lnTo>
                    <a:pt x="122445" y="82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1" name="Google Shape;1391;p30">
              <a:extLst>
                <a:ext uri="{FF2B5EF4-FFF2-40B4-BE49-F238E27FC236}">
                  <a16:creationId xmlns:a16="http://schemas.microsoft.com/office/drawing/2014/main" id="{73342591-08EF-08DD-7B60-E40BAEFBC0C0}"/>
                </a:ext>
              </a:extLst>
            </p:cNvPr>
            <p:cNvSpPr/>
            <p:nvPr/>
          </p:nvSpPr>
          <p:spPr>
            <a:xfrm>
              <a:off x="7761249" y="3757172"/>
              <a:ext cx="71740" cy="39727"/>
            </a:xfrm>
            <a:custGeom>
              <a:avLst/>
              <a:gdLst/>
              <a:ahLst/>
              <a:cxnLst/>
              <a:rect l="l" t="t" r="r" b="b"/>
              <a:pathLst>
                <a:path w="71740" h="39727" extrusionOk="0">
                  <a:moveTo>
                    <a:pt x="0" y="39727"/>
                  </a:moveTo>
                  <a:lnTo>
                    <a:pt x="71741" y="39727"/>
                  </a:lnTo>
                  <a:lnTo>
                    <a:pt x="71741" y="9923"/>
                  </a:lnTo>
                  <a:cubicBezTo>
                    <a:pt x="71741" y="4452"/>
                    <a:pt x="67289" y="0"/>
                    <a:pt x="61818" y="0"/>
                  </a:cubicBezTo>
                  <a:lnTo>
                    <a:pt x="9958" y="0"/>
                  </a:lnTo>
                  <a:cubicBezTo>
                    <a:pt x="4486" y="0"/>
                    <a:pt x="34" y="4452"/>
                    <a:pt x="34" y="9923"/>
                  </a:cubicBezTo>
                  <a:lnTo>
                    <a:pt x="34" y="3972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1392;p30">
              <a:extLst>
                <a:ext uri="{FF2B5EF4-FFF2-40B4-BE49-F238E27FC236}">
                  <a16:creationId xmlns:a16="http://schemas.microsoft.com/office/drawing/2014/main" id="{BADC958B-DB3B-1E6D-B8B2-85F605106696}"/>
                </a:ext>
              </a:extLst>
            </p:cNvPr>
            <p:cNvSpPr/>
            <p:nvPr/>
          </p:nvSpPr>
          <p:spPr>
            <a:xfrm>
              <a:off x="7761556" y="3757138"/>
              <a:ext cx="71196" cy="7646"/>
            </a:xfrm>
            <a:custGeom>
              <a:avLst/>
              <a:gdLst/>
              <a:ahLst/>
              <a:cxnLst/>
              <a:rect l="l" t="t" r="r" b="b"/>
              <a:pathLst>
                <a:path w="71196" h="7646" extrusionOk="0">
                  <a:moveTo>
                    <a:pt x="71163" y="7646"/>
                  </a:moveTo>
                  <a:cubicBezTo>
                    <a:pt x="70110" y="3262"/>
                    <a:pt x="66167" y="0"/>
                    <a:pt x="61512" y="0"/>
                  </a:cubicBezTo>
                  <a:lnTo>
                    <a:pt x="9652" y="0"/>
                  </a:lnTo>
                  <a:cubicBezTo>
                    <a:pt x="4996" y="0"/>
                    <a:pt x="1020" y="3262"/>
                    <a:pt x="0" y="7646"/>
                  </a:cubicBezTo>
                  <a:lnTo>
                    <a:pt x="71197" y="764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30">
              <a:extLst>
                <a:ext uri="{FF2B5EF4-FFF2-40B4-BE49-F238E27FC236}">
                  <a16:creationId xmlns:a16="http://schemas.microsoft.com/office/drawing/2014/main" id="{00AB2088-F9B3-1711-669C-3F19C5D095EB}"/>
                </a:ext>
              </a:extLst>
            </p:cNvPr>
            <p:cNvSpPr/>
            <p:nvPr/>
          </p:nvSpPr>
          <p:spPr>
            <a:xfrm>
              <a:off x="7578755" y="3861231"/>
              <a:ext cx="171280" cy="178790"/>
            </a:xfrm>
            <a:custGeom>
              <a:avLst/>
              <a:gdLst/>
              <a:ahLst/>
              <a:cxnLst/>
              <a:rect l="l" t="t" r="r" b="b"/>
              <a:pathLst>
                <a:path w="171280" h="178790" extrusionOk="0">
                  <a:moveTo>
                    <a:pt x="112216" y="0"/>
                  </a:moveTo>
                  <a:lnTo>
                    <a:pt x="171281" y="54850"/>
                  </a:lnTo>
                  <a:lnTo>
                    <a:pt x="28750" y="178791"/>
                  </a:lnTo>
                  <a:lnTo>
                    <a:pt x="0" y="152079"/>
                  </a:lnTo>
                  <a:lnTo>
                    <a:pt x="112250" y="0"/>
                  </a:lnTo>
                  <a:lnTo>
                    <a:pt x="112250" y="0"/>
                  </a:lnTo>
                  <a:close/>
                  <a:moveTo>
                    <a:pt x="108410" y="63312"/>
                  </a:moveTo>
                  <a:cubicBezTo>
                    <a:pt x="105419" y="60458"/>
                    <a:pt x="100593" y="60594"/>
                    <a:pt x="97738" y="63584"/>
                  </a:cubicBezTo>
                  <a:lnTo>
                    <a:pt x="51996" y="111910"/>
                  </a:lnTo>
                  <a:cubicBezTo>
                    <a:pt x="49141" y="114900"/>
                    <a:pt x="49277" y="119726"/>
                    <a:pt x="52302" y="122581"/>
                  </a:cubicBezTo>
                  <a:lnTo>
                    <a:pt x="52302" y="122581"/>
                  </a:lnTo>
                  <a:cubicBezTo>
                    <a:pt x="55326" y="125436"/>
                    <a:pt x="60119" y="125300"/>
                    <a:pt x="62973" y="122309"/>
                  </a:cubicBezTo>
                  <a:lnTo>
                    <a:pt x="108715" y="73984"/>
                  </a:lnTo>
                  <a:cubicBezTo>
                    <a:pt x="111570" y="70959"/>
                    <a:pt x="111434" y="66167"/>
                    <a:pt x="108444" y="63312"/>
                  </a:cubicBezTo>
                  <a:lnTo>
                    <a:pt x="108444" y="633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30">
              <a:extLst>
                <a:ext uri="{FF2B5EF4-FFF2-40B4-BE49-F238E27FC236}">
                  <a16:creationId xmlns:a16="http://schemas.microsoft.com/office/drawing/2014/main" id="{1C889BF0-807E-0FFB-EAF9-CAC0CB164118}"/>
                </a:ext>
              </a:extLst>
            </p:cNvPr>
            <p:cNvSpPr/>
            <p:nvPr/>
          </p:nvSpPr>
          <p:spPr>
            <a:xfrm>
              <a:off x="7845327" y="3860042"/>
              <a:ext cx="171279" cy="178824"/>
            </a:xfrm>
            <a:custGeom>
              <a:avLst/>
              <a:gdLst/>
              <a:ahLst/>
              <a:cxnLst/>
              <a:rect l="l" t="t" r="r" b="b"/>
              <a:pathLst>
                <a:path w="171279" h="178824" extrusionOk="0">
                  <a:moveTo>
                    <a:pt x="59064" y="0"/>
                  </a:moveTo>
                  <a:lnTo>
                    <a:pt x="0" y="54850"/>
                  </a:lnTo>
                  <a:lnTo>
                    <a:pt x="142529" y="178825"/>
                  </a:lnTo>
                  <a:lnTo>
                    <a:pt x="171280" y="152113"/>
                  </a:lnTo>
                  <a:lnTo>
                    <a:pt x="59030" y="34"/>
                  </a:lnTo>
                  <a:lnTo>
                    <a:pt x="59030" y="34"/>
                  </a:lnTo>
                  <a:close/>
                  <a:moveTo>
                    <a:pt x="62871" y="63312"/>
                  </a:moveTo>
                  <a:cubicBezTo>
                    <a:pt x="65895" y="60458"/>
                    <a:pt x="70686" y="60594"/>
                    <a:pt x="73541" y="63584"/>
                  </a:cubicBezTo>
                  <a:lnTo>
                    <a:pt x="119284" y="111910"/>
                  </a:lnTo>
                  <a:cubicBezTo>
                    <a:pt x="122139" y="114934"/>
                    <a:pt x="122003" y="119726"/>
                    <a:pt x="119012" y="122581"/>
                  </a:cubicBezTo>
                  <a:lnTo>
                    <a:pt x="119012" y="122581"/>
                  </a:lnTo>
                  <a:cubicBezTo>
                    <a:pt x="115987" y="125435"/>
                    <a:pt x="111196" y="125300"/>
                    <a:pt x="108341" y="122309"/>
                  </a:cubicBezTo>
                  <a:lnTo>
                    <a:pt x="62599" y="73983"/>
                  </a:lnTo>
                  <a:cubicBezTo>
                    <a:pt x="59744" y="70959"/>
                    <a:pt x="59880" y="66167"/>
                    <a:pt x="62904" y="63312"/>
                  </a:cubicBezTo>
                  <a:lnTo>
                    <a:pt x="62904" y="633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30">
              <a:extLst>
                <a:ext uri="{FF2B5EF4-FFF2-40B4-BE49-F238E27FC236}">
                  <a16:creationId xmlns:a16="http://schemas.microsoft.com/office/drawing/2014/main" id="{30F579D0-E644-93DF-A1A4-B662993314DC}"/>
                </a:ext>
              </a:extLst>
            </p:cNvPr>
            <p:cNvSpPr/>
            <p:nvPr/>
          </p:nvSpPr>
          <p:spPr>
            <a:xfrm>
              <a:off x="7679538" y="3848961"/>
              <a:ext cx="80741" cy="80717"/>
            </a:xfrm>
            <a:custGeom>
              <a:avLst/>
              <a:gdLst/>
              <a:ahLst/>
              <a:cxnLst/>
              <a:rect l="l" t="t" r="r" b="b"/>
              <a:pathLst>
                <a:path w="80741" h="80717" extrusionOk="0">
                  <a:moveTo>
                    <a:pt x="12928" y="69942"/>
                  </a:moveTo>
                  <a:cubicBezTo>
                    <a:pt x="29241" y="85099"/>
                    <a:pt x="54797" y="84147"/>
                    <a:pt x="69953" y="67835"/>
                  </a:cubicBezTo>
                  <a:cubicBezTo>
                    <a:pt x="85110" y="51488"/>
                    <a:pt x="84193" y="25966"/>
                    <a:pt x="67847" y="10775"/>
                  </a:cubicBezTo>
                  <a:cubicBezTo>
                    <a:pt x="51534" y="-4382"/>
                    <a:pt x="25978" y="-3430"/>
                    <a:pt x="10787" y="12882"/>
                  </a:cubicBezTo>
                  <a:cubicBezTo>
                    <a:pt x="-4369" y="29229"/>
                    <a:pt x="-3452" y="54751"/>
                    <a:pt x="12894" y="699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30">
              <a:extLst>
                <a:ext uri="{FF2B5EF4-FFF2-40B4-BE49-F238E27FC236}">
                  <a16:creationId xmlns:a16="http://schemas.microsoft.com/office/drawing/2014/main" id="{8BFC88BD-AC71-ACEA-386F-370CB79E2B17}"/>
                </a:ext>
              </a:extLst>
            </p:cNvPr>
            <p:cNvSpPr/>
            <p:nvPr/>
          </p:nvSpPr>
          <p:spPr>
            <a:xfrm>
              <a:off x="7835027" y="3847805"/>
              <a:ext cx="80683" cy="80683"/>
            </a:xfrm>
            <a:custGeom>
              <a:avLst/>
              <a:gdLst/>
              <a:ahLst/>
              <a:cxnLst/>
              <a:rect l="l" t="t" r="r" b="b"/>
              <a:pathLst>
                <a:path w="80683" h="80683" extrusionOk="0">
                  <a:moveTo>
                    <a:pt x="67835" y="69908"/>
                  </a:moveTo>
                  <a:cubicBezTo>
                    <a:pt x="51488" y="85065"/>
                    <a:pt x="25966" y="84113"/>
                    <a:pt x="10775" y="67801"/>
                  </a:cubicBezTo>
                  <a:cubicBezTo>
                    <a:pt x="-4382" y="51488"/>
                    <a:pt x="-3430" y="25932"/>
                    <a:pt x="12882" y="10775"/>
                  </a:cubicBezTo>
                  <a:cubicBezTo>
                    <a:pt x="29194" y="-4381"/>
                    <a:pt x="54751" y="-3430"/>
                    <a:pt x="69907" y="12882"/>
                  </a:cubicBezTo>
                  <a:cubicBezTo>
                    <a:pt x="85065" y="29229"/>
                    <a:pt x="84113" y="54751"/>
                    <a:pt x="67801" y="699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30">
              <a:extLst>
                <a:ext uri="{FF2B5EF4-FFF2-40B4-BE49-F238E27FC236}">
                  <a16:creationId xmlns:a16="http://schemas.microsoft.com/office/drawing/2014/main" id="{360D7126-70E4-CCC8-2AF2-90305550F06B}"/>
                </a:ext>
              </a:extLst>
            </p:cNvPr>
            <p:cNvSpPr/>
            <p:nvPr/>
          </p:nvSpPr>
          <p:spPr>
            <a:xfrm>
              <a:off x="7577226" y="3998731"/>
              <a:ext cx="139844" cy="148884"/>
            </a:xfrm>
            <a:custGeom>
              <a:avLst/>
              <a:gdLst/>
              <a:ahLst/>
              <a:cxnLst/>
              <a:rect l="l" t="t" r="r" b="b"/>
              <a:pathLst>
                <a:path w="139844" h="148884" extrusionOk="0">
                  <a:moveTo>
                    <a:pt x="0" y="43874"/>
                  </a:moveTo>
                  <a:lnTo>
                    <a:pt x="50025" y="0"/>
                  </a:lnTo>
                  <a:lnTo>
                    <a:pt x="139844" y="127509"/>
                  </a:lnTo>
                  <a:lnTo>
                    <a:pt x="115478" y="148885"/>
                  </a:lnTo>
                  <a:lnTo>
                    <a:pt x="0" y="43874"/>
                  </a:lnTo>
                  <a:lnTo>
                    <a:pt x="0" y="43874"/>
                  </a:lnTo>
                  <a:close/>
                  <a:moveTo>
                    <a:pt x="94917" y="101884"/>
                  </a:moveTo>
                  <a:lnTo>
                    <a:pt x="94917" y="101884"/>
                  </a:lnTo>
                  <a:cubicBezTo>
                    <a:pt x="97500" y="99709"/>
                    <a:pt x="97772" y="95802"/>
                    <a:pt x="95564" y="93253"/>
                  </a:cubicBezTo>
                  <a:lnTo>
                    <a:pt x="60322" y="52234"/>
                  </a:lnTo>
                  <a:cubicBezTo>
                    <a:pt x="58113" y="49685"/>
                    <a:pt x="54239" y="49379"/>
                    <a:pt x="51656" y="51588"/>
                  </a:cubicBezTo>
                  <a:lnTo>
                    <a:pt x="51656" y="51588"/>
                  </a:lnTo>
                  <a:cubicBezTo>
                    <a:pt x="49107" y="53797"/>
                    <a:pt x="48802" y="57671"/>
                    <a:pt x="51010" y="60220"/>
                  </a:cubicBezTo>
                  <a:lnTo>
                    <a:pt x="86252" y="101239"/>
                  </a:lnTo>
                  <a:cubicBezTo>
                    <a:pt x="88427" y="103788"/>
                    <a:pt x="92335" y="104093"/>
                    <a:pt x="94883" y="1018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8" name="Google Shape;1398;p30">
              <a:extLst>
                <a:ext uri="{FF2B5EF4-FFF2-40B4-BE49-F238E27FC236}">
                  <a16:creationId xmlns:a16="http://schemas.microsoft.com/office/drawing/2014/main" id="{B36AD19C-B29F-C4EF-2422-1C19B6B61411}"/>
                </a:ext>
              </a:extLst>
            </p:cNvPr>
            <p:cNvSpPr/>
            <p:nvPr/>
          </p:nvSpPr>
          <p:spPr>
            <a:xfrm>
              <a:off x="7878257" y="3997576"/>
              <a:ext cx="139844" cy="148884"/>
            </a:xfrm>
            <a:custGeom>
              <a:avLst/>
              <a:gdLst/>
              <a:ahLst/>
              <a:cxnLst/>
              <a:rect l="l" t="t" r="r" b="b"/>
              <a:pathLst>
                <a:path w="139844" h="148884" extrusionOk="0">
                  <a:moveTo>
                    <a:pt x="139844" y="43874"/>
                  </a:moveTo>
                  <a:lnTo>
                    <a:pt x="89820" y="0"/>
                  </a:lnTo>
                  <a:lnTo>
                    <a:pt x="0" y="127509"/>
                  </a:lnTo>
                  <a:lnTo>
                    <a:pt x="24366" y="148884"/>
                  </a:lnTo>
                  <a:lnTo>
                    <a:pt x="139844" y="43874"/>
                  </a:lnTo>
                  <a:lnTo>
                    <a:pt x="139844" y="43874"/>
                  </a:lnTo>
                  <a:close/>
                  <a:moveTo>
                    <a:pt x="44927" y="101884"/>
                  </a:moveTo>
                  <a:lnTo>
                    <a:pt x="44927" y="101884"/>
                  </a:lnTo>
                  <a:cubicBezTo>
                    <a:pt x="42378" y="99709"/>
                    <a:pt x="42072" y="95801"/>
                    <a:pt x="44281" y="93252"/>
                  </a:cubicBezTo>
                  <a:lnTo>
                    <a:pt x="79523" y="52268"/>
                  </a:lnTo>
                  <a:cubicBezTo>
                    <a:pt x="81732" y="49685"/>
                    <a:pt x="85606" y="49413"/>
                    <a:pt x="88155" y="51622"/>
                  </a:cubicBezTo>
                  <a:lnTo>
                    <a:pt x="88155" y="51622"/>
                  </a:lnTo>
                  <a:cubicBezTo>
                    <a:pt x="90703" y="53831"/>
                    <a:pt x="91010" y="57705"/>
                    <a:pt x="88800" y="60254"/>
                  </a:cubicBezTo>
                  <a:lnTo>
                    <a:pt x="53559" y="101273"/>
                  </a:lnTo>
                  <a:cubicBezTo>
                    <a:pt x="51350" y="103821"/>
                    <a:pt x="47476" y="104127"/>
                    <a:pt x="44893" y="1019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9" name="Google Shape;1399;p30">
              <a:extLst>
                <a:ext uri="{FF2B5EF4-FFF2-40B4-BE49-F238E27FC236}">
                  <a16:creationId xmlns:a16="http://schemas.microsoft.com/office/drawing/2014/main" id="{17201C67-5EFA-DEED-7A4F-735474E26495}"/>
                </a:ext>
              </a:extLst>
            </p:cNvPr>
            <p:cNvSpPr/>
            <p:nvPr/>
          </p:nvSpPr>
          <p:spPr>
            <a:xfrm>
              <a:off x="7569444" y="3987823"/>
              <a:ext cx="66646" cy="66675"/>
            </a:xfrm>
            <a:custGeom>
              <a:avLst/>
              <a:gdLst/>
              <a:ahLst/>
              <a:cxnLst/>
              <a:rect l="l" t="t" r="r" b="b"/>
              <a:pathLst>
                <a:path w="66646" h="66675" extrusionOk="0">
                  <a:moveTo>
                    <a:pt x="55291" y="58384"/>
                  </a:moveTo>
                  <a:cubicBezTo>
                    <a:pt x="69123" y="46252"/>
                    <a:pt x="70516" y="25182"/>
                    <a:pt x="58384" y="11350"/>
                  </a:cubicBezTo>
                  <a:cubicBezTo>
                    <a:pt x="46252" y="-2482"/>
                    <a:pt x="25182" y="-3875"/>
                    <a:pt x="11350" y="8291"/>
                  </a:cubicBezTo>
                  <a:cubicBezTo>
                    <a:pt x="-2482" y="20424"/>
                    <a:pt x="-3875" y="41494"/>
                    <a:pt x="8291" y="55325"/>
                  </a:cubicBezTo>
                  <a:cubicBezTo>
                    <a:pt x="20424" y="69157"/>
                    <a:pt x="41494" y="70550"/>
                    <a:pt x="55325" y="58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30">
              <a:extLst>
                <a:ext uri="{FF2B5EF4-FFF2-40B4-BE49-F238E27FC236}">
                  <a16:creationId xmlns:a16="http://schemas.microsoft.com/office/drawing/2014/main" id="{419D9248-8033-7EAC-B6DF-A009E36562B2}"/>
                </a:ext>
              </a:extLst>
            </p:cNvPr>
            <p:cNvSpPr/>
            <p:nvPr/>
          </p:nvSpPr>
          <p:spPr>
            <a:xfrm>
              <a:off x="7959242" y="3986668"/>
              <a:ext cx="66675" cy="66680"/>
            </a:xfrm>
            <a:custGeom>
              <a:avLst/>
              <a:gdLst/>
              <a:ahLst/>
              <a:cxnLst/>
              <a:rect l="l" t="t" r="r" b="b"/>
              <a:pathLst>
                <a:path w="66675" h="66680" extrusionOk="0">
                  <a:moveTo>
                    <a:pt x="55325" y="58384"/>
                  </a:moveTo>
                  <a:cubicBezTo>
                    <a:pt x="69157" y="46252"/>
                    <a:pt x="70550" y="25181"/>
                    <a:pt x="58384" y="11350"/>
                  </a:cubicBezTo>
                  <a:cubicBezTo>
                    <a:pt x="46252" y="-2482"/>
                    <a:pt x="25182" y="-3875"/>
                    <a:pt x="11350" y="8291"/>
                  </a:cubicBezTo>
                  <a:cubicBezTo>
                    <a:pt x="-2482" y="20423"/>
                    <a:pt x="-3875" y="41494"/>
                    <a:pt x="8292" y="55325"/>
                  </a:cubicBezTo>
                  <a:cubicBezTo>
                    <a:pt x="20423" y="69157"/>
                    <a:pt x="41494" y="70550"/>
                    <a:pt x="55325" y="584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1401;p30">
              <a:extLst>
                <a:ext uri="{FF2B5EF4-FFF2-40B4-BE49-F238E27FC236}">
                  <a16:creationId xmlns:a16="http://schemas.microsoft.com/office/drawing/2014/main" id="{08AB3BC9-B944-2856-501E-40C70D425B19}"/>
                </a:ext>
              </a:extLst>
            </p:cNvPr>
            <p:cNvSpPr/>
            <p:nvPr/>
          </p:nvSpPr>
          <p:spPr>
            <a:xfrm>
              <a:off x="7693791" y="3864562"/>
              <a:ext cx="206598" cy="49514"/>
            </a:xfrm>
            <a:custGeom>
              <a:avLst/>
              <a:gdLst/>
              <a:ahLst/>
              <a:cxnLst/>
              <a:rect l="l" t="t" r="r" b="b"/>
              <a:pathLst>
                <a:path w="206598" h="49514" extrusionOk="0">
                  <a:moveTo>
                    <a:pt x="22939" y="0"/>
                  </a:moveTo>
                  <a:lnTo>
                    <a:pt x="183684" y="0"/>
                  </a:lnTo>
                  <a:cubicBezTo>
                    <a:pt x="214236" y="0"/>
                    <a:pt x="214236" y="49515"/>
                    <a:pt x="183684" y="49515"/>
                  </a:cubicBezTo>
                  <a:lnTo>
                    <a:pt x="22939" y="49515"/>
                  </a:lnTo>
                  <a:cubicBezTo>
                    <a:pt x="-7646" y="49515"/>
                    <a:pt x="-7646" y="0"/>
                    <a:pt x="229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30">
              <a:extLst>
                <a:ext uri="{FF2B5EF4-FFF2-40B4-BE49-F238E27FC236}">
                  <a16:creationId xmlns:a16="http://schemas.microsoft.com/office/drawing/2014/main" id="{228108A9-F255-5270-AD0B-805B56FA717A}"/>
                </a:ext>
              </a:extLst>
            </p:cNvPr>
            <p:cNvSpPr/>
            <p:nvPr/>
          </p:nvSpPr>
          <p:spPr>
            <a:xfrm>
              <a:off x="7696544" y="4116996"/>
              <a:ext cx="77585" cy="32556"/>
            </a:xfrm>
            <a:custGeom>
              <a:avLst/>
              <a:gdLst/>
              <a:ahLst/>
              <a:cxnLst/>
              <a:rect l="l" t="t" r="r" b="b"/>
              <a:pathLst>
                <a:path w="77585" h="32556" extrusionOk="0">
                  <a:moveTo>
                    <a:pt x="0" y="32557"/>
                  </a:moveTo>
                  <a:lnTo>
                    <a:pt x="2447" y="0"/>
                  </a:lnTo>
                  <a:lnTo>
                    <a:pt x="77585" y="20526"/>
                  </a:lnTo>
                  <a:lnTo>
                    <a:pt x="77314" y="24468"/>
                  </a:lnTo>
                  <a:lnTo>
                    <a:pt x="0" y="3255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30">
              <a:extLst>
                <a:ext uri="{FF2B5EF4-FFF2-40B4-BE49-F238E27FC236}">
                  <a16:creationId xmlns:a16="http://schemas.microsoft.com/office/drawing/2014/main" id="{60A5175D-C214-14D7-4F3F-44A9E48AE1BD}"/>
                </a:ext>
              </a:extLst>
            </p:cNvPr>
            <p:cNvSpPr/>
            <p:nvPr/>
          </p:nvSpPr>
          <p:spPr>
            <a:xfrm>
              <a:off x="7821198" y="4115840"/>
              <a:ext cx="77620" cy="32523"/>
            </a:xfrm>
            <a:custGeom>
              <a:avLst/>
              <a:gdLst/>
              <a:ahLst/>
              <a:cxnLst/>
              <a:rect l="l" t="t" r="r" b="b"/>
              <a:pathLst>
                <a:path w="77620" h="32523" extrusionOk="0">
                  <a:moveTo>
                    <a:pt x="77620" y="32523"/>
                  </a:moveTo>
                  <a:lnTo>
                    <a:pt x="75172" y="0"/>
                  </a:lnTo>
                  <a:lnTo>
                    <a:pt x="0" y="20493"/>
                  </a:lnTo>
                  <a:lnTo>
                    <a:pt x="306" y="24435"/>
                  </a:lnTo>
                  <a:lnTo>
                    <a:pt x="77620" y="3252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30">
              <a:extLst>
                <a:ext uri="{FF2B5EF4-FFF2-40B4-BE49-F238E27FC236}">
                  <a16:creationId xmlns:a16="http://schemas.microsoft.com/office/drawing/2014/main" id="{BC8C0002-F097-9211-DA02-DD89B1376829}"/>
                </a:ext>
              </a:extLst>
            </p:cNvPr>
            <p:cNvSpPr/>
            <p:nvPr/>
          </p:nvSpPr>
          <p:spPr>
            <a:xfrm>
              <a:off x="7670017" y="4095145"/>
              <a:ext cx="66633" cy="66675"/>
            </a:xfrm>
            <a:custGeom>
              <a:avLst/>
              <a:gdLst/>
              <a:ahLst/>
              <a:cxnLst/>
              <a:rect l="l" t="t" r="r" b="b"/>
              <a:pathLst>
                <a:path w="66633" h="66675" extrusionOk="0">
                  <a:moveTo>
                    <a:pt x="55278" y="58384"/>
                  </a:moveTo>
                  <a:cubicBezTo>
                    <a:pt x="69110" y="46252"/>
                    <a:pt x="70503" y="25182"/>
                    <a:pt x="58370" y="11350"/>
                  </a:cubicBezTo>
                  <a:cubicBezTo>
                    <a:pt x="46238" y="-2482"/>
                    <a:pt x="25168" y="-3875"/>
                    <a:pt x="11337" y="8291"/>
                  </a:cubicBezTo>
                  <a:cubicBezTo>
                    <a:pt x="-2495" y="20424"/>
                    <a:pt x="-3855" y="41494"/>
                    <a:pt x="8278" y="55325"/>
                  </a:cubicBezTo>
                  <a:cubicBezTo>
                    <a:pt x="20410" y="69157"/>
                    <a:pt x="41480" y="70550"/>
                    <a:pt x="55278" y="583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30">
              <a:extLst>
                <a:ext uri="{FF2B5EF4-FFF2-40B4-BE49-F238E27FC236}">
                  <a16:creationId xmlns:a16="http://schemas.microsoft.com/office/drawing/2014/main" id="{667995E0-8FEC-0272-D0B1-1C002FEC018B}"/>
                </a:ext>
              </a:extLst>
            </p:cNvPr>
            <p:cNvSpPr/>
            <p:nvPr/>
          </p:nvSpPr>
          <p:spPr>
            <a:xfrm>
              <a:off x="7858678" y="4093955"/>
              <a:ext cx="66646" cy="66680"/>
            </a:xfrm>
            <a:custGeom>
              <a:avLst/>
              <a:gdLst/>
              <a:ahLst/>
              <a:cxnLst/>
              <a:rect l="l" t="t" r="r" b="b"/>
              <a:pathLst>
                <a:path w="66646" h="66680" extrusionOk="0">
                  <a:moveTo>
                    <a:pt x="11355" y="58384"/>
                  </a:moveTo>
                  <a:cubicBezTo>
                    <a:pt x="-2476" y="46252"/>
                    <a:pt x="-3870" y="25182"/>
                    <a:pt x="8263" y="11350"/>
                  </a:cubicBezTo>
                  <a:cubicBezTo>
                    <a:pt x="20395" y="-2482"/>
                    <a:pt x="41465" y="-3875"/>
                    <a:pt x="55297" y="8291"/>
                  </a:cubicBezTo>
                  <a:cubicBezTo>
                    <a:pt x="69128" y="20424"/>
                    <a:pt x="70522" y="41494"/>
                    <a:pt x="58355" y="55325"/>
                  </a:cubicBezTo>
                  <a:cubicBezTo>
                    <a:pt x="46223" y="69157"/>
                    <a:pt x="25153" y="70550"/>
                    <a:pt x="11321" y="584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30">
              <a:extLst>
                <a:ext uri="{FF2B5EF4-FFF2-40B4-BE49-F238E27FC236}">
                  <a16:creationId xmlns:a16="http://schemas.microsoft.com/office/drawing/2014/main" id="{E5BECA91-81E4-6917-3147-8F7BF1E3FE37}"/>
                </a:ext>
              </a:extLst>
            </p:cNvPr>
            <p:cNvSpPr/>
            <p:nvPr/>
          </p:nvSpPr>
          <p:spPr>
            <a:xfrm>
              <a:off x="7582799" y="4001246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8" y="39897"/>
                  </a:moveTo>
                  <a:cubicBezTo>
                    <a:pt x="30959" y="39897"/>
                    <a:pt x="39897" y="30925"/>
                    <a:pt x="39897" y="19949"/>
                  </a:cubicBezTo>
                  <a:cubicBezTo>
                    <a:pt x="39897" y="8972"/>
                    <a:pt x="30925" y="0"/>
                    <a:pt x="19948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5"/>
                    <a:pt x="8971" y="39897"/>
                    <a:pt x="19948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1407;p30">
              <a:extLst>
                <a:ext uri="{FF2B5EF4-FFF2-40B4-BE49-F238E27FC236}">
                  <a16:creationId xmlns:a16="http://schemas.microsoft.com/office/drawing/2014/main" id="{9B2B6155-4D80-ED77-785E-7F01C64C7E68}"/>
                </a:ext>
              </a:extLst>
            </p:cNvPr>
            <p:cNvSpPr/>
            <p:nvPr/>
          </p:nvSpPr>
          <p:spPr>
            <a:xfrm>
              <a:off x="7972631" y="4000056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8" y="39897"/>
                  </a:moveTo>
                  <a:cubicBezTo>
                    <a:pt x="30959" y="39897"/>
                    <a:pt x="39897" y="30925"/>
                    <a:pt x="39897" y="19949"/>
                  </a:cubicBezTo>
                  <a:cubicBezTo>
                    <a:pt x="39897" y="8972"/>
                    <a:pt x="30925" y="0"/>
                    <a:pt x="19948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5"/>
                    <a:pt x="8971" y="39897"/>
                    <a:pt x="19948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30">
              <a:extLst>
                <a:ext uri="{FF2B5EF4-FFF2-40B4-BE49-F238E27FC236}">
                  <a16:creationId xmlns:a16="http://schemas.microsoft.com/office/drawing/2014/main" id="{296A4C8A-E358-4D0C-AAFB-FD99F74D0E06}"/>
                </a:ext>
              </a:extLst>
            </p:cNvPr>
            <p:cNvSpPr/>
            <p:nvPr/>
          </p:nvSpPr>
          <p:spPr>
            <a:xfrm>
              <a:off x="7592212" y="4010625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1" y="16347"/>
                    <a:pt x="21071" y="10535"/>
                  </a:cubicBezTo>
                  <a:cubicBezTo>
                    <a:pt x="21071" y="4724"/>
                    <a:pt x="16347" y="0"/>
                    <a:pt x="10535" y="0"/>
                  </a:cubicBezTo>
                  <a:cubicBezTo>
                    <a:pt x="4724" y="0"/>
                    <a:pt x="0" y="4724"/>
                    <a:pt x="0" y="10535"/>
                  </a:cubicBezTo>
                  <a:cubicBezTo>
                    <a:pt x="0" y="16347"/>
                    <a:pt x="4724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1409;p30">
              <a:extLst>
                <a:ext uri="{FF2B5EF4-FFF2-40B4-BE49-F238E27FC236}">
                  <a16:creationId xmlns:a16="http://schemas.microsoft.com/office/drawing/2014/main" id="{DAC55ADE-0CBD-8624-A583-CED255B7B845}"/>
                </a:ext>
              </a:extLst>
            </p:cNvPr>
            <p:cNvSpPr/>
            <p:nvPr/>
          </p:nvSpPr>
          <p:spPr>
            <a:xfrm>
              <a:off x="7982045" y="4009470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6" y="21070"/>
                    <a:pt x="21070" y="16346"/>
                    <a:pt x="21070" y="10535"/>
                  </a:cubicBezTo>
                  <a:cubicBezTo>
                    <a:pt x="21070" y="4724"/>
                    <a:pt x="16346" y="0"/>
                    <a:pt x="10535" y="0"/>
                  </a:cubicBezTo>
                  <a:cubicBezTo>
                    <a:pt x="4723" y="0"/>
                    <a:pt x="0" y="4724"/>
                    <a:pt x="0" y="10535"/>
                  </a:cubicBezTo>
                  <a:cubicBezTo>
                    <a:pt x="0" y="16346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1410;p30">
              <a:extLst>
                <a:ext uri="{FF2B5EF4-FFF2-40B4-BE49-F238E27FC236}">
                  <a16:creationId xmlns:a16="http://schemas.microsoft.com/office/drawing/2014/main" id="{362FFB63-D81F-3BCD-4DB4-2BF77DC59CB8}"/>
                </a:ext>
              </a:extLst>
            </p:cNvPr>
            <p:cNvSpPr/>
            <p:nvPr/>
          </p:nvSpPr>
          <p:spPr>
            <a:xfrm>
              <a:off x="7683392" y="4108534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9" y="39897"/>
                  </a:moveTo>
                  <a:cubicBezTo>
                    <a:pt x="30926" y="39897"/>
                    <a:pt x="39897" y="30925"/>
                    <a:pt x="39897" y="19949"/>
                  </a:cubicBezTo>
                  <a:cubicBezTo>
                    <a:pt x="39897" y="8972"/>
                    <a:pt x="30926" y="0"/>
                    <a:pt x="19949" y="0"/>
                  </a:cubicBezTo>
                  <a:cubicBezTo>
                    <a:pt x="8972" y="0"/>
                    <a:pt x="0" y="8972"/>
                    <a:pt x="0" y="19949"/>
                  </a:cubicBezTo>
                  <a:cubicBezTo>
                    <a:pt x="0" y="30925"/>
                    <a:pt x="8972" y="39897"/>
                    <a:pt x="19949" y="398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30">
              <a:extLst>
                <a:ext uri="{FF2B5EF4-FFF2-40B4-BE49-F238E27FC236}">
                  <a16:creationId xmlns:a16="http://schemas.microsoft.com/office/drawing/2014/main" id="{E6D14347-B40E-AF8E-357D-99CFC18DB839}"/>
                </a:ext>
              </a:extLst>
            </p:cNvPr>
            <p:cNvSpPr/>
            <p:nvPr/>
          </p:nvSpPr>
          <p:spPr>
            <a:xfrm>
              <a:off x="7872072" y="4107344"/>
              <a:ext cx="39897" cy="39897"/>
            </a:xfrm>
            <a:custGeom>
              <a:avLst/>
              <a:gdLst/>
              <a:ahLst/>
              <a:cxnLst/>
              <a:rect l="l" t="t" r="r" b="b"/>
              <a:pathLst>
                <a:path w="39897" h="39897" extrusionOk="0">
                  <a:moveTo>
                    <a:pt x="19949" y="39898"/>
                  </a:moveTo>
                  <a:cubicBezTo>
                    <a:pt x="30926" y="39898"/>
                    <a:pt x="39897" y="30926"/>
                    <a:pt x="39897" y="19949"/>
                  </a:cubicBezTo>
                  <a:cubicBezTo>
                    <a:pt x="39897" y="8972"/>
                    <a:pt x="30926" y="0"/>
                    <a:pt x="19949" y="0"/>
                  </a:cubicBezTo>
                  <a:cubicBezTo>
                    <a:pt x="8971" y="0"/>
                    <a:pt x="0" y="8972"/>
                    <a:pt x="0" y="19949"/>
                  </a:cubicBezTo>
                  <a:cubicBezTo>
                    <a:pt x="0" y="30926"/>
                    <a:pt x="8971" y="39898"/>
                    <a:pt x="19949" y="398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30">
              <a:extLst>
                <a:ext uri="{FF2B5EF4-FFF2-40B4-BE49-F238E27FC236}">
                  <a16:creationId xmlns:a16="http://schemas.microsoft.com/office/drawing/2014/main" id="{60FB71E9-E960-DB1B-E6DD-5EA09A4143DD}"/>
                </a:ext>
              </a:extLst>
            </p:cNvPr>
            <p:cNvSpPr/>
            <p:nvPr/>
          </p:nvSpPr>
          <p:spPr>
            <a:xfrm>
              <a:off x="7692806" y="4117947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0" y="16347"/>
                    <a:pt x="21070" y="10535"/>
                  </a:cubicBezTo>
                  <a:cubicBezTo>
                    <a:pt x="21070" y="4724"/>
                    <a:pt x="16313" y="0"/>
                    <a:pt x="10535" y="0"/>
                  </a:cubicBezTo>
                  <a:cubicBezTo>
                    <a:pt x="4757" y="0"/>
                    <a:pt x="0" y="4724"/>
                    <a:pt x="0" y="10535"/>
                  </a:cubicBezTo>
                  <a:cubicBezTo>
                    <a:pt x="0" y="16347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30">
              <a:extLst>
                <a:ext uri="{FF2B5EF4-FFF2-40B4-BE49-F238E27FC236}">
                  <a16:creationId xmlns:a16="http://schemas.microsoft.com/office/drawing/2014/main" id="{D7D0829C-47DD-FD09-A5A0-93ABC323FC83}"/>
                </a:ext>
              </a:extLst>
            </p:cNvPr>
            <p:cNvSpPr/>
            <p:nvPr/>
          </p:nvSpPr>
          <p:spPr>
            <a:xfrm>
              <a:off x="7881486" y="4116758"/>
              <a:ext cx="21070" cy="21070"/>
            </a:xfrm>
            <a:custGeom>
              <a:avLst/>
              <a:gdLst/>
              <a:ahLst/>
              <a:cxnLst/>
              <a:rect l="l" t="t" r="r" b="b"/>
              <a:pathLst>
                <a:path w="21070" h="21070" extrusionOk="0">
                  <a:moveTo>
                    <a:pt x="10535" y="21070"/>
                  </a:moveTo>
                  <a:cubicBezTo>
                    <a:pt x="16347" y="21070"/>
                    <a:pt x="21070" y="16347"/>
                    <a:pt x="21070" y="10535"/>
                  </a:cubicBezTo>
                  <a:cubicBezTo>
                    <a:pt x="21070" y="4724"/>
                    <a:pt x="16347" y="0"/>
                    <a:pt x="10535" y="0"/>
                  </a:cubicBezTo>
                  <a:cubicBezTo>
                    <a:pt x="4723" y="0"/>
                    <a:pt x="0" y="4724"/>
                    <a:pt x="0" y="10535"/>
                  </a:cubicBezTo>
                  <a:cubicBezTo>
                    <a:pt x="0" y="16347"/>
                    <a:pt x="4723" y="21070"/>
                    <a:pt x="10535" y="21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30">
              <a:extLst>
                <a:ext uri="{FF2B5EF4-FFF2-40B4-BE49-F238E27FC236}">
                  <a16:creationId xmlns:a16="http://schemas.microsoft.com/office/drawing/2014/main" id="{CAF4F8C1-995F-772C-A01B-09922468DAB1}"/>
                </a:ext>
              </a:extLst>
            </p:cNvPr>
            <p:cNvSpPr/>
            <p:nvPr/>
          </p:nvSpPr>
          <p:spPr>
            <a:xfrm>
              <a:off x="7702695" y="3872106"/>
              <a:ext cx="34494" cy="34459"/>
            </a:xfrm>
            <a:custGeom>
              <a:avLst/>
              <a:gdLst/>
              <a:ahLst/>
              <a:cxnLst/>
              <a:rect l="l" t="t" r="r" b="b"/>
              <a:pathLst>
                <a:path w="34494" h="34459" extrusionOk="0">
                  <a:moveTo>
                    <a:pt x="17264" y="34460"/>
                  </a:moveTo>
                  <a:cubicBezTo>
                    <a:pt x="26746" y="34460"/>
                    <a:pt x="34494" y="26711"/>
                    <a:pt x="34494" y="17230"/>
                  </a:cubicBezTo>
                  <a:cubicBezTo>
                    <a:pt x="34494" y="7748"/>
                    <a:pt x="26746" y="0"/>
                    <a:pt x="17264" y="0"/>
                  </a:cubicBezTo>
                  <a:cubicBezTo>
                    <a:pt x="7783" y="0"/>
                    <a:pt x="0" y="7748"/>
                    <a:pt x="0" y="17230"/>
                  </a:cubicBezTo>
                  <a:cubicBezTo>
                    <a:pt x="0" y="26711"/>
                    <a:pt x="7748" y="34460"/>
                    <a:pt x="17264" y="34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30">
              <a:extLst>
                <a:ext uri="{FF2B5EF4-FFF2-40B4-BE49-F238E27FC236}">
                  <a16:creationId xmlns:a16="http://schemas.microsoft.com/office/drawing/2014/main" id="{4D6A3279-AE02-A157-649B-129DBC496DAA}"/>
                </a:ext>
              </a:extLst>
            </p:cNvPr>
            <p:cNvSpPr/>
            <p:nvPr/>
          </p:nvSpPr>
          <p:spPr>
            <a:xfrm>
              <a:off x="7858172" y="3870917"/>
              <a:ext cx="34460" cy="34459"/>
            </a:xfrm>
            <a:custGeom>
              <a:avLst/>
              <a:gdLst/>
              <a:ahLst/>
              <a:cxnLst/>
              <a:rect l="l" t="t" r="r" b="b"/>
              <a:pathLst>
                <a:path w="34460" h="34459" extrusionOk="0">
                  <a:moveTo>
                    <a:pt x="17230" y="34460"/>
                  </a:moveTo>
                  <a:cubicBezTo>
                    <a:pt x="26746" y="34460"/>
                    <a:pt x="34460" y="26711"/>
                    <a:pt x="34460" y="17230"/>
                  </a:cubicBezTo>
                  <a:cubicBezTo>
                    <a:pt x="34460" y="7748"/>
                    <a:pt x="26712" y="0"/>
                    <a:pt x="17230" y="0"/>
                  </a:cubicBezTo>
                  <a:cubicBezTo>
                    <a:pt x="7748" y="0"/>
                    <a:pt x="0" y="7748"/>
                    <a:pt x="0" y="17230"/>
                  </a:cubicBezTo>
                  <a:cubicBezTo>
                    <a:pt x="0" y="26711"/>
                    <a:pt x="7748" y="34460"/>
                    <a:pt x="17230" y="34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30">
              <a:extLst>
                <a:ext uri="{FF2B5EF4-FFF2-40B4-BE49-F238E27FC236}">
                  <a16:creationId xmlns:a16="http://schemas.microsoft.com/office/drawing/2014/main" id="{669866E6-A2E7-7453-D2F7-2A4667A790EB}"/>
                </a:ext>
              </a:extLst>
            </p:cNvPr>
            <p:cNvSpPr/>
            <p:nvPr/>
          </p:nvSpPr>
          <p:spPr>
            <a:xfrm>
              <a:off x="7711772" y="3880384"/>
              <a:ext cx="16509" cy="16544"/>
            </a:xfrm>
            <a:custGeom>
              <a:avLst/>
              <a:gdLst/>
              <a:ahLst/>
              <a:cxnLst/>
              <a:rect l="l" t="t" r="r" b="b"/>
              <a:pathLst>
                <a:path w="16509" h="16544" extrusionOk="0">
                  <a:moveTo>
                    <a:pt x="2614" y="14321"/>
                  </a:moveTo>
                  <a:cubicBezTo>
                    <a:pt x="5944" y="17448"/>
                    <a:pt x="11178" y="17244"/>
                    <a:pt x="14304" y="13913"/>
                  </a:cubicBezTo>
                  <a:cubicBezTo>
                    <a:pt x="17396" y="10583"/>
                    <a:pt x="17226" y="5349"/>
                    <a:pt x="13862" y="2223"/>
                  </a:cubicBezTo>
                  <a:cubicBezTo>
                    <a:pt x="10532" y="-904"/>
                    <a:pt x="5298" y="-700"/>
                    <a:pt x="2206" y="2631"/>
                  </a:cubicBezTo>
                  <a:cubicBezTo>
                    <a:pt x="-887" y="5961"/>
                    <a:pt x="-717" y="11195"/>
                    <a:pt x="2648" y="143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30">
              <a:extLst>
                <a:ext uri="{FF2B5EF4-FFF2-40B4-BE49-F238E27FC236}">
                  <a16:creationId xmlns:a16="http://schemas.microsoft.com/office/drawing/2014/main" id="{3924A4A4-4137-33D9-4B7F-CBFAE7ECF3EC}"/>
                </a:ext>
              </a:extLst>
            </p:cNvPr>
            <p:cNvSpPr/>
            <p:nvPr/>
          </p:nvSpPr>
          <p:spPr>
            <a:xfrm>
              <a:off x="7867079" y="3879195"/>
              <a:ext cx="16557" cy="16544"/>
            </a:xfrm>
            <a:custGeom>
              <a:avLst/>
              <a:gdLst/>
              <a:ahLst/>
              <a:cxnLst/>
              <a:rect l="l" t="t" r="r" b="b"/>
              <a:pathLst>
                <a:path w="16557" h="16544" extrusionOk="0">
                  <a:moveTo>
                    <a:pt x="13897" y="14321"/>
                  </a:moveTo>
                  <a:cubicBezTo>
                    <a:pt x="10566" y="17448"/>
                    <a:pt x="5333" y="17244"/>
                    <a:pt x="2206" y="13914"/>
                  </a:cubicBezTo>
                  <a:cubicBezTo>
                    <a:pt x="-887" y="10583"/>
                    <a:pt x="-717" y="5349"/>
                    <a:pt x="2648" y="2223"/>
                  </a:cubicBezTo>
                  <a:cubicBezTo>
                    <a:pt x="5978" y="-904"/>
                    <a:pt x="11212" y="-700"/>
                    <a:pt x="14338" y="2631"/>
                  </a:cubicBezTo>
                  <a:cubicBezTo>
                    <a:pt x="17464" y="5961"/>
                    <a:pt x="17261" y="11195"/>
                    <a:pt x="13897" y="143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9633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31"/>
          <p:cNvSpPr txBox="1">
            <a:spLocks noGrp="1"/>
          </p:cNvSpPr>
          <p:nvPr>
            <p:ph type="title"/>
          </p:nvPr>
        </p:nvSpPr>
        <p:spPr>
          <a:xfrm>
            <a:off x="360000" y="386674"/>
            <a:ext cx="84240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514350" indent="-514350">
              <a:buClr>
                <a:schemeClr val="accent2">
                  <a:lumMod val="50000"/>
                </a:schemeClr>
              </a:buClr>
              <a:buFont typeface="+mj-lt"/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Strong Growth - Sessions &amp; Orders by Quarter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A6D9294-03BD-D11E-080E-ED432B6147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6"/>
          <a:stretch>
            <a:fillRect/>
          </a:stretch>
        </p:blipFill>
        <p:spPr>
          <a:xfrm>
            <a:off x="4582447" y="1390331"/>
            <a:ext cx="4201553" cy="275310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4BEE95E5-5792-E0E9-F88D-CFB6C4FFB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0" y="1343748"/>
            <a:ext cx="3976914" cy="3646126"/>
          </a:xfrm>
        </p:spPr>
        <p:txBody>
          <a:bodyPr/>
          <a:lstStyle/>
          <a:p>
            <a:pPr marL="4826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Q2 2012 — </a:t>
            </a:r>
            <a:r>
              <a:rPr lang="en-US" b="1" dirty="0"/>
              <a:t>lander-1</a:t>
            </a:r>
            <a:r>
              <a:rPr lang="en-US" dirty="0"/>
              <a:t> landing page test drove first session spike.</a:t>
            </a:r>
          </a:p>
          <a:p>
            <a:pPr marL="482600" indent="-342900" algn="just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  <a:p>
            <a:pPr marL="4826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Q1 2013 — </a:t>
            </a:r>
            <a:r>
              <a:rPr lang="en-US" b="1" dirty="0"/>
              <a:t>Love Bear launch </a:t>
            </a:r>
            <a:r>
              <a:rPr lang="en-US" dirty="0"/>
              <a:t>added a second SKU, lifting order volume sharply. </a:t>
            </a:r>
          </a:p>
          <a:p>
            <a:pPr marL="482600" indent="-342900" algn="just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  <a:p>
            <a:pPr marL="4826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Q4 2013 — </a:t>
            </a:r>
            <a:r>
              <a:rPr lang="en-US" b="1" dirty="0"/>
              <a:t>Birthday Panda launch </a:t>
            </a:r>
            <a:r>
              <a:rPr lang="en-US" dirty="0"/>
              <a:t>pushed sessions and orders to new highs heading into 2014.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41"/>
          <p:cNvSpPr txBox="1">
            <a:spLocks noGrp="1"/>
          </p:cNvSpPr>
          <p:nvPr>
            <p:ph type="title"/>
          </p:nvPr>
        </p:nvSpPr>
        <p:spPr>
          <a:xfrm>
            <a:off x="207883" y="286221"/>
            <a:ext cx="8776743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514350" indent="-514350">
              <a:buClr>
                <a:schemeClr val="accent2">
                  <a:lumMod val="50000"/>
                </a:schemeClr>
              </a:buClr>
              <a:buFont typeface="+mj-lt"/>
              <a:buAutoNum type="arabicPeriod" startAt="2"/>
            </a:pPr>
            <a:r>
              <a:rPr lang="en-US" dirty="0">
                <a:solidFill>
                  <a:schemeClr val="bg2"/>
                </a:solidFill>
              </a:rPr>
              <a:t>Conversion &amp; Revenue Efficiency Improvements</a:t>
            </a:r>
            <a:endParaRPr dirty="0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CD20F3-FB01-95B7-FCE9-141213A453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5" b="2017"/>
          <a:stretch>
            <a:fillRect/>
          </a:stretch>
        </p:blipFill>
        <p:spPr>
          <a:xfrm>
            <a:off x="893499" y="3050333"/>
            <a:ext cx="3702756" cy="18385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17C3DC-5FFA-1F7D-F7E5-F9436117A0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74"/>
          <a:stretch>
            <a:fillRect/>
          </a:stretch>
        </p:blipFill>
        <p:spPr>
          <a:xfrm>
            <a:off x="4980088" y="1014386"/>
            <a:ext cx="3702756" cy="16759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98A9923-E976-5836-D30D-A5C0C2CAA65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50" t="2945" r="2678" b="4266"/>
          <a:stretch>
            <a:fillRect/>
          </a:stretch>
        </p:blipFill>
        <p:spPr>
          <a:xfrm>
            <a:off x="4787622" y="3050333"/>
            <a:ext cx="3702756" cy="18385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699C4A5-F982-D75D-397A-F706D78AF444}"/>
              </a:ext>
            </a:extLst>
          </p:cNvPr>
          <p:cNvSpPr txBox="1"/>
          <p:nvPr/>
        </p:nvSpPr>
        <p:spPr>
          <a:xfrm>
            <a:off x="461156" y="914121"/>
            <a:ext cx="4326466" cy="19949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just">
              <a:lnSpc>
                <a:spcPct val="150000"/>
              </a:lnSpc>
              <a:defRPr>
                <a:latin typeface="Montserrat" panose="00000500000000000000" pitchFamily="2" charset="0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b="1" dirty="0"/>
              <a:t>Revenue per session</a:t>
            </a:r>
            <a:r>
              <a:rPr lang="en-US" altLang="en-US" dirty="0"/>
              <a:t> increased from </a:t>
            </a:r>
            <a:r>
              <a:rPr lang="en-US" altLang="en-US" b="1" dirty="0"/>
              <a:t>$1.57 </a:t>
            </a:r>
            <a:r>
              <a:rPr lang="en-US" altLang="en-US" dirty="0"/>
              <a:t>in Q1 2012 to </a:t>
            </a:r>
            <a:r>
              <a:rPr lang="en-US" altLang="en-US" b="1" dirty="0"/>
              <a:t>$5.12 </a:t>
            </a:r>
            <a:r>
              <a:rPr lang="en-US" altLang="en-US" dirty="0"/>
              <a:t>in Q1 2015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b="1" dirty="0"/>
              <a:t>Revenue per order </a:t>
            </a:r>
            <a:r>
              <a:rPr lang="en-US" altLang="en-US" dirty="0"/>
              <a:t>increased from </a:t>
            </a:r>
            <a:r>
              <a:rPr lang="en-US" altLang="en-US" b="1" dirty="0"/>
              <a:t>$49.99 </a:t>
            </a:r>
            <a:r>
              <a:rPr lang="en-US" altLang="en-US" dirty="0"/>
              <a:t>in Q1 2012 to </a:t>
            </a:r>
            <a:r>
              <a:rPr lang="en-US" altLang="en-US" b="1" dirty="0"/>
              <a:t>$60.89 </a:t>
            </a:r>
            <a:r>
              <a:rPr lang="en-US" altLang="en-US" dirty="0"/>
              <a:t>in Q1 2015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en-US" b="1" dirty="0"/>
              <a:t>Conversion rate </a:t>
            </a:r>
            <a:r>
              <a:rPr lang="en-US" altLang="en-US" dirty="0"/>
              <a:t>improved from </a:t>
            </a:r>
            <a:r>
              <a:rPr lang="en-US" altLang="en-US" b="1" dirty="0"/>
              <a:t>3.14%</a:t>
            </a:r>
            <a:r>
              <a:rPr lang="en-US" altLang="en-US" dirty="0"/>
              <a:t> in Q1 2012 to </a:t>
            </a:r>
            <a:r>
              <a:rPr lang="en-US" altLang="en-US" b="1" dirty="0"/>
              <a:t>8.42%</a:t>
            </a:r>
            <a:r>
              <a:rPr lang="en-US" altLang="en-US" dirty="0"/>
              <a:t> in Q1 2015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5A353FF-E613-1665-C16F-2682E5F87605}"/>
              </a:ext>
            </a:extLst>
          </p:cNvPr>
          <p:cNvSpPr txBox="1"/>
          <p:nvPr/>
        </p:nvSpPr>
        <p:spPr>
          <a:xfrm>
            <a:off x="979311" y="1574297"/>
            <a:ext cx="7185378" cy="199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Montserrat" panose="00000500000000000000" pitchFamily="2" charset="0"/>
              </a:rPr>
              <a:t>At launch, we struggled with </a:t>
            </a:r>
            <a:r>
              <a:rPr lang="en-US" b="1" dirty="0">
                <a:latin typeface="Montserrat" panose="00000500000000000000" pitchFamily="2" charset="0"/>
              </a:rPr>
              <a:t>low</a:t>
            </a:r>
            <a:r>
              <a:rPr lang="en-US" dirty="0">
                <a:latin typeface="Montserrat" panose="00000500000000000000" pitchFamily="2" charset="0"/>
              </a:rPr>
              <a:t> conversion rates and </a:t>
            </a:r>
            <a:r>
              <a:rPr lang="en-US" b="1" dirty="0">
                <a:latin typeface="Montserrat" panose="00000500000000000000" pitchFamily="2" charset="0"/>
              </a:rPr>
              <a:t>minimal</a:t>
            </a:r>
            <a:r>
              <a:rPr lang="en-US" dirty="0">
                <a:latin typeface="Montserrat" panose="00000500000000000000" pitchFamily="2" charset="0"/>
              </a:rPr>
              <a:t> revenue per session.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Montserrat" panose="00000500000000000000" pitchFamily="2" charset="0"/>
              </a:rPr>
              <a:t>However, through continuous website testing specifically the landing and billing page optimizations.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Montserrat" panose="00000500000000000000" pitchFamily="2" charset="0"/>
              </a:rPr>
              <a:t>We have significantly improved our efficiency and consistently grown the value of every site visitor.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AAE350E0-929D-6EEF-C745-CE9ABCAF3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C87ED602-A8D9-8516-408D-07470690D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75732" y="-184666"/>
            <a:ext cx="7604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9" name="Google Shape;1600;p34">
            <a:extLst>
              <a:ext uri="{FF2B5EF4-FFF2-40B4-BE49-F238E27FC236}">
                <a16:creationId xmlns:a16="http://schemas.microsoft.com/office/drawing/2014/main" id="{DDB61744-AEE7-757D-BE37-1B4903CC9BBD}"/>
              </a:ext>
            </a:extLst>
          </p:cNvPr>
          <p:cNvGrpSpPr/>
          <p:nvPr/>
        </p:nvGrpSpPr>
        <p:grpSpPr>
          <a:xfrm>
            <a:off x="6423378" y="3397956"/>
            <a:ext cx="2880132" cy="1745544"/>
            <a:chOff x="4070113" y="2953779"/>
            <a:chExt cx="3568766" cy="2189730"/>
          </a:xfrm>
        </p:grpSpPr>
        <p:grpSp>
          <p:nvGrpSpPr>
            <p:cNvPr id="20" name="Google Shape;1601;p34">
              <a:extLst>
                <a:ext uri="{FF2B5EF4-FFF2-40B4-BE49-F238E27FC236}">
                  <a16:creationId xmlns:a16="http://schemas.microsoft.com/office/drawing/2014/main" id="{254B54A2-6744-9283-7841-8A2DDBF906B5}"/>
                </a:ext>
              </a:extLst>
            </p:cNvPr>
            <p:cNvGrpSpPr/>
            <p:nvPr/>
          </p:nvGrpSpPr>
          <p:grpSpPr>
            <a:xfrm>
              <a:off x="4070113" y="2953779"/>
              <a:ext cx="1355565" cy="2189730"/>
              <a:chOff x="1645871" y="2777137"/>
              <a:chExt cx="644985" cy="1041885"/>
            </a:xfrm>
          </p:grpSpPr>
          <p:sp>
            <p:nvSpPr>
              <p:cNvPr id="61" name="Google Shape;1602;p34">
                <a:extLst>
                  <a:ext uri="{FF2B5EF4-FFF2-40B4-BE49-F238E27FC236}">
                    <a16:creationId xmlns:a16="http://schemas.microsoft.com/office/drawing/2014/main" id="{F60E79FC-10F1-7C8A-35B1-C5C3906F8FAB}"/>
                  </a:ext>
                </a:extLst>
              </p:cNvPr>
              <p:cNvSpPr/>
              <p:nvPr/>
            </p:nvSpPr>
            <p:spPr>
              <a:xfrm>
                <a:off x="1795809" y="2875861"/>
                <a:ext cx="77789" cy="29532"/>
              </a:xfrm>
              <a:custGeom>
                <a:avLst/>
                <a:gdLst/>
                <a:ahLst/>
                <a:cxnLst/>
                <a:rect l="l" t="t" r="r" b="b"/>
                <a:pathLst>
                  <a:path w="77789" h="29532" extrusionOk="0">
                    <a:moveTo>
                      <a:pt x="0" y="29532"/>
                    </a:moveTo>
                    <a:lnTo>
                      <a:pt x="77790" y="29532"/>
                    </a:lnTo>
                    <a:lnTo>
                      <a:pt x="77790" y="7375"/>
                    </a:lnTo>
                    <a:cubicBezTo>
                      <a:pt x="77790" y="3296"/>
                      <a:pt x="74459" y="0"/>
                      <a:pt x="70381" y="0"/>
                    </a:cubicBezTo>
                    <a:lnTo>
                      <a:pt x="7375" y="0"/>
                    </a:lnTo>
                    <a:cubicBezTo>
                      <a:pt x="3296" y="0"/>
                      <a:pt x="0" y="3296"/>
                      <a:pt x="0" y="7375"/>
                    </a:cubicBezTo>
                    <a:lnTo>
                      <a:pt x="0" y="2953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1603;p34">
                <a:extLst>
                  <a:ext uri="{FF2B5EF4-FFF2-40B4-BE49-F238E27FC236}">
                    <a16:creationId xmlns:a16="http://schemas.microsoft.com/office/drawing/2014/main" id="{B821AD2E-5877-491D-F908-D583FBA6C2E4}"/>
                  </a:ext>
                </a:extLst>
              </p:cNvPr>
              <p:cNvSpPr/>
              <p:nvPr/>
            </p:nvSpPr>
            <p:spPr>
              <a:xfrm>
                <a:off x="1922706" y="2876778"/>
                <a:ext cx="77789" cy="29532"/>
              </a:xfrm>
              <a:custGeom>
                <a:avLst/>
                <a:gdLst/>
                <a:ahLst/>
                <a:cxnLst/>
                <a:rect l="l" t="t" r="r" b="b"/>
                <a:pathLst>
                  <a:path w="77789" h="29532" extrusionOk="0">
                    <a:moveTo>
                      <a:pt x="0" y="29532"/>
                    </a:moveTo>
                    <a:lnTo>
                      <a:pt x="77790" y="29532"/>
                    </a:lnTo>
                    <a:lnTo>
                      <a:pt x="77790" y="7375"/>
                    </a:lnTo>
                    <a:cubicBezTo>
                      <a:pt x="77790" y="3331"/>
                      <a:pt x="74459" y="0"/>
                      <a:pt x="70415" y="0"/>
                    </a:cubicBezTo>
                    <a:lnTo>
                      <a:pt x="7375" y="0"/>
                    </a:lnTo>
                    <a:cubicBezTo>
                      <a:pt x="3330" y="0"/>
                      <a:pt x="0" y="3331"/>
                      <a:pt x="0" y="7375"/>
                    </a:cubicBezTo>
                    <a:lnTo>
                      <a:pt x="0" y="2953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1604;p34">
                <a:extLst>
                  <a:ext uri="{FF2B5EF4-FFF2-40B4-BE49-F238E27FC236}">
                    <a16:creationId xmlns:a16="http://schemas.microsoft.com/office/drawing/2014/main" id="{D7DDE0DF-9C36-36E2-7526-45E954B19880}"/>
                  </a:ext>
                </a:extLst>
              </p:cNvPr>
              <p:cNvSpPr/>
              <p:nvPr/>
            </p:nvSpPr>
            <p:spPr>
              <a:xfrm>
                <a:off x="2051404" y="2876507"/>
                <a:ext cx="77789" cy="29532"/>
              </a:xfrm>
              <a:custGeom>
                <a:avLst/>
                <a:gdLst/>
                <a:ahLst/>
                <a:cxnLst/>
                <a:rect l="l" t="t" r="r" b="b"/>
                <a:pathLst>
                  <a:path w="77789" h="29532" extrusionOk="0">
                    <a:moveTo>
                      <a:pt x="0" y="29532"/>
                    </a:moveTo>
                    <a:lnTo>
                      <a:pt x="77790" y="29532"/>
                    </a:lnTo>
                    <a:lnTo>
                      <a:pt x="77790" y="7375"/>
                    </a:lnTo>
                    <a:cubicBezTo>
                      <a:pt x="77790" y="3296"/>
                      <a:pt x="74459" y="0"/>
                      <a:pt x="70415" y="0"/>
                    </a:cubicBezTo>
                    <a:lnTo>
                      <a:pt x="7375" y="0"/>
                    </a:lnTo>
                    <a:cubicBezTo>
                      <a:pt x="3331" y="0"/>
                      <a:pt x="0" y="3330"/>
                      <a:pt x="0" y="7375"/>
                    </a:cubicBezTo>
                    <a:lnTo>
                      <a:pt x="0" y="2953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6" name="Google Shape;1605;p34">
                <a:extLst>
                  <a:ext uri="{FF2B5EF4-FFF2-40B4-BE49-F238E27FC236}">
                    <a16:creationId xmlns:a16="http://schemas.microsoft.com/office/drawing/2014/main" id="{C3648083-53DF-FD03-18B1-58D6D0715BF0}"/>
                  </a:ext>
                </a:extLst>
              </p:cNvPr>
              <p:cNvSpPr/>
              <p:nvPr/>
            </p:nvSpPr>
            <p:spPr>
              <a:xfrm>
                <a:off x="1801213" y="2777137"/>
                <a:ext cx="68885" cy="98350"/>
              </a:xfrm>
              <a:custGeom>
                <a:avLst/>
                <a:gdLst/>
                <a:ahLst/>
                <a:cxnLst/>
                <a:rect l="l" t="t" r="r" b="b"/>
                <a:pathLst>
                  <a:path w="68885" h="98350" extrusionOk="0">
                    <a:moveTo>
                      <a:pt x="13220" y="98350"/>
                    </a:moveTo>
                    <a:lnTo>
                      <a:pt x="54307" y="98350"/>
                    </a:lnTo>
                    <a:lnTo>
                      <a:pt x="68852" y="34630"/>
                    </a:lnTo>
                    <a:lnTo>
                      <a:pt x="68750" y="34630"/>
                    </a:lnTo>
                    <a:cubicBezTo>
                      <a:pt x="68852" y="33712"/>
                      <a:pt x="68886" y="32829"/>
                      <a:pt x="68886" y="31877"/>
                    </a:cubicBezTo>
                    <a:cubicBezTo>
                      <a:pt x="68886" y="14273"/>
                      <a:pt x="53457" y="0"/>
                      <a:pt x="34426" y="0"/>
                    </a:cubicBezTo>
                    <a:cubicBezTo>
                      <a:pt x="15395" y="0"/>
                      <a:pt x="0" y="14273"/>
                      <a:pt x="0" y="31877"/>
                    </a:cubicBezTo>
                    <a:cubicBezTo>
                      <a:pt x="0" y="32795"/>
                      <a:pt x="68" y="33712"/>
                      <a:pt x="136" y="34630"/>
                    </a:cubicBezTo>
                    <a:lnTo>
                      <a:pt x="0" y="34630"/>
                    </a:lnTo>
                    <a:lnTo>
                      <a:pt x="13220" y="9835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7" name="Google Shape;1606;p34">
                <a:extLst>
                  <a:ext uri="{FF2B5EF4-FFF2-40B4-BE49-F238E27FC236}">
                    <a16:creationId xmlns:a16="http://schemas.microsoft.com/office/drawing/2014/main" id="{47B6E80C-F7AE-85DF-5044-7D163188E0B0}"/>
                  </a:ext>
                </a:extLst>
              </p:cNvPr>
              <p:cNvSpPr/>
              <p:nvPr/>
            </p:nvSpPr>
            <p:spPr>
              <a:xfrm>
                <a:off x="1928178" y="2778089"/>
                <a:ext cx="68851" cy="98316"/>
              </a:xfrm>
              <a:custGeom>
                <a:avLst/>
                <a:gdLst/>
                <a:ahLst/>
                <a:cxnLst/>
                <a:rect l="l" t="t" r="r" b="b"/>
                <a:pathLst>
                  <a:path w="68851" h="98316" extrusionOk="0">
                    <a:moveTo>
                      <a:pt x="13152" y="98316"/>
                    </a:moveTo>
                    <a:lnTo>
                      <a:pt x="54239" y="98316"/>
                    </a:lnTo>
                    <a:lnTo>
                      <a:pt x="68818" y="34596"/>
                    </a:lnTo>
                    <a:lnTo>
                      <a:pt x="68716" y="34596"/>
                    </a:lnTo>
                    <a:cubicBezTo>
                      <a:pt x="68818" y="33678"/>
                      <a:pt x="68852" y="32761"/>
                      <a:pt x="68852" y="31843"/>
                    </a:cubicBezTo>
                    <a:cubicBezTo>
                      <a:pt x="68852" y="14239"/>
                      <a:pt x="53423" y="0"/>
                      <a:pt x="34426" y="0"/>
                    </a:cubicBezTo>
                    <a:cubicBezTo>
                      <a:pt x="15429" y="0"/>
                      <a:pt x="0" y="14239"/>
                      <a:pt x="0" y="31843"/>
                    </a:cubicBezTo>
                    <a:cubicBezTo>
                      <a:pt x="0" y="32761"/>
                      <a:pt x="34" y="33678"/>
                      <a:pt x="136" y="34596"/>
                    </a:cubicBezTo>
                    <a:lnTo>
                      <a:pt x="34" y="34596"/>
                    </a:lnTo>
                    <a:lnTo>
                      <a:pt x="13254" y="9831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8" name="Google Shape;1607;p34">
                <a:extLst>
                  <a:ext uri="{FF2B5EF4-FFF2-40B4-BE49-F238E27FC236}">
                    <a16:creationId xmlns:a16="http://schemas.microsoft.com/office/drawing/2014/main" id="{2DA39615-844A-AC51-EF28-20B38866881C}"/>
                  </a:ext>
                </a:extLst>
              </p:cNvPr>
              <p:cNvSpPr/>
              <p:nvPr/>
            </p:nvSpPr>
            <p:spPr>
              <a:xfrm>
                <a:off x="2056842" y="2777783"/>
                <a:ext cx="68885" cy="98350"/>
              </a:xfrm>
              <a:custGeom>
                <a:avLst/>
                <a:gdLst/>
                <a:ahLst/>
                <a:cxnLst/>
                <a:rect l="l" t="t" r="r" b="b"/>
                <a:pathLst>
                  <a:path w="68885" h="98350" extrusionOk="0">
                    <a:moveTo>
                      <a:pt x="13220" y="98350"/>
                    </a:moveTo>
                    <a:lnTo>
                      <a:pt x="54307" y="98350"/>
                    </a:lnTo>
                    <a:lnTo>
                      <a:pt x="68886" y="34630"/>
                    </a:lnTo>
                    <a:lnTo>
                      <a:pt x="68750" y="34630"/>
                    </a:lnTo>
                    <a:cubicBezTo>
                      <a:pt x="68852" y="33712"/>
                      <a:pt x="68886" y="32829"/>
                      <a:pt x="68886" y="31877"/>
                    </a:cubicBezTo>
                    <a:cubicBezTo>
                      <a:pt x="68886" y="14273"/>
                      <a:pt x="53457" y="0"/>
                      <a:pt x="34426" y="0"/>
                    </a:cubicBezTo>
                    <a:cubicBezTo>
                      <a:pt x="15395" y="0"/>
                      <a:pt x="0" y="14273"/>
                      <a:pt x="0" y="31877"/>
                    </a:cubicBezTo>
                    <a:cubicBezTo>
                      <a:pt x="0" y="32795"/>
                      <a:pt x="34" y="33712"/>
                      <a:pt x="136" y="34630"/>
                    </a:cubicBezTo>
                    <a:lnTo>
                      <a:pt x="0" y="34630"/>
                    </a:lnTo>
                    <a:lnTo>
                      <a:pt x="13220" y="983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9" name="Google Shape;1608;p34">
                <a:extLst>
                  <a:ext uri="{FF2B5EF4-FFF2-40B4-BE49-F238E27FC236}">
                    <a16:creationId xmlns:a16="http://schemas.microsoft.com/office/drawing/2014/main" id="{B8D85762-82B7-E89D-1BAA-87C3490A107E}"/>
                  </a:ext>
                </a:extLst>
              </p:cNvPr>
              <p:cNvSpPr/>
              <p:nvPr/>
            </p:nvSpPr>
            <p:spPr>
              <a:xfrm>
                <a:off x="1814501" y="2809213"/>
                <a:ext cx="41630" cy="66681"/>
              </a:xfrm>
              <a:custGeom>
                <a:avLst/>
                <a:gdLst/>
                <a:ahLst/>
                <a:cxnLst/>
                <a:rect l="l" t="t" r="r" b="b"/>
                <a:pathLst>
                  <a:path w="41630" h="66681" extrusionOk="0">
                    <a:moveTo>
                      <a:pt x="27833" y="66410"/>
                    </a:moveTo>
                    <a:lnTo>
                      <a:pt x="41631" y="10948"/>
                    </a:lnTo>
                    <a:lnTo>
                      <a:pt x="41563" y="10948"/>
                    </a:lnTo>
                    <a:cubicBezTo>
                      <a:pt x="41631" y="10404"/>
                      <a:pt x="41631" y="14890"/>
                      <a:pt x="41631" y="9282"/>
                    </a:cubicBezTo>
                    <a:cubicBezTo>
                      <a:pt x="41631" y="6835"/>
                      <a:pt x="39558" y="2520"/>
                      <a:pt x="36329" y="1126"/>
                    </a:cubicBezTo>
                    <a:cubicBezTo>
                      <a:pt x="31775" y="-845"/>
                      <a:pt x="28139" y="3709"/>
                      <a:pt x="21648" y="3709"/>
                    </a:cubicBezTo>
                    <a:cubicBezTo>
                      <a:pt x="16958" y="3709"/>
                      <a:pt x="13288" y="-607"/>
                      <a:pt x="8190" y="73"/>
                    </a:cubicBezTo>
                    <a:cubicBezTo>
                      <a:pt x="2481" y="820"/>
                      <a:pt x="0" y="5986"/>
                      <a:pt x="0" y="9316"/>
                    </a:cubicBezTo>
                    <a:cubicBezTo>
                      <a:pt x="0" y="14924"/>
                      <a:pt x="0" y="10438"/>
                      <a:pt x="68" y="10982"/>
                    </a:cubicBezTo>
                    <a:lnTo>
                      <a:pt x="0" y="10982"/>
                    </a:lnTo>
                    <a:lnTo>
                      <a:pt x="10807" y="66682"/>
                    </a:lnTo>
                    <a:lnTo>
                      <a:pt x="17094" y="66682"/>
                    </a:lnTo>
                    <a:lnTo>
                      <a:pt x="6355" y="11423"/>
                    </a:lnTo>
                    <a:lnTo>
                      <a:pt x="6423" y="11423"/>
                    </a:lnTo>
                    <a:cubicBezTo>
                      <a:pt x="6389" y="11016"/>
                      <a:pt x="6355" y="14142"/>
                      <a:pt x="6355" y="10268"/>
                    </a:cubicBezTo>
                    <a:cubicBezTo>
                      <a:pt x="6355" y="8127"/>
                      <a:pt x="7409" y="6768"/>
                      <a:pt x="11725" y="7209"/>
                    </a:cubicBezTo>
                    <a:cubicBezTo>
                      <a:pt x="14511" y="7481"/>
                      <a:pt x="17672" y="11491"/>
                      <a:pt x="21274" y="11491"/>
                    </a:cubicBezTo>
                    <a:cubicBezTo>
                      <a:pt x="26508" y="11491"/>
                      <a:pt x="31673" y="5748"/>
                      <a:pt x="33984" y="7481"/>
                    </a:cubicBezTo>
                    <a:cubicBezTo>
                      <a:pt x="35208" y="8399"/>
                      <a:pt x="35208" y="8909"/>
                      <a:pt x="35208" y="10268"/>
                    </a:cubicBezTo>
                    <a:cubicBezTo>
                      <a:pt x="35208" y="14142"/>
                      <a:pt x="35208" y="11016"/>
                      <a:pt x="35140" y="11423"/>
                    </a:cubicBezTo>
                    <a:lnTo>
                      <a:pt x="35174" y="11423"/>
                    </a:lnTo>
                    <a:lnTo>
                      <a:pt x="21478" y="66444"/>
                    </a:lnTo>
                    <a:lnTo>
                      <a:pt x="27765" y="664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0" name="Google Shape;1609;p34">
                <a:extLst>
                  <a:ext uri="{FF2B5EF4-FFF2-40B4-BE49-F238E27FC236}">
                    <a16:creationId xmlns:a16="http://schemas.microsoft.com/office/drawing/2014/main" id="{ADB82AD8-95D3-D0ED-E479-15EFBEE51BE4}"/>
                  </a:ext>
                </a:extLst>
              </p:cNvPr>
              <p:cNvSpPr/>
              <p:nvPr/>
            </p:nvSpPr>
            <p:spPr>
              <a:xfrm>
                <a:off x="1941397" y="2810131"/>
                <a:ext cx="41664" cy="66681"/>
              </a:xfrm>
              <a:custGeom>
                <a:avLst/>
                <a:gdLst/>
                <a:ahLst/>
                <a:cxnLst/>
                <a:rect l="l" t="t" r="r" b="b"/>
                <a:pathLst>
                  <a:path w="41664" h="66681" extrusionOk="0">
                    <a:moveTo>
                      <a:pt x="27867" y="66410"/>
                    </a:moveTo>
                    <a:lnTo>
                      <a:pt x="41665" y="10948"/>
                    </a:lnTo>
                    <a:lnTo>
                      <a:pt x="41597" y="10948"/>
                    </a:lnTo>
                    <a:cubicBezTo>
                      <a:pt x="41631" y="10404"/>
                      <a:pt x="41665" y="14890"/>
                      <a:pt x="41665" y="9282"/>
                    </a:cubicBezTo>
                    <a:cubicBezTo>
                      <a:pt x="41665" y="6835"/>
                      <a:pt x="39592" y="2519"/>
                      <a:pt x="36363" y="1126"/>
                    </a:cubicBezTo>
                    <a:cubicBezTo>
                      <a:pt x="31775" y="-845"/>
                      <a:pt x="28173" y="3709"/>
                      <a:pt x="21682" y="3709"/>
                    </a:cubicBezTo>
                    <a:cubicBezTo>
                      <a:pt x="16992" y="3709"/>
                      <a:pt x="13322" y="-607"/>
                      <a:pt x="8190" y="73"/>
                    </a:cubicBezTo>
                    <a:cubicBezTo>
                      <a:pt x="2481" y="820"/>
                      <a:pt x="0" y="5986"/>
                      <a:pt x="0" y="9316"/>
                    </a:cubicBezTo>
                    <a:cubicBezTo>
                      <a:pt x="0" y="14924"/>
                      <a:pt x="0" y="10404"/>
                      <a:pt x="68" y="10982"/>
                    </a:cubicBezTo>
                    <a:lnTo>
                      <a:pt x="0" y="10982"/>
                    </a:lnTo>
                    <a:lnTo>
                      <a:pt x="10841" y="66681"/>
                    </a:lnTo>
                    <a:lnTo>
                      <a:pt x="17128" y="66681"/>
                    </a:lnTo>
                    <a:lnTo>
                      <a:pt x="6423" y="11423"/>
                    </a:lnTo>
                    <a:lnTo>
                      <a:pt x="6457" y="11423"/>
                    </a:lnTo>
                    <a:cubicBezTo>
                      <a:pt x="6457" y="11049"/>
                      <a:pt x="6389" y="14176"/>
                      <a:pt x="6389" y="10268"/>
                    </a:cubicBezTo>
                    <a:cubicBezTo>
                      <a:pt x="6389" y="8127"/>
                      <a:pt x="7443" y="6767"/>
                      <a:pt x="11759" y="7209"/>
                    </a:cubicBezTo>
                    <a:cubicBezTo>
                      <a:pt x="14545" y="7481"/>
                      <a:pt x="17740" y="11525"/>
                      <a:pt x="21342" y="11525"/>
                    </a:cubicBezTo>
                    <a:cubicBezTo>
                      <a:pt x="26576" y="11525"/>
                      <a:pt x="31707" y="5782"/>
                      <a:pt x="34052" y="7515"/>
                    </a:cubicBezTo>
                    <a:cubicBezTo>
                      <a:pt x="35276" y="8399"/>
                      <a:pt x="35276" y="8942"/>
                      <a:pt x="35276" y="10302"/>
                    </a:cubicBezTo>
                    <a:cubicBezTo>
                      <a:pt x="35276" y="14176"/>
                      <a:pt x="35276" y="11049"/>
                      <a:pt x="35208" y="11457"/>
                    </a:cubicBezTo>
                    <a:lnTo>
                      <a:pt x="35242" y="11457"/>
                    </a:lnTo>
                    <a:lnTo>
                      <a:pt x="21546" y="66478"/>
                    </a:lnTo>
                    <a:lnTo>
                      <a:pt x="27867" y="6647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1" name="Google Shape;1610;p34">
                <a:extLst>
                  <a:ext uri="{FF2B5EF4-FFF2-40B4-BE49-F238E27FC236}">
                    <a16:creationId xmlns:a16="http://schemas.microsoft.com/office/drawing/2014/main" id="{83964F04-A818-C7B9-EFAB-9627966585D5}"/>
                  </a:ext>
                </a:extLst>
              </p:cNvPr>
              <p:cNvSpPr/>
              <p:nvPr/>
            </p:nvSpPr>
            <p:spPr>
              <a:xfrm>
                <a:off x="2070095" y="2809825"/>
                <a:ext cx="41664" cy="66681"/>
              </a:xfrm>
              <a:custGeom>
                <a:avLst/>
                <a:gdLst/>
                <a:ahLst/>
                <a:cxnLst/>
                <a:rect l="l" t="t" r="r" b="b"/>
                <a:pathLst>
                  <a:path w="41664" h="66681" extrusionOk="0">
                    <a:moveTo>
                      <a:pt x="27867" y="66444"/>
                    </a:moveTo>
                    <a:lnTo>
                      <a:pt x="41665" y="10982"/>
                    </a:lnTo>
                    <a:lnTo>
                      <a:pt x="41597" y="10982"/>
                    </a:lnTo>
                    <a:cubicBezTo>
                      <a:pt x="41665" y="10438"/>
                      <a:pt x="41665" y="14924"/>
                      <a:pt x="41665" y="9316"/>
                    </a:cubicBezTo>
                    <a:cubicBezTo>
                      <a:pt x="41665" y="6869"/>
                      <a:pt x="39592" y="2554"/>
                      <a:pt x="36363" y="1160"/>
                    </a:cubicBezTo>
                    <a:cubicBezTo>
                      <a:pt x="31809" y="-811"/>
                      <a:pt x="28173" y="3709"/>
                      <a:pt x="21682" y="3709"/>
                    </a:cubicBezTo>
                    <a:cubicBezTo>
                      <a:pt x="16992" y="3709"/>
                      <a:pt x="13322" y="-607"/>
                      <a:pt x="8190" y="73"/>
                    </a:cubicBezTo>
                    <a:cubicBezTo>
                      <a:pt x="2481" y="820"/>
                      <a:pt x="0" y="5986"/>
                      <a:pt x="0" y="9316"/>
                    </a:cubicBezTo>
                    <a:cubicBezTo>
                      <a:pt x="0" y="14924"/>
                      <a:pt x="0" y="10438"/>
                      <a:pt x="68" y="10982"/>
                    </a:cubicBezTo>
                    <a:lnTo>
                      <a:pt x="0" y="10982"/>
                    </a:lnTo>
                    <a:lnTo>
                      <a:pt x="10841" y="66682"/>
                    </a:lnTo>
                    <a:lnTo>
                      <a:pt x="17128" y="66682"/>
                    </a:lnTo>
                    <a:lnTo>
                      <a:pt x="6389" y="11423"/>
                    </a:lnTo>
                    <a:lnTo>
                      <a:pt x="6457" y="11423"/>
                    </a:lnTo>
                    <a:cubicBezTo>
                      <a:pt x="6423" y="11050"/>
                      <a:pt x="6389" y="14142"/>
                      <a:pt x="6389" y="10268"/>
                    </a:cubicBezTo>
                    <a:cubicBezTo>
                      <a:pt x="6389" y="8161"/>
                      <a:pt x="7443" y="6802"/>
                      <a:pt x="11759" y="7209"/>
                    </a:cubicBezTo>
                    <a:cubicBezTo>
                      <a:pt x="14545" y="7481"/>
                      <a:pt x="17706" y="11491"/>
                      <a:pt x="21342" y="11491"/>
                    </a:cubicBezTo>
                    <a:cubicBezTo>
                      <a:pt x="26576" y="11491"/>
                      <a:pt x="31707" y="5748"/>
                      <a:pt x="34052" y="7481"/>
                    </a:cubicBezTo>
                    <a:cubicBezTo>
                      <a:pt x="35276" y="8399"/>
                      <a:pt x="35276" y="8943"/>
                      <a:pt x="35276" y="10268"/>
                    </a:cubicBezTo>
                    <a:cubicBezTo>
                      <a:pt x="35276" y="14142"/>
                      <a:pt x="35276" y="11050"/>
                      <a:pt x="35208" y="11423"/>
                    </a:cubicBezTo>
                    <a:lnTo>
                      <a:pt x="35242" y="11423"/>
                    </a:lnTo>
                    <a:lnTo>
                      <a:pt x="21546" y="66444"/>
                    </a:lnTo>
                    <a:lnTo>
                      <a:pt x="27833" y="664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2" name="Google Shape;1611;p34">
                <a:extLst>
                  <a:ext uri="{FF2B5EF4-FFF2-40B4-BE49-F238E27FC236}">
                    <a16:creationId xmlns:a16="http://schemas.microsoft.com/office/drawing/2014/main" id="{FAFC405F-1C29-9F79-A19A-4EFEF4D459DF}"/>
                  </a:ext>
                </a:extLst>
              </p:cNvPr>
              <p:cNvSpPr/>
              <p:nvPr/>
            </p:nvSpPr>
            <p:spPr>
              <a:xfrm>
                <a:off x="1645871" y="2896421"/>
                <a:ext cx="644985" cy="922601"/>
              </a:xfrm>
              <a:custGeom>
                <a:avLst/>
                <a:gdLst/>
                <a:ahLst/>
                <a:cxnLst/>
                <a:rect l="l" t="t" r="r" b="b"/>
                <a:pathLst>
                  <a:path w="644985" h="922601" extrusionOk="0">
                    <a:moveTo>
                      <a:pt x="0" y="922601"/>
                    </a:moveTo>
                    <a:lnTo>
                      <a:pt x="644985" y="922601"/>
                    </a:lnTo>
                    <a:lnTo>
                      <a:pt x="644985" y="64502"/>
                    </a:lnTo>
                    <a:cubicBezTo>
                      <a:pt x="644985" y="29022"/>
                      <a:pt x="615963" y="0"/>
                      <a:pt x="580483" y="0"/>
                    </a:cubicBezTo>
                    <a:lnTo>
                      <a:pt x="64502" y="0"/>
                    </a:lnTo>
                    <a:cubicBezTo>
                      <a:pt x="29022" y="0"/>
                      <a:pt x="0" y="29022"/>
                      <a:pt x="0" y="64502"/>
                    </a:cubicBezTo>
                    <a:lnTo>
                      <a:pt x="0" y="92260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3" name="Google Shape;1612;p34">
                <a:extLst>
                  <a:ext uri="{FF2B5EF4-FFF2-40B4-BE49-F238E27FC236}">
                    <a16:creationId xmlns:a16="http://schemas.microsoft.com/office/drawing/2014/main" id="{38F8E415-87B8-7281-FAAC-7B2AD77FCFEB}"/>
                  </a:ext>
                </a:extLst>
              </p:cNvPr>
              <p:cNvSpPr/>
              <p:nvPr/>
            </p:nvSpPr>
            <p:spPr>
              <a:xfrm>
                <a:off x="1675268" y="2957423"/>
                <a:ext cx="586260" cy="823435"/>
              </a:xfrm>
              <a:custGeom>
                <a:avLst/>
                <a:gdLst/>
                <a:ahLst/>
                <a:cxnLst/>
                <a:rect l="l" t="t" r="r" b="b"/>
                <a:pathLst>
                  <a:path w="586260" h="823435" extrusionOk="0">
                    <a:moveTo>
                      <a:pt x="0" y="823436"/>
                    </a:moveTo>
                    <a:lnTo>
                      <a:pt x="586261" y="823436"/>
                    </a:lnTo>
                    <a:lnTo>
                      <a:pt x="586261" y="43466"/>
                    </a:lnTo>
                    <a:cubicBezTo>
                      <a:pt x="586261" y="26270"/>
                      <a:pt x="578750" y="10773"/>
                      <a:pt x="566855" y="0"/>
                    </a:cubicBezTo>
                    <a:lnTo>
                      <a:pt x="0" y="820615"/>
                    </a:lnTo>
                    <a:lnTo>
                      <a:pt x="0" y="823436"/>
                    </a:lnTo>
                    <a:close/>
                  </a:path>
                </a:pathLst>
              </a:custGeom>
              <a:solidFill>
                <a:srgbClr val="161D1E">
                  <a:alpha val="1375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4" name="Google Shape;1613;p34">
                <a:extLst>
                  <a:ext uri="{FF2B5EF4-FFF2-40B4-BE49-F238E27FC236}">
                    <a16:creationId xmlns:a16="http://schemas.microsoft.com/office/drawing/2014/main" id="{8DBC2B09-2B27-70C6-D034-870636138672}"/>
                  </a:ext>
                </a:extLst>
              </p:cNvPr>
              <p:cNvSpPr/>
              <p:nvPr/>
            </p:nvSpPr>
            <p:spPr>
              <a:xfrm>
                <a:off x="1707213" y="2966552"/>
                <a:ext cx="143922" cy="84259"/>
              </a:xfrm>
              <a:custGeom>
                <a:avLst/>
                <a:gdLst/>
                <a:ahLst/>
                <a:cxnLst/>
                <a:rect l="l" t="t" r="r" b="b"/>
                <a:pathLst>
                  <a:path w="143922" h="84259" extrusionOk="0">
                    <a:moveTo>
                      <a:pt x="143923" y="84259"/>
                    </a:moveTo>
                    <a:lnTo>
                      <a:pt x="143923" y="45891"/>
                    </a:lnTo>
                    <a:cubicBezTo>
                      <a:pt x="143923" y="-15280"/>
                      <a:pt x="0" y="-15314"/>
                      <a:pt x="0" y="45891"/>
                    </a:cubicBezTo>
                    <a:lnTo>
                      <a:pt x="0" y="84259"/>
                    </a:lnTo>
                    <a:lnTo>
                      <a:pt x="143923" y="8425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45" name="Google Shape;1614;p34">
                <a:extLst>
                  <a:ext uri="{FF2B5EF4-FFF2-40B4-BE49-F238E27FC236}">
                    <a16:creationId xmlns:a16="http://schemas.microsoft.com/office/drawing/2014/main" id="{9145FA6F-4325-134E-37AB-259FF30EA891}"/>
                  </a:ext>
                </a:extLst>
              </p:cNvPr>
              <p:cNvGrpSpPr/>
              <p:nvPr/>
            </p:nvGrpSpPr>
            <p:grpSpPr>
              <a:xfrm>
                <a:off x="1736048" y="2996916"/>
                <a:ext cx="59652" cy="62452"/>
                <a:chOff x="3159548" y="2839616"/>
                <a:chExt cx="59652" cy="62452"/>
              </a:xfrm>
            </p:grpSpPr>
            <p:sp>
              <p:nvSpPr>
                <p:cNvPr id="1611" name="Google Shape;1615;p34">
                  <a:extLst>
                    <a:ext uri="{FF2B5EF4-FFF2-40B4-BE49-F238E27FC236}">
                      <a16:creationId xmlns:a16="http://schemas.microsoft.com/office/drawing/2014/main" id="{5275ADDF-50E6-57D4-57DB-F50B020D31B8}"/>
                    </a:ext>
                  </a:extLst>
                </p:cNvPr>
                <p:cNvSpPr/>
                <p:nvPr/>
              </p:nvSpPr>
              <p:spPr>
                <a:xfrm>
                  <a:off x="3183157" y="2866025"/>
                  <a:ext cx="36043" cy="36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43" h="36043" extrusionOk="0">
                      <a:moveTo>
                        <a:pt x="12500" y="877"/>
                      </a:moveTo>
                      <a:cubicBezTo>
                        <a:pt x="21981" y="-2182"/>
                        <a:pt x="32108" y="3018"/>
                        <a:pt x="35167" y="12499"/>
                      </a:cubicBezTo>
                      <a:cubicBezTo>
                        <a:pt x="38226" y="21981"/>
                        <a:pt x="33026" y="32108"/>
                        <a:pt x="23544" y="35167"/>
                      </a:cubicBezTo>
                      <a:cubicBezTo>
                        <a:pt x="14097" y="38225"/>
                        <a:pt x="3936" y="33026"/>
                        <a:pt x="877" y="23544"/>
                      </a:cubicBezTo>
                      <a:cubicBezTo>
                        <a:pt x="-2182" y="14097"/>
                        <a:pt x="3018" y="3935"/>
                        <a:pt x="12466" y="877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2" name="Google Shape;1616;p34">
                  <a:extLst>
                    <a:ext uri="{FF2B5EF4-FFF2-40B4-BE49-F238E27FC236}">
                      <a16:creationId xmlns:a16="http://schemas.microsoft.com/office/drawing/2014/main" id="{29EB753F-F08C-363D-3C30-34CDB3F6D624}"/>
                    </a:ext>
                  </a:extLst>
                </p:cNvPr>
                <p:cNvSpPr/>
                <p:nvPr/>
              </p:nvSpPr>
              <p:spPr>
                <a:xfrm>
                  <a:off x="3159548" y="2839616"/>
                  <a:ext cx="41953" cy="41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53" h="41456" extrusionOk="0">
                      <a:moveTo>
                        <a:pt x="32608" y="41423"/>
                      </a:moveTo>
                      <a:lnTo>
                        <a:pt x="41954" y="31907"/>
                      </a:lnTo>
                      <a:lnTo>
                        <a:pt x="11334" y="1899"/>
                      </a:lnTo>
                      <a:cubicBezTo>
                        <a:pt x="8717" y="-683"/>
                        <a:pt x="4469" y="-615"/>
                        <a:pt x="1886" y="2001"/>
                      </a:cubicBezTo>
                      <a:lnTo>
                        <a:pt x="1886" y="2001"/>
                      </a:lnTo>
                      <a:cubicBezTo>
                        <a:pt x="-662" y="4618"/>
                        <a:pt x="-628" y="8866"/>
                        <a:pt x="1988" y="11449"/>
                      </a:cubicBezTo>
                      <a:lnTo>
                        <a:pt x="32608" y="41457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46" name="Google Shape;1617;p34">
                <a:extLst>
                  <a:ext uri="{FF2B5EF4-FFF2-40B4-BE49-F238E27FC236}">
                    <a16:creationId xmlns:a16="http://schemas.microsoft.com/office/drawing/2014/main" id="{E9786EA6-F45E-5E75-CDB3-D2A2E1474A57}"/>
                  </a:ext>
                </a:extLst>
              </p:cNvPr>
              <p:cNvSpPr/>
              <p:nvPr/>
            </p:nvSpPr>
            <p:spPr>
              <a:xfrm>
                <a:off x="1697629" y="2956947"/>
                <a:ext cx="163123" cy="103481"/>
              </a:xfrm>
              <a:custGeom>
                <a:avLst/>
                <a:gdLst/>
                <a:ahLst/>
                <a:cxnLst/>
                <a:rect l="l" t="t" r="r" b="b"/>
                <a:pathLst>
                  <a:path w="163123" h="103481" extrusionOk="0">
                    <a:moveTo>
                      <a:pt x="143923" y="84281"/>
                    </a:moveTo>
                    <a:lnTo>
                      <a:pt x="143923" y="55496"/>
                    </a:lnTo>
                    <a:cubicBezTo>
                      <a:pt x="143923" y="38674"/>
                      <a:pt x="128426" y="27595"/>
                      <a:pt x="108579" y="22463"/>
                    </a:cubicBezTo>
                    <a:cubicBezTo>
                      <a:pt x="100083" y="20255"/>
                      <a:pt x="90806" y="19167"/>
                      <a:pt x="81562" y="19167"/>
                    </a:cubicBezTo>
                    <a:lnTo>
                      <a:pt x="81562" y="19167"/>
                    </a:lnTo>
                    <a:cubicBezTo>
                      <a:pt x="72182" y="19167"/>
                      <a:pt x="62939" y="20289"/>
                      <a:pt x="54511" y="22463"/>
                    </a:cubicBezTo>
                    <a:cubicBezTo>
                      <a:pt x="34664" y="27595"/>
                      <a:pt x="19167" y="38674"/>
                      <a:pt x="19167" y="55496"/>
                    </a:cubicBezTo>
                    <a:lnTo>
                      <a:pt x="19167" y="84281"/>
                    </a:lnTo>
                    <a:lnTo>
                      <a:pt x="143889" y="84281"/>
                    </a:lnTo>
                    <a:close/>
                    <a:moveTo>
                      <a:pt x="163124" y="55496"/>
                    </a:moveTo>
                    <a:lnTo>
                      <a:pt x="163124" y="103482"/>
                    </a:lnTo>
                    <a:lnTo>
                      <a:pt x="0" y="103482"/>
                    </a:lnTo>
                    <a:lnTo>
                      <a:pt x="0" y="55496"/>
                    </a:lnTo>
                    <a:cubicBezTo>
                      <a:pt x="0" y="28275"/>
                      <a:pt x="21818" y="11147"/>
                      <a:pt x="49719" y="3942"/>
                    </a:cubicBezTo>
                    <a:cubicBezTo>
                      <a:pt x="59880" y="1325"/>
                      <a:pt x="70789" y="0"/>
                      <a:pt x="81562" y="0"/>
                    </a:cubicBezTo>
                    <a:lnTo>
                      <a:pt x="81562" y="0"/>
                    </a:lnTo>
                    <a:cubicBezTo>
                      <a:pt x="92437" y="0"/>
                      <a:pt x="103346" y="1325"/>
                      <a:pt x="113405" y="3942"/>
                    </a:cubicBezTo>
                    <a:cubicBezTo>
                      <a:pt x="141306" y="11147"/>
                      <a:pt x="163124" y="28275"/>
                      <a:pt x="163124" y="554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7" name="Google Shape;1618;p34">
                <a:extLst>
                  <a:ext uri="{FF2B5EF4-FFF2-40B4-BE49-F238E27FC236}">
                    <a16:creationId xmlns:a16="http://schemas.microsoft.com/office/drawing/2014/main" id="{B264A610-B10E-0E44-F211-56CAA1502B6E}"/>
                  </a:ext>
                </a:extLst>
              </p:cNvPr>
              <p:cNvSpPr/>
              <p:nvPr/>
            </p:nvSpPr>
            <p:spPr>
              <a:xfrm>
                <a:off x="1709558" y="3112594"/>
                <a:ext cx="143922" cy="84280"/>
              </a:xfrm>
              <a:custGeom>
                <a:avLst/>
                <a:gdLst/>
                <a:ahLst/>
                <a:cxnLst/>
                <a:rect l="l" t="t" r="r" b="b"/>
                <a:pathLst>
                  <a:path w="143922" h="84280" extrusionOk="0">
                    <a:moveTo>
                      <a:pt x="143923" y="84281"/>
                    </a:moveTo>
                    <a:lnTo>
                      <a:pt x="143923" y="45879"/>
                    </a:lnTo>
                    <a:cubicBezTo>
                      <a:pt x="143923" y="-15293"/>
                      <a:pt x="0" y="-15293"/>
                      <a:pt x="0" y="45879"/>
                    </a:cubicBezTo>
                    <a:lnTo>
                      <a:pt x="0" y="84281"/>
                    </a:lnTo>
                    <a:lnTo>
                      <a:pt x="143923" y="8428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48" name="Google Shape;1619;p34">
                <a:extLst>
                  <a:ext uri="{FF2B5EF4-FFF2-40B4-BE49-F238E27FC236}">
                    <a16:creationId xmlns:a16="http://schemas.microsoft.com/office/drawing/2014/main" id="{DAB11B5C-1235-EA9D-DB6B-94E1B8305510}"/>
                  </a:ext>
                </a:extLst>
              </p:cNvPr>
              <p:cNvGrpSpPr/>
              <p:nvPr/>
            </p:nvGrpSpPr>
            <p:grpSpPr>
              <a:xfrm>
                <a:off x="1757263" y="3138362"/>
                <a:ext cx="58841" cy="63177"/>
                <a:chOff x="3180763" y="2981062"/>
                <a:chExt cx="58841" cy="63177"/>
              </a:xfrm>
            </p:grpSpPr>
            <p:sp>
              <p:nvSpPr>
                <p:cNvPr id="1609" name="Google Shape;1620;p34">
                  <a:extLst>
                    <a:ext uri="{FF2B5EF4-FFF2-40B4-BE49-F238E27FC236}">
                      <a16:creationId xmlns:a16="http://schemas.microsoft.com/office/drawing/2014/main" id="{93DE7B96-1CD8-60A0-E955-15682B978595}"/>
                    </a:ext>
                  </a:extLst>
                </p:cNvPr>
                <p:cNvSpPr/>
                <p:nvPr/>
              </p:nvSpPr>
              <p:spPr>
                <a:xfrm>
                  <a:off x="3180763" y="3008165"/>
                  <a:ext cx="36040" cy="360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40" h="36074" extrusionOk="0">
                      <a:moveTo>
                        <a:pt x="34536" y="10883"/>
                      </a:moveTo>
                      <a:cubicBezTo>
                        <a:pt x="38512" y="19991"/>
                        <a:pt x="34332" y="30628"/>
                        <a:pt x="25225" y="34570"/>
                      </a:cubicBezTo>
                      <a:cubicBezTo>
                        <a:pt x="16083" y="38546"/>
                        <a:pt x="5480" y="34367"/>
                        <a:pt x="1504" y="25225"/>
                      </a:cubicBezTo>
                      <a:cubicBezTo>
                        <a:pt x="-2472" y="16083"/>
                        <a:pt x="1708" y="5480"/>
                        <a:pt x="10849" y="1504"/>
                      </a:cubicBezTo>
                      <a:cubicBezTo>
                        <a:pt x="19957" y="-2472"/>
                        <a:pt x="30594" y="1708"/>
                        <a:pt x="34536" y="1084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0" name="Google Shape;1621;p34">
                  <a:extLst>
                    <a:ext uri="{FF2B5EF4-FFF2-40B4-BE49-F238E27FC236}">
                      <a16:creationId xmlns:a16="http://schemas.microsoft.com/office/drawing/2014/main" id="{E43AFBB7-E2E7-FD9C-A0C4-583DDACC1807}"/>
                    </a:ext>
                  </a:extLst>
                </p:cNvPr>
                <p:cNvSpPr/>
                <p:nvPr/>
              </p:nvSpPr>
              <p:spPr>
                <a:xfrm>
                  <a:off x="3200890" y="2981062"/>
                  <a:ext cx="38714" cy="442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714" h="44239" extrusionOk="0">
                      <a:moveTo>
                        <a:pt x="0" y="35879"/>
                      </a:moveTo>
                      <a:lnTo>
                        <a:pt x="10399" y="44240"/>
                      </a:lnTo>
                      <a:lnTo>
                        <a:pt x="37247" y="10833"/>
                      </a:lnTo>
                      <a:cubicBezTo>
                        <a:pt x="39557" y="7978"/>
                        <a:pt x="39082" y="3764"/>
                        <a:pt x="36227" y="1453"/>
                      </a:cubicBezTo>
                      <a:lnTo>
                        <a:pt x="36227" y="1453"/>
                      </a:lnTo>
                      <a:cubicBezTo>
                        <a:pt x="33372" y="-823"/>
                        <a:pt x="29158" y="-382"/>
                        <a:pt x="26847" y="2473"/>
                      </a:cubicBezTo>
                      <a:lnTo>
                        <a:pt x="0" y="35879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49" name="Google Shape;1622;p34">
                <a:extLst>
                  <a:ext uri="{FF2B5EF4-FFF2-40B4-BE49-F238E27FC236}">
                    <a16:creationId xmlns:a16="http://schemas.microsoft.com/office/drawing/2014/main" id="{3676B859-1980-FDE4-D1AC-A7632AD0470A}"/>
                  </a:ext>
                </a:extLst>
              </p:cNvPr>
              <p:cNvSpPr/>
              <p:nvPr/>
            </p:nvSpPr>
            <p:spPr>
              <a:xfrm>
                <a:off x="1699974" y="3103011"/>
                <a:ext cx="163123" cy="103481"/>
              </a:xfrm>
              <a:custGeom>
                <a:avLst/>
                <a:gdLst/>
                <a:ahLst/>
                <a:cxnLst/>
                <a:rect l="l" t="t" r="r" b="b"/>
                <a:pathLst>
                  <a:path w="163123" h="103481" extrusionOk="0">
                    <a:moveTo>
                      <a:pt x="143923" y="84281"/>
                    </a:moveTo>
                    <a:lnTo>
                      <a:pt x="143923" y="55496"/>
                    </a:lnTo>
                    <a:cubicBezTo>
                      <a:pt x="143923" y="38674"/>
                      <a:pt x="128426" y="27595"/>
                      <a:pt x="108613" y="22464"/>
                    </a:cubicBezTo>
                    <a:cubicBezTo>
                      <a:pt x="100083" y="20255"/>
                      <a:pt x="90840" y="19167"/>
                      <a:pt x="81562" y="19167"/>
                    </a:cubicBezTo>
                    <a:lnTo>
                      <a:pt x="81562" y="19167"/>
                    </a:lnTo>
                    <a:cubicBezTo>
                      <a:pt x="72182" y="19201"/>
                      <a:pt x="62939" y="20289"/>
                      <a:pt x="54510" y="22464"/>
                    </a:cubicBezTo>
                    <a:cubicBezTo>
                      <a:pt x="34698" y="27595"/>
                      <a:pt x="19167" y="38674"/>
                      <a:pt x="19167" y="55496"/>
                    </a:cubicBezTo>
                    <a:lnTo>
                      <a:pt x="19167" y="84281"/>
                    </a:lnTo>
                    <a:lnTo>
                      <a:pt x="143889" y="84281"/>
                    </a:lnTo>
                    <a:close/>
                    <a:moveTo>
                      <a:pt x="163124" y="55496"/>
                    </a:moveTo>
                    <a:lnTo>
                      <a:pt x="163124" y="103482"/>
                    </a:lnTo>
                    <a:lnTo>
                      <a:pt x="0" y="103482"/>
                    </a:lnTo>
                    <a:lnTo>
                      <a:pt x="0" y="55496"/>
                    </a:lnTo>
                    <a:cubicBezTo>
                      <a:pt x="0" y="28275"/>
                      <a:pt x="21818" y="11181"/>
                      <a:pt x="49719" y="3942"/>
                    </a:cubicBezTo>
                    <a:cubicBezTo>
                      <a:pt x="59880" y="1325"/>
                      <a:pt x="70789" y="0"/>
                      <a:pt x="81562" y="0"/>
                    </a:cubicBezTo>
                    <a:lnTo>
                      <a:pt x="81562" y="0"/>
                    </a:lnTo>
                    <a:cubicBezTo>
                      <a:pt x="92437" y="0"/>
                      <a:pt x="103346" y="1325"/>
                      <a:pt x="113405" y="3942"/>
                    </a:cubicBezTo>
                    <a:cubicBezTo>
                      <a:pt x="141306" y="11147"/>
                      <a:pt x="163124" y="28275"/>
                      <a:pt x="163124" y="554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0" name="Google Shape;1623;p34">
                <a:extLst>
                  <a:ext uri="{FF2B5EF4-FFF2-40B4-BE49-F238E27FC236}">
                    <a16:creationId xmlns:a16="http://schemas.microsoft.com/office/drawing/2014/main" id="{8AB383D7-8ED0-661C-0DD5-530D354CFE5E}"/>
                  </a:ext>
                </a:extLst>
              </p:cNvPr>
              <p:cNvSpPr/>
              <p:nvPr/>
            </p:nvSpPr>
            <p:spPr>
              <a:xfrm>
                <a:off x="1793260" y="3349090"/>
                <a:ext cx="76702" cy="53626"/>
              </a:xfrm>
              <a:custGeom>
                <a:avLst/>
                <a:gdLst/>
                <a:ahLst/>
                <a:cxnLst/>
                <a:rect l="l" t="t" r="r" b="b"/>
                <a:pathLst>
                  <a:path w="76702" h="53626" extrusionOk="0">
                    <a:moveTo>
                      <a:pt x="68" y="53627"/>
                    </a:moveTo>
                    <a:lnTo>
                      <a:pt x="18012" y="53627"/>
                    </a:lnTo>
                    <a:lnTo>
                      <a:pt x="18012" y="26066"/>
                    </a:lnTo>
                    <a:cubicBezTo>
                      <a:pt x="18012" y="21002"/>
                      <a:pt x="22158" y="16890"/>
                      <a:pt x="27187" y="16890"/>
                    </a:cubicBezTo>
                    <a:lnTo>
                      <a:pt x="49583" y="16890"/>
                    </a:lnTo>
                    <a:cubicBezTo>
                      <a:pt x="54613" y="16890"/>
                      <a:pt x="58759" y="21002"/>
                      <a:pt x="58759" y="26066"/>
                    </a:cubicBezTo>
                    <a:lnTo>
                      <a:pt x="58759" y="53627"/>
                    </a:lnTo>
                    <a:lnTo>
                      <a:pt x="76702" y="53627"/>
                    </a:lnTo>
                    <a:lnTo>
                      <a:pt x="76702" y="17298"/>
                    </a:lnTo>
                    <a:cubicBezTo>
                      <a:pt x="76702" y="7782"/>
                      <a:pt x="68920" y="0"/>
                      <a:pt x="59404" y="0"/>
                    </a:cubicBezTo>
                    <a:lnTo>
                      <a:pt x="17298" y="0"/>
                    </a:lnTo>
                    <a:cubicBezTo>
                      <a:pt x="7782" y="0"/>
                      <a:pt x="0" y="7782"/>
                      <a:pt x="0" y="17298"/>
                    </a:cubicBezTo>
                    <a:lnTo>
                      <a:pt x="0" y="536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1" name="Google Shape;1624;p34">
                <a:extLst>
                  <a:ext uri="{FF2B5EF4-FFF2-40B4-BE49-F238E27FC236}">
                    <a16:creationId xmlns:a16="http://schemas.microsoft.com/office/drawing/2014/main" id="{DFE4A1B2-0E69-6275-4192-1778AD15C797}"/>
                  </a:ext>
                </a:extLst>
              </p:cNvPr>
              <p:cNvSpPr/>
              <p:nvPr/>
            </p:nvSpPr>
            <p:spPr>
              <a:xfrm>
                <a:off x="1779633" y="3401528"/>
                <a:ext cx="104127" cy="17841"/>
              </a:xfrm>
              <a:custGeom>
                <a:avLst/>
                <a:gdLst/>
                <a:ahLst/>
                <a:cxnLst/>
                <a:rect l="l" t="t" r="r" b="b"/>
                <a:pathLst>
                  <a:path w="104127" h="17841" extrusionOk="0">
                    <a:moveTo>
                      <a:pt x="4452" y="0"/>
                    </a:moveTo>
                    <a:lnTo>
                      <a:pt x="99675" y="0"/>
                    </a:lnTo>
                    <a:cubicBezTo>
                      <a:pt x="102122" y="0"/>
                      <a:pt x="104127" y="2005"/>
                      <a:pt x="104127" y="4452"/>
                    </a:cubicBezTo>
                    <a:lnTo>
                      <a:pt x="104127" y="13390"/>
                    </a:lnTo>
                    <a:cubicBezTo>
                      <a:pt x="104127" y="15837"/>
                      <a:pt x="102122" y="17842"/>
                      <a:pt x="99675" y="17842"/>
                    </a:cubicBezTo>
                    <a:lnTo>
                      <a:pt x="4486" y="17842"/>
                    </a:lnTo>
                    <a:cubicBezTo>
                      <a:pt x="2005" y="17842"/>
                      <a:pt x="0" y="15837"/>
                      <a:pt x="0" y="13356"/>
                    </a:cubicBezTo>
                    <a:lnTo>
                      <a:pt x="0" y="4452"/>
                    </a:lnTo>
                    <a:cubicBezTo>
                      <a:pt x="0" y="2005"/>
                      <a:pt x="2005" y="0"/>
                      <a:pt x="44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2" name="Google Shape;1625;p34">
                <a:extLst>
                  <a:ext uri="{FF2B5EF4-FFF2-40B4-BE49-F238E27FC236}">
                    <a16:creationId xmlns:a16="http://schemas.microsoft.com/office/drawing/2014/main" id="{FC87349D-2215-4742-2817-F357D39ECBB5}"/>
                  </a:ext>
                </a:extLst>
              </p:cNvPr>
              <p:cNvSpPr/>
              <p:nvPr/>
            </p:nvSpPr>
            <p:spPr>
              <a:xfrm>
                <a:off x="1779599" y="3401528"/>
                <a:ext cx="104127" cy="7986"/>
              </a:xfrm>
              <a:custGeom>
                <a:avLst/>
                <a:gdLst/>
                <a:ahLst/>
                <a:cxnLst/>
                <a:rect l="l" t="t" r="r" b="b"/>
                <a:pathLst>
                  <a:path w="104127" h="7986" extrusionOk="0">
                    <a:moveTo>
                      <a:pt x="4486" y="0"/>
                    </a:moveTo>
                    <a:lnTo>
                      <a:pt x="99675" y="0"/>
                    </a:lnTo>
                    <a:cubicBezTo>
                      <a:pt x="102122" y="0"/>
                      <a:pt x="104127" y="2005"/>
                      <a:pt x="104127" y="4452"/>
                    </a:cubicBezTo>
                    <a:lnTo>
                      <a:pt x="104127" y="7986"/>
                    </a:lnTo>
                    <a:lnTo>
                      <a:pt x="0" y="7986"/>
                    </a:lnTo>
                    <a:lnTo>
                      <a:pt x="0" y="4452"/>
                    </a:lnTo>
                    <a:cubicBezTo>
                      <a:pt x="0" y="2005"/>
                      <a:pt x="2005" y="0"/>
                      <a:pt x="44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3" name="Google Shape;1626;p34">
                <a:extLst>
                  <a:ext uri="{FF2B5EF4-FFF2-40B4-BE49-F238E27FC236}">
                    <a16:creationId xmlns:a16="http://schemas.microsoft.com/office/drawing/2014/main" id="{13A5C3C6-E61A-E2B3-F900-A2F88E7A96E7}"/>
                  </a:ext>
                </a:extLst>
              </p:cNvPr>
              <p:cNvSpPr/>
              <p:nvPr/>
            </p:nvSpPr>
            <p:spPr>
              <a:xfrm>
                <a:off x="1822793" y="3299269"/>
                <a:ext cx="17739" cy="49820"/>
              </a:xfrm>
              <a:custGeom>
                <a:avLst/>
                <a:gdLst/>
                <a:ahLst/>
                <a:cxnLst/>
                <a:rect l="l" t="t" r="r" b="b"/>
                <a:pathLst>
                  <a:path w="17739" h="49820" extrusionOk="0">
                    <a:moveTo>
                      <a:pt x="0" y="0"/>
                    </a:moveTo>
                    <a:lnTo>
                      <a:pt x="17740" y="0"/>
                    </a:lnTo>
                    <a:lnTo>
                      <a:pt x="17740" y="49821"/>
                    </a:lnTo>
                    <a:lnTo>
                      <a:pt x="0" y="4982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4" name="Google Shape;1627;p34">
                <a:extLst>
                  <a:ext uri="{FF2B5EF4-FFF2-40B4-BE49-F238E27FC236}">
                    <a16:creationId xmlns:a16="http://schemas.microsoft.com/office/drawing/2014/main" id="{1D945BE4-72F6-884A-7BCE-F9E8B5DB0A94}"/>
                  </a:ext>
                </a:extLst>
              </p:cNvPr>
              <p:cNvSpPr/>
              <p:nvPr/>
            </p:nvSpPr>
            <p:spPr>
              <a:xfrm>
                <a:off x="1816540" y="3283331"/>
                <a:ext cx="30245" cy="30245"/>
              </a:xfrm>
              <a:custGeom>
                <a:avLst/>
                <a:gdLst/>
                <a:ahLst/>
                <a:cxnLst/>
                <a:rect l="l" t="t" r="r" b="b"/>
                <a:pathLst>
                  <a:path w="30245" h="30245" extrusionOk="0">
                    <a:moveTo>
                      <a:pt x="15123" y="30246"/>
                    </a:moveTo>
                    <a:cubicBezTo>
                      <a:pt x="23449" y="30246"/>
                      <a:pt x="30246" y="23449"/>
                      <a:pt x="30246" y="15123"/>
                    </a:cubicBezTo>
                    <a:cubicBezTo>
                      <a:pt x="30246" y="6797"/>
                      <a:pt x="23449" y="0"/>
                      <a:pt x="15123" y="0"/>
                    </a:cubicBezTo>
                    <a:cubicBezTo>
                      <a:pt x="6797" y="0"/>
                      <a:pt x="0" y="6797"/>
                      <a:pt x="0" y="15123"/>
                    </a:cubicBezTo>
                    <a:cubicBezTo>
                      <a:pt x="0" y="23449"/>
                      <a:pt x="6797" y="30246"/>
                      <a:pt x="15123" y="3024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5" name="Google Shape;1628;p34">
                <a:extLst>
                  <a:ext uri="{FF2B5EF4-FFF2-40B4-BE49-F238E27FC236}">
                    <a16:creationId xmlns:a16="http://schemas.microsoft.com/office/drawing/2014/main" id="{B7F4934C-E307-58A6-805D-C48EEEB10667}"/>
                  </a:ext>
                </a:extLst>
              </p:cNvPr>
              <p:cNvSpPr/>
              <p:nvPr/>
            </p:nvSpPr>
            <p:spPr>
              <a:xfrm>
                <a:off x="1821875" y="3286559"/>
                <a:ext cx="13729" cy="13729"/>
              </a:xfrm>
              <a:custGeom>
                <a:avLst/>
                <a:gdLst/>
                <a:ahLst/>
                <a:cxnLst/>
                <a:rect l="l" t="t" r="r" b="b"/>
                <a:pathLst>
                  <a:path w="13729" h="13729" extrusionOk="0">
                    <a:moveTo>
                      <a:pt x="6865" y="13730"/>
                    </a:moveTo>
                    <a:cubicBezTo>
                      <a:pt x="10637" y="13730"/>
                      <a:pt x="13730" y="10637"/>
                      <a:pt x="13730" y="6865"/>
                    </a:cubicBezTo>
                    <a:cubicBezTo>
                      <a:pt x="13730" y="3093"/>
                      <a:pt x="10637" y="0"/>
                      <a:pt x="6865" y="0"/>
                    </a:cubicBezTo>
                    <a:cubicBezTo>
                      <a:pt x="3093" y="0"/>
                      <a:pt x="0" y="3093"/>
                      <a:pt x="0" y="6865"/>
                    </a:cubicBezTo>
                    <a:cubicBezTo>
                      <a:pt x="0" y="10637"/>
                      <a:pt x="3093" y="13730"/>
                      <a:pt x="6865" y="137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6" name="Google Shape;1629;p34">
                <a:extLst>
                  <a:ext uri="{FF2B5EF4-FFF2-40B4-BE49-F238E27FC236}">
                    <a16:creationId xmlns:a16="http://schemas.microsoft.com/office/drawing/2014/main" id="{0F7241BB-E68C-1EDA-4C34-9B25A10E4A9A}"/>
                  </a:ext>
                </a:extLst>
              </p:cNvPr>
              <p:cNvSpPr/>
              <p:nvPr/>
            </p:nvSpPr>
            <p:spPr>
              <a:xfrm>
                <a:off x="1921517" y="3349090"/>
                <a:ext cx="76702" cy="53626"/>
              </a:xfrm>
              <a:custGeom>
                <a:avLst/>
                <a:gdLst/>
                <a:ahLst/>
                <a:cxnLst/>
                <a:rect l="l" t="t" r="r" b="b"/>
                <a:pathLst>
                  <a:path w="76702" h="53626" extrusionOk="0">
                    <a:moveTo>
                      <a:pt x="34" y="53627"/>
                    </a:moveTo>
                    <a:lnTo>
                      <a:pt x="17978" y="53627"/>
                    </a:lnTo>
                    <a:lnTo>
                      <a:pt x="17978" y="26066"/>
                    </a:lnTo>
                    <a:cubicBezTo>
                      <a:pt x="17978" y="21002"/>
                      <a:pt x="22124" y="16890"/>
                      <a:pt x="27153" y="16890"/>
                    </a:cubicBezTo>
                    <a:lnTo>
                      <a:pt x="49549" y="16890"/>
                    </a:lnTo>
                    <a:cubicBezTo>
                      <a:pt x="54612" y="16890"/>
                      <a:pt x="58759" y="21002"/>
                      <a:pt x="58759" y="26066"/>
                    </a:cubicBezTo>
                    <a:lnTo>
                      <a:pt x="58759" y="53627"/>
                    </a:lnTo>
                    <a:lnTo>
                      <a:pt x="76702" y="53627"/>
                    </a:lnTo>
                    <a:lnTo>
                      <a:pt x="76702" y="17298"/>
                    </a:lnTo>
                    <a:cubicBezTo>
                      <a:pt x="76702" y="7782"/>
                      <a:pt x="68920" y="0"/>
                      <a:pt x="59404" y="0"/>
                    </a:cubicBezTo>
                    <a:lnTo>
                      <a:pt x="17298" y="0"/>
                    </a:lnTo>
                    <a:cubicBezTo>
                      <a:pt x="7782" y="0"/>
                      <a:pt x="0" y="7782"/>
                      <a:pt x="0" y="17298"/>
                    </a:cubicBezTo>
                    <a:lnTo>
                      <a:pt x="0" y="536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7" name="Google Shape;1630;p34">
                <a:extLst>
                  <a:ext uri="{FF2B5EF4-FFF2-40B4-BE49-F238E27FC236}">
                    <a16:creationId xmlns:a16="http://schemas.microsoft.com/office/drawing/2014/main" id="{40A2B1CC-4078-5516-9D03-3504EB5D295E}"/>
                  </a:ext>
                </a:extLst>
              </p:cNvPr>
              <p:cNvSpPr/>
              <p:nvPr/>
            </p:nvSpPr>
            <p:spPr>
              <a:xfrm>
                <a:off x="1907855" y="3401528"/>
                <a:ext cx="104093" cy="17841"/>
              </a:xfrm>
              <a:custGeom>
                <a:avLst/>
                <a:gdLst/>
                <a:ahLst/>
                <a:cxnLst/>
                <a:rect l="l" t="t" r="r" b="b"/>
                <a:pathLst>
                  <a:path w="104093" h="17841" extrusionOk="0">
                    <a:moveTo>
                      <a:pt x="4452" y="0"/>
                    </a:moveTo>
                    <a:lnTo>
                      <a:pt x="99642" y="0"/>
                    </a:lnTo>
                    <a:cubicBezTo>
                      <a:pt x="102089" y="0"/>
                      <a:pt x="104093" y="2005"/>
                      <a:pt x="104093" y="4452"/>
                    </a:cubicBezTo>
                    <a:lnTo>
                      <a:pt x="104093" y="13390"/>
                    </a:lnTo>
                    <a:cubicBezTo>
                      <a:pt x="104093" y="15837"/>
                      <a:pt x="102089" y="17842"/>
                      <a:pt x="99642" y="17842"/>
                    </a:cubicBezTo>
                    <a:lnTo>
                      <a:pt x="4452" y="17842"/>
                    </a:lnTo>
                    <a:cubicBezTo>
                      <a:pt x="2005" y="17842"/>
                      <a:pt x="0" y="15837"/>
                      <a:pt x="0" y="13390"/>
                    </a:cubicBezTo>
                    <a:lnTo>
                      <a:pt x="0" y="4452"/>
                    </a:lnTo>
                    <a:cubicBezTo>
                      <a:pt x="0" y="2005"/>
                      <a:pt x="2005" y="0"/>
                      <a:pt x="44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8" name="Google Shape;1631;p34">
                <a:extLst>
                  <a:ext uri="{FF2B5EF4-FFF2-40B4-BE49-F238E27FC236}">
                    <a16:creationId xmlns:a16="http://schemas.microsoft.com/office/drawing/2014/main" id="{5FB5F88F-8746-3BF2-4C57-BFB11D8D1CE2}"/>
                  </a:ext>
                </a:extLst>
              </p:cNvPr>
              <p:cNvSpPr/>
              <p:nvPr/>
            </p:nvSpPr>
            <p:spPr>
              <a:xfrm>
                <a:off x="1907855" y="3401528"/>
                <a:ext cx="104093" cy="7986"/>
              </a:xfrm>
              <a:custGeom>
                <a:avLst/>
                <a:gdLst/>
                <a:ahLst/>
                <a:cxnLst/>
                <a:rect l="l" t="t" r="r" b="b"/>
                <a:pathLst>
                  <a:path w="104093" h="7986" extrusionOk="0">
                    <a:moveTo>
                      <a:pt x="4452" y="0"/>
                    </a:moveTo>
                    <a:lnTo>
                      <a:pt x="99642" y="0"/>
                    </a:lnTo>
                    <a:cubicBezTo>
                      <a:pt x="102089" y="0"/>
                      <a:pt x="104093" y="2005"/>
                      <a:pt x="104093" y="4452"/>
                    </a:cubicBezTo>
                    <a:lnTo>
                      <a:pt x="104093" y="7986"/>
                    </a:lnTo>
                    <a:lnTo>
                      <a:pt x="0" y="7986"/>
                    </a:lnTo>
                    <a:lnTo>
                      <a:pt x="0" y="4452"/>
                    </a:lnTo>
                    <a:cubicBezTo>
                      <a:pt x="0" y="2005"/>
                      <a:pt x="2005" y="0"/>
                      <a:pt x="44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9" name="Google Shape;1632;p34">
                <a:extLst>
                  <a:ext uri="{FF2B5EF4-FFF2-40B4-BE49-F238E27FC236}">
                    <a16:creationId xmlns:a16="http://schemas.microsoft.com/office/drawing/2014/main" id="{D3B57EAD-EA79-2A03-9302-CFAEA2958ED4}"/>
                  </a:ext>
                </a:extLst>
              </p:cNvPr>
              <p:cNvSpPr/>
              <p:nvPr/>
            </p:nvSpPr>
            <p:spPr>
              <a:xfrm>
                <a:off x="1951015" y="3299269"/>
                <a:ext cx="17739" cy="49820"/>
              </a:xfrm>
              <a:custGeom>
                <a:avLst/>
                <a:gdLst/>
                <a:ahLst/>
                <a:cxnLst/>
                <a:rect l="l" t="t" r="r" b="b"/>
                <a:pathLst>
                  <a:path w="17739" h="49820" extrusionOk="0">
                    <a:moveTo>
                      <a:pt x="0" y="0"/>
                    </a:moveTo>
                    <a:lnTo>
                      <a:pt x="17740" y="0"/>
                    </a:lnTo>
                    <a:lnTo>
                      <a:pt x="17740" y="49821"/>
                    </a:lnTo>
                    <a:lnTo>
                      <a:pt x="0" y="4982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3" name="Google Shape;1633;p34">
                <a:extLst>
                  <a:ext uri="{FF2B5EF4-FFF2-40B4-BE49-F238E27FC236}">
                    <a16:creationId xmlns:a16="http://schemas.microsoft.com/office/drawing/2014/main" id="{3B285D24-2800-7C21-9928-C25898D623A9}"/>
                  </a:ext>
                </a:extLst>
              </p:cNvPr>
              <p:cNvSpPr/>
              <p:nvPr/>
            </p:nvSpPr>
            <p:spPr>
              <a:xfrm>
                <a:off x="1944762" y="3283331"/>
                <a:ext cx="30245" cy="30245"/>
              </a:xfrm>
              <a:custGeom>
                <a:avLst/>
                <a:gdLst/>
                <a:ahLst/>
                <a:cxnLst/>
                <a:rect l="l" t="t" r="r" b="b"/>
                <a:pathLst>
                  <a:path w="30245" h="30245" extrusionOk="0">
                    <a:moveTo>
                      <a:pt x="15123" y="30246"/>
                    </a:moveTo>
                    <a:cubicBezTo>
                      <a:pt x="23449" y="30246"/>
                      <a:pt x="30246" y="23449"/>
                      <a:pt x="30246" y="15123"/>
                    </a:cubicBezTo>
                    <a:cubicBezTo>
                      <a:pt x="30246" y="6797"/>
                      <a:pt x="23449" y="0"/>
                      <a:pt x="15123" y="0"/>
                    </a:cubicBezTo>
                    <a:cubicBezTo>
                      <a:pt x="6797" y="0"/>
                      <a:pt x="0" y="6797"/>
                      <a:pt x="0" y="15123"/>
                    </a:cubicBezTo>
                    <a:cubicBezTo>
                      <a:pt x="0" y="23449"/>
                      <a:pt x="6797" y="30246"/>
                      <a:pt x="15123" y="3024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4" name="Google Shape;1634;p34">
                <a:extLst>
                  <a:ext uri="{FF2B5EF4-FFF2-40B4-BE49-F238E27FC236}">
                    <a16:creationId xmlns:a16="http://schemas.microsoft.com/office/drawing/2014/main" id="{E08A920E-DB5F-2357-94D1-2E3DAC67A960}"/>
                  </a:ext>
                </a:extLst>
              </p:cNvPr>
              <p:cNvSpPr/>
              <p:nvPr/>
            </p:nvSpPr>
            <p:spPr>
              <a:xfrm>
                <a:off x="1950097" y="3286559"/>
                <a:ext cx="13729" cy="13729"/>
              </a:xfrm>
              <a:custGeom>
                <a:avLst/>
                <a:gdLst/>
                <a:ahLst/>
                <a:cxnLst/>
                <a:rect l="l" t="t" r="r" b="b"/>
                <a:pathLst>
                  <a:path w="13729" h="13729" extrusionOk="0">
                    <a:moveTo>
                      <a:pt x="6865" y="13730"/>
                    </a:moveTo>
                    <a:cubicBezTo>
                      <a:pt x="10637" y="13730"/>
                      <a:pt x="13730" y="10637"/>
                      <a:pt x="13730" y="6865"/>
                    </a:cubicBezTo>
                    <a:cubicBezTo>
                      <a:pt x="13730" y="3093"/>
                      <a:pt x="10637" y="0"/>
                      <a:pt x="6865" y="0"/>
                    </a:cubicBezTo>
                    <a:cubicBezTo>
                      <a:pt x="3092" y="0"/>
                      <a:pt x="0" y="3093"/>
                      <a:pt x="0" y="6865"/>
                    </a:cubicBezTo>
                    <a:cubicBezTo>
                      <a:pt x="0" y="10637"/>
                      <a:pt x="3092" y="13730"/>
                      <a:pt x="6865" y="137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5" name="Google Shape;1635;p34">
                <a:extLst>
                  <a:ext uri="{FF2B5EF4-FFF2-40B4-BE49-F238E27FC236}">
                    <a16:creationId xmlns:a16="http://schemas.microsoft.com/office/drawing/2014/main" id="{3DE79C5B-F36C-649F-D9FC-24D492AE0BF0}"/>
                  </a:ext>
                </a:extLst>
              </p:cNvPr>
              <p:cNvSpPr/>
              <p:nvPr/>
            </p:nvSpPr>
            <p:spPr>
              <a:xfrm>
                <a:off x="2040937" y="3374578"/>
                <a:ext cx="76702" cy="53626"/>
              </a:xfrm>
              <a:custGeom>
                <a:avLst/>
                <a:gdLst/>
                <a:ahLst/>
                <a:cxnLst/>
                <a:rect l="l" t="t" r="r" b="b"/>
                <a:pathLst>
                  <a:path w="76702" h="53626" extrusionOk="0">
                    <a:moveTo>
                      <a:pt x="68" y="0"/>
                    </a:moveTo>
                    <a:lnTo>
                      <a:pt x="18012" y="0"/>
                    </a:lnTo>
                    <a:lnTo>
                      <a:pt x="18012" y="27561"/>
                    </a:lnTo>
                    <a:cubicBezTo>
                      <a:pt x="18012" y="32625"/>
                      <a:pt x="22158" y="36771"/>
                      <a:pt x="27187" y="36771"/>
                    </a:cubicBezTo>
                    <a:lnTo>
                      <a:pt x="49583" y="36771"/>
                    </a:lnTo>
                    <a:cubicBezTo>
                      <a:pt x="54612" y="36771"/>
                      <a:pt x="58759" y="32625"/>
                      <a:pt x="58759" y="27561"/>
                    </a:cubicBezTo>
                    <a:lnTo>
                      <a:pt x="58759" y="0"/>
                    </a:lnTo>
                    <a:lnTo>
                      <a:pt x="76702" y="0"/>
                    </a:lnTo>
                    <a:lnTo>
                      <a:pt x="76702" y="36363"/>
                    </a:lnTo>
                    <a:cubicBezTo>
                      <a:pt x="76702" y="45879"/>
                      <a:pt x="68920" y="53627"/>
                      <a:pt x="59404" y="53627"/>
                    </a:cubicBezTo>
                    <a:lnTo>
                      <a:pt x="17298" y="53627"/>
                    </a:lnTo>
                    <a:cubicBezTo>
                      <a:pt x="7782" y="53627"/>
                      <a:pt x="0" y="45845"/>
                      <a:pt x="0" y="3636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6" name="Google Shape;1636;p34">
                <a:extLst>
                  <a:ext uri="{FF2B5EF4-FFF2-40B4-BE49-F238E27FC236}">
                    <a16:creationId xmlns:a16="http://schemas.microsoft.com/office/drawing/2014/main" id="{696DCEC0-2EF2-2B58-C48C-E97B826250EB}"/>
                  </a:ext>
                </a:extLst>
              </p:cNvPr>
              <p:cNvSpPr/>
              <p:nvPr/>
            </p:nvSpPr>
            <p:spPr>
              <a:xfrm>
                <a:off x="2027343" y="3357926"/>
                <a:ext cx="104059" cy="17807"/>
              </a:xfrm>
              <a:custGeom>
                <a:avLst/>
                <a:gdLst/>
                <a:ahLst/>
                <a:cxnLst/>
                <a:rect l="l" t="t" r="r" b="b"/>
                <a:pathLst>
                  <a:path w="104059" h="17807" extrusionOk="0">
                    <a:moveTo>
                      <a:pt x="4418" y="0"/>
                    </a:moveTo>
                    <a:lnTo>
                      <a:pt x="99608" y="0"/>
                    </a:lnTo>
                    <a:cubicBezTo>
                      <a:pt x="102054" y="0"/>
                      <a:pt x="104059" y="2005"/>
                      <a:pt x="104059" y="4452"/>
                    </a:cubicBezTo>
                    <a:lnTo>
                      <a:pt x="104059" y="13356"/>
                    </a:lnTo>
                    <a:cubicBezTo>
                      <a:pt x="104059" y="15837"/>
                      <a:pt x="102054" y="17808"/>
                      <a:pt x="99608" y="17808"/>
                    </a:cubicBezTo>
                    <a:lnTo>
                      <a:pt x="4452" y="17808"/>
                    </a:lnTo>
                    <a:cubicBezTo>
                      <a:pt x="1971" y="17808"/>
                      <a:pt x="0" y="15803"/>
                      <a:pt x="0" y="13356"/>
                    </a:cubicBezTo>
                    <a:lnTo>
                      <a:pt x="0" y="4452"/>
                    </a:lnTo>
                    <a:cubicBezTo>
                      <a:pt x="0" y="2005"/>
                      <a:pt x="2005" y="0"/>
                      <a:pt x="44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7" name="Google Shape;1637;p34">
                <a:extLst>
                  <a:ext uri="{FF2B5EF4-FFF2-40B4-BE49-F238E27FC236}">
                    <a16:creationId xmlns:a16="http://schemas.microsoft.com/office/drawing/2014/main" id="{FEAFF3D5-B5A6-72D6-4AA4-442317CC906E}"/>
                  </a:ext>
                </a:extLst>
              </p:cNvPr>
              <p:cNvSpPr/>
              <p:nvPr/>
            </p:nvSpPr>
            <p:spPr>
              <a:xfrm>
                <a:off x="2027309" y="3367782"/>
                <a:ext cx="104093" cy="7986"/>
              </a:xfrm>
              <a:custGeom>
                <a:avLst/>
                <a:gdLst/>
                <a:ahLst/>
                <a:cxnLst/>
                <a:rect l="l" t="t" r="r" b="b"/>
                <a:pathLst>
                  <a:path w="104093" h="7986" extrusionOk="0">
                    <a:moveTo>
                      <a:pt x="4452" y="7986"/>
                    </a:moveTo>
                    <a:lnTo>
                      <a:pt x="99642" y="7986"/>
                    </a:lnTo>
                    <a:cubicBezTo>
                      <a:pt x="102088" y="7986"/>
                      <a:pt x="104093" y="5981"/>
                      <a:pt x="104093" y="3534"/>
                    </a:cubicBezTo>
                    <a:lnTo>
                      <a:pt x="104093" y="0"/>
                    </a:lnTo>
                    <a:lnTo>
                      <a:pt x="0" y="0"/>
                    </a:lnTo>
                    <a:lnTo>
                      <a:pt x="0" y="3534"/>
                    </a:lnTo>
                    <a:cubicBezTo>
                      <a:pt x="0" y="5981"/>
                      <a:pt x="2005" y="7986"/>
                      <a:pt x="4452" y="798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8" name="Google Shape;1638;p34">
                <a:extLst>
                  <a:ext uri="{FF2B5EF4-FFF2-40B4-BE49-F238E27FC236}">
                    <a16:creationId xmlns:a16="http://schemas.microsoft.com/office/drawing/2014/main" id="{46D7043F-BA90-9CD5-F8CE-99125FD2A5A3}"/>
                  </a:ext>
                </a:extLst>
              </p:cNvPr>
              <p:cNvSpPr/>
              <p:nvPr/>
            </p:nvSpPr>
            <p:spPr>
              <a:xfrm>
                <a:off x="2070469" y="3428205"/>
                <a:ext cx="17739" cy="49786"/>
              </a:xfrm>
              <a:custGeom>
                <a:avLst/>
                <a:gdLst/>
                <a:ahLst/>
                <a:cxnLst/>
                <a:rect l="l" t="t" r="r" b="b"/>
                <a:pathLst>
                  <a:path w="17739" h="49786" extrusionOk="0">
                    <a:moveTo>
                      <a:pt x="0" y="0"/>
                    </a:moveTo>
                    <a:lnTo>
                      <a:pt x="17740" y="0"/>
                    </a:lnTo>
                    <a:lnTo>
                      <a:pt x="17740" y="49787"/>
                    </a:lnTo>
                    <a:lnTo>
                      <a:pt x="0" y="497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9" name="Google Shape;1639;p34">
                <a:extLst>
                  <a:ext uri="{FF2B5EF4-FFF2-40B4-BE49-F238E27FC236}">
                    <a16:creationId xmlns:a16="http://schemas.microsoft.com/office/drawing/2014/main" id="{B980490A-1BCA-C390-3383-188373E99453}"/>
                  </a:ext>
                </a:extLst>
              </p:cNvPr>
              <p:cNvSpPr/>
              <p:nvPr/>
            </p:nvSpPr>
            <p:spPr>
              <a:xfrm>
                <a:off x="2064216" y="3463719"/>
                <a:ext cx="30245" cy="30245"/>
              </a:xfrm>
              <a:custGeom>
                <a:avLst/>
                <a:gdLst/>
                <a:ahLst/>
                <a:cxnLst/>
                <a:rect l="l" t="t" r="r" b="b"/>
                <a:pathLst>
                  <a:path w="30245" h="30245" extrusionOk="0">
                    <a:moveTo>
                      <a:pt x="15123" y="30246"/>
                    </a:moveTo>
                    <a:cubicBezTo>
                      <a:pt x="23449" y="30246"/>
                      <a:pt x="30246" y="23449"/>
                      <a:pt x="30246" y="15123"/>
                    </a:cubicBezTo>
                    <a:cubicBezTo>
                      <a:pt x="30246" y="6797"/>
                      <a:pt x="23449" y="0"/>
                      <a:pt x="15123" y="0"/>
                    </a:cubicBezTo>
                    <a:cubicBezTo>
                      <a:pt x="6797" y="0"/>
                      <a:pt x="0" y="6797"/>
                      <a:pt x="0" y="15123"/>
                    </a:cubicBezTo>
                    <a:cubicBezTo>
                      <a:pt x="0" y="23449"/>
                      <a:pt x="6797" y="30246"/>
                      <a:pt x="15123" y="3024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0" name="Google Shape;1640;p34">
                <a:extLst>
                  <a:ext uri="{FF2B5EF4-FFF2-40B4-BE49-F238E27FC236}">
                    <a16:creationId xmlns:a16="http://schemas.microsoft.com/office/drawing/2014/main" id="{824321A3-3150-8518-2365-5E4D903F5EFC}"/>
                  </a:ext>
                </a:extLst>
              </p:cNvPr>
              <p:cNvSpPr/>
              <p:nvPr/>
            </p:nvSpPr>
            <p:spPr>
              <a:xfrm>
                <a:off x="2069552" y="3477007"/>
                <a:ext cx="13729" cy="13729"/>
              </a:xfrm>
              <a:custGeom>
                <a:avLst/>
                <a:gdLst/>
                <a:ahLst/>
                <a:cxnLst/>
                <a:rect l="l" t="t" r="r" b="b"/>
                <a:pathLst>
                  <a:path w="13729" h="13729" extrusionOk="0">
                    <a:moveTo>
                      <a:pt x="6865" y="13730"/>
                    </a:moveTo>
                    <a:cubicBezTo>
                      <a:pt x="10637" y="13730"/>
                      <a:pt x="13730" y="10637"/>
                      <a:pt x="13730" y="6865"/>
                    </a:cubicBezTo>
                    <a:cubicBezTo>
                      <a:pt x="13730" y="3092"/>
                      <a:pt x="10637" y="0"/>
                      <a:pt x="6865" y="0"/>
                    </a:cubicBezTo>
                    <a:cubicBezTo>
                      <a:pt x="3092" y="0"/>
                      <a:pt x="0" y="3092"/>
                      <a:pt x="0" y="6865"/>
                    </a:cubicBezTo>
                    <a:cubicBezTo>
                      <a:pt x="0" y="10637"/>
                      <a:pt x="3092" y="13730"/>
                      <a:pt x="6865" y="137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1" name="Google Shape;1641;p34">
                <a:extLst>
                  <a:ext uri="{FF2B5EF4-FFF2-40B4-BE49-F238E27FC236}">
                    <a16:creationId xmlns:a16="http://schemas.microsoft.com/office/drawing/2014/main" id="{2013E577-86AA-8B60-8CCB-54CE49CD9F6D}"/>
                  </a:ext>
                </a:extLst>
              </p:cNvPr>
              <p:cNvSpPr/>
              <p:nvPr/>
            </p:nvSpPr>
            <p:spPr>
              <a:xfrm rot="-1320846">
                <a:off x="1917341" y="2960111"/>
                <a:ext cx="62014" cy="62014"/>
              </a:xfrm>
              <a:custGeom>
                <a:avLst/>
                <a:gdLst/>
                <a:ahLst/>
                <a:cxnLst/>
                <a:rect l="l" t="t" r="r" b="b"/>
                <a:pathLst>
                  <a:path w="61987" h="61987" extrusionOk="0">
                    <a:moveTo>
                      <a:pt x="61987" y="30994"/>
                    </a:moveTo>
                    <a:cubicBezTo>
                      <a:pt x="61987" y="48111"/>
                      <a:pt x="48111" y="61987"/>
                      <a:pt x="30994" y="61987"/>
                    </a:cubicBezTo>
                    <a:cubicBezTo>
                      <a:pt x="13876" y="61987"/>
                      <a:pt x="0" y="48111"/>
                      <a:pt x="0" y="30994"/>
                    </a:cubicBezTo>
                    <a:cubicBezTo>
                      <a:pt x="0" y="13876"/>
                      <a:pt x="13876" y="0"/>
                      <a:pt x="30994" y="0"/>
                    </a:cubicBezTo>
                    <a:cubicBezTo>
                      <a:pt x="48111" y="0"/>
                      <a:pt x="61987" y="13876"/>
                      <a:pt x="61987" y="3099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2" name="Google Shape;1642;p34">
                <a:extLst>
                  <a:ext uri="{FF2B5EF4-FFF2-40B4-BE49-F238E27FC236}">
                    <a16:creationId xmlns:a16="http://schemas.microsoft.com/office/drawing/2014/main" id="{BC38404B-E68D-FFDC-92F8-6C0490231576}"/>
                  </a:ext>
                </a:extLst>
              </p:cNvPr>
              <p:cNvSpPr/>
              <p:nvPr/>
            </p:nvSpPr>
            <p:spPr>
              <a:xfrm>
                <a:off x="1926071" y="2969045"/>
                <a:ext cx="44315" cy="44315"/>
              </a:xfrm>
              <a:custGeom>
                <a:avLst/>
                <a:gdLst/>
                <a:ahLst/>
                <a:cxnLst/>
                <a:rect l="l" t="t" r="r" b="b"/>
                <a:pathLst>
                  <a:path w="44315" h="44315" extrusionOk="0">
                    <a:moveTo>
                      <a:pt x="22158" y="44315"/>
                    </a:moveTo>
                    <a:cubicBezTo>
                      <a:pt x="34358" y="44315"/>
                      <a:pt x="44315" y="34358"/>
                      <a:pt x="44315" y="22158"/>
                    </a:cubicBezTo>
                    <a:cubicBezTo>
                      <a:pt x="44315" y="9957"/>
                      <a:pt x="34358" y="0"/>
                      <a:pt x="22158" y="0"/>
                    </a:cubicBezTo>
                    <a:cubicBezTo>
                      <a:pt x="9957" y="0"/>
                      <a:pt x="0" y="9957"/>
                      <a:pt x="0" y="22158"/>
                    </a:cubicBezTo>
                    <a:cubicBezTo>
                      <a:pt x="0" y="34358"/>
                      <a:pt x="9957" y="44315"/>
                      <a:pt x="22158" y="443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3" name="Google Shape;1643;p34">
                <a:extLst>
                  <a:ext uri="{FF2B5EF4-FFF2-40B4-BE49-F238E27FC236}">
                    <a16:creationId xmlns:a16="http://schemas.microsoft.com/office/drawing/2014/main" id="{B7054ECF-A3FB-6051-4534-639A8EB28410}"/>
                  </a:ext>
                </a:extLst>
              </p:cNvPr>
              <p:cNvSpPr/>
              <p:nvPr/>
            </p:nvSpPr>
            <p:spPr>
              <a:xfrm>
                <a:off x="1933717" y="2977576"/>
                <a:ext cx="16924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6924" h="16924" extrusionOk="0">
                    <a:moveTo>
                      <a:pt x="8462" y="16924"/>
                    </a:moveTo>
                    <a:cubicBezTo>
                      <a:pt x="13118" y="16924"/>
                      <a:pt x="16924" y="13118"/>
                      <a:pt x="16924" y="8462"/>
                    </a:cubicBezTo>
                    <a:cubicBezTo>
                      <a:pt x="16924" y="3806"/>
                      <a:pt x="13118" y="0"/>
                      <a:pt x="8462" y="0"/>
                    </a:cubicBezTo>
                    <a:cubicBezTo>
                      <a:pt x="3806" y="0"/>
                      <a:pt x="0" y="3806"/>
                      <a:pt x="0" y="8462"/>
                    </a:cubicBezTo>
                    <a:cubicBezTo>
                      <a:pt x="0" y="13118"/>
                      <a:pt x="3806" y="16924"/>
                      <a:pt x="8462" y="169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4" name="Google Shape;1644;p34">
                <a:extLst>
                  <a:ext uri="{FF2B5EF4-FFF2-40B4-BE49-F238E27FC236}">
                    <a16:creationId xmlns:a16="http://schemas.microsoft.com/office/drawing/2014/main" id="{820C20E9-C1F3-4E58-561B-7BA38B009E8B}"/>
                  </a:ext>
                </a:extLst>
              </p:cNvPr>
              <p:cNvSpPr/>
              <p:nvPr/>
            </p:nvSpPr>
            <p:spPr>
              <a:xfrm>
                <a:off x="1917235" y="3053870"/>
                <a:ext cx="61987" cy="61953"/>
              </a:xfrm>
              <a:custGeom>
                <a:avLst/>
                <a:gdLst/>
                <a:ahLst/>
                <a:cxnLst/>
                <a:rect l="l" t="t" r="r" b="b"/>
                <a:pathLst>
                  <a:path w="61987" h="61953" extrusionOk="0">
                    <a:moveTo>
                      <a:pt x="30994" y="61953"/>
                    </a:moveTo>
                    <a:cubicBezTo>
                      <a:pt x="48054" y="61953"/>
                      <a:pt x="61987" y="48053"/>
                      <a:pt x="61987" y="30994"/>
                    </a:cubicBezTo>
                    <a:cubicBezTo>
                      <a:pt x="61987" y="13933"/>
                      <a:pt x="48088" y="0"/>
                      <a:pt x="30994" y="0"/>
                    </a:cubicBezTo>
                    <a:cubicBezTo>
                      <a:pt x="13900" y="0"/>
                      <a:pt x="0" y="13899"/>
                      <a:pt x="0" y="30994"/>
                    </a:cubicBezTo>
                    <a:cubicBezTo>
                      <a:pt x="0" y="48087"/>
                      <a:pt x="13900" y="61953"/>
                      <a:pt x="30994" y="6195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5" name="Google Shape;1645;p34">
                <a:extLst>
                  <a:ext uri="{FF2B5EF4-FFF2-40B4-BE49-F238E27FC236}">
                    <a16:creationId xmlns:a16="http://schemas.microsoft.com/office/drawing/2014/main" id="{15039718-42E7-BDF8-A172-7CDE0331A434}"/>
                  </a:ext>
                </a:extLst>
              </p:cNvPr>
              <p:cNvSpPr/>
              <p:nvPr/>
            </p:nvSpPr>
            <p:spPr>
              <a:xfrm>
                <a:off x="1926071" y="3062672"/>
                <a:ext cx="44315" cy="44315"/>
              </a:xfrm>
              <a:custGeom>
                <a:avLst/>
                <a:gdLst/>
                <a:ahLst/>
                <a:cxnLst/>
                <a:rect l="l" t="t" r="r" b="b"/>
                <a:pathLst>
                  <a:path w="44315" h="44315" extrusionOk="0">
                    <a:moveTo>
                      <a:pt x="22158" y="44315"/>
                    </a:moveTo>
                    <a:cubicBezTo>
                      <a:pt x="34358" y="44315"/>
                      <a:pt x="44315" y="34358"/>
                      <a:pt x="44315" y="22158"/>
                    </a:cubicBezTo>
                    <a:cubicBezTo>
                      <a:pt x="44315" y="9957"/>
                      <a:pt x="34358" y="0"/>
                      <a:pt x="22158" y="0"/>
                    </a:cubicBezTo>
                    <a:cubicBezTo>
                      <a:pt x="9957" y="0"/>
                      <a:pt x="0" y="9957"/>
                      <a:pt x="0" y="22158"/>
                    </a:cubicBezTo>
                    <a:cubicBezTo>
                      <a:pt x="0" y="34358"/>
                      <a:pt x="9957" y="44315"/>
                      <a:pt x="22158" y="443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6" name="Google Shape;1646;p34">
                <a:extLst>
                  <a:ext uri="{FF2B5EF4-FFF2-40B4-BE49-F238E27FC236}">
                    <a16:creationId xmlns:a16="http://schemas.microsoft.com/office/drawing/2014/main" id="{ECACDF8C-7A87-CF21-5E36-C2752066B370}"/>
                  </a:ext>
                </a:extLst>
              </p:cNvPr>
              <p:cNvSpPr/>
              <p:nvPr/>
            </p:nvSpPr>
            <p:spPr>
              <a:xfrm>
                <a:off x="1933717" y="3071202"/>
                <a:ext cx="16924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6924" h="16924" extrusionOk="0">
                    <a:moveTo>
                      <a:pt x="8462" y="16924"/>
                    </a:moveTo>
                    <a:cubicBezTo>
                      <a:pt x="13118" y="16924"/>
                      <a:pt x="16924" y="13118"/>
                      <a:pt x="16924" y="8462"/>
                    </a:cubicBezTo>
                    <a:cubicBezTo>
                      <a:pt x="16924" y="3806"/>
                      <a:pt x="13118" y="0"/>
                      <a:pt x="8462" y="0"/>
                    </a:cubicBezTo>
                    <a:cubicBezTo>
                      <a:pt x="3806" y="0"/>
                      <a:pt x="0" y="3806"/>
                      <a:pt x="0" y="8462"/>
                    </a:cubicBezTo>
                    <a:cubicBezTo>
                      <a:pt x="0" y="13118"/>
                      <a:pt x="3806" y="16924"/>
                      <a:pt x="8462" y="169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7" name="Google Shape;1647;p34">
                <a:extLst>
                  <a:ext uri="{FF2B5EF4-FFF2-40B4-BE49-F238E27FC236}">
                    <a16:creationId xmlns:a16="http://schemas.microsoft.com/office/drawing/2014/main" id="{4EF99A34-6B41-F54F-B677-5D3BBCA4BAE7}"/>
                  </a:ext>
                </a:extLst>
              </p:cNvPr>
              <p:cNvSpPr/>
              <p:nvPr/>
            </p:nvSpPr>
            <p:spPr>
              <a:xfrm>
                <a:off x="2002025" y="2960210"/>
                <a:ext cx="61953" cy="61987"/>
              </a:xfrm>
              <a:custGeom>
                <a:avLst/>
                <a:gdLst/>
                <a:ahLst/>
                <a:cxnLst/>
                <a:rect l="l" t="t" r="r" b="b"/>
                <a:pathLst>
                  <a:path w="61953" h="61987" extrusionOk="0">
                    <a:moveTo>
                      <a:pt x="30994" y="61987"/>
                    </a:moveTo>
                    <a:cubicBezTo>
                      <a:pt x="48054" y="61987"/>
                      <a:pt x="61953" y="48087"/>
                      <a:pt x="61953" y="30994"/>
                    </a:cubicBezTo>
                    <a:cubicBezTo>
                      <a:pt x="61953" y="13899"/>
                      <a:pt x="48054" y="0"/>
                      <a:pt x="30994" y="0"/>
                    </a:cubicBezTo>
                    <a:cubicBezTo>
                      <a:pt x="13933" y="0"/>
                      <a:pt x="0" y="13899"/>
                      <a:pt x="0" y="30994"/>
                    </a:cubicBezTo>
                    <a:cubicBezTo>
                      <a:pt x="0" y="48087"/>
                      <a:pt x="13899" y="61987"/>
                      <a:pt x="30994" y="619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8" name="Google Shape;1648;p34">
                <a:extLst>
                  <a:ext uri="{FF2B5EF4-FFF2-40B4-BE49-F238E27FC236}">
                    <a16:creationId xmlns:a16="http://schemas.microsoft.com/office/drawing/2014/main" id="{B3E5CEED-53C3-3331-AF36-01DE242262E1}"/>
                  </a:ext>
                </a:extLst>
              </p:cNvPr>
              <p:cNvSpPr/>
              <p:nvPr/>
            </p:nvSpPr>
            <p:spPr>
              <a:xfrm>
                <a:off x="2010861" y="2969045"/>
                <a:ext cx="44315" cy="44315"/>
              </a:xfrm>
              <a:custGeom>
                <a:avLst/>
                <a:gdLst/>
                <a:ahLst/>
                <a:cxnLst/>
                <a:rect l="l" t="t" r="r" b="b"/>
                <a:pathLst>
                  <a:path w="44315" h="44315" extrusionOk="0">
                    <a:moveTo>
                      <a:pt x="22158" y="44315"/>
                    </a:moveTo>
                    <a:cubicBezTo>
                      <a:pt x="34358" y="44315"/>
                      <a:pt x="44315" y="34358"/>
                      <a:pt x="44315" y="22158"/>
                    </a:cubicBezTo>
                    <a:cubicBezTo>
                      <a:pt x="44315" y="9957"/>
                      <a:pt x="34358" y="0"/>
                      <a:pt x="22158" y="0"/>
                    </a:cubicBezTo>
                    <a:cubicBezTo>
                      <a:pt x="9957" y="0"/>
                      <a:pt x="0" y="9957"/>
                      <a:pt x="0" y="22158"/>
                    </a:cubicBezTo>
                    <a:cubicBezTo>
                      <a:pt x="0" y="34358"/>
                      <a:pt x="9957" y="44315"/>
                      <a:pt x="22158" y="443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9" name="Google Shape;1649;p34">
                <a:extLst>
                  <a:ext uri="{FF2B5EF4-FFF2-40B4-BE49-F238E27FC236}">
                    <a16:creationId xmlns:a16="http://schemas.microsoft.com/office/drawing/2014/main" id="{AD5083BB-1887-83E8-CFCF-13D644D8E3A8}"/>
                  </a:ext>
                </a:extLst>
              </p:cNvPr>
              <p:cNvSpPr/>
              <p:nvPr/>
            </p:nvSpPr>
            <p:spPr>
              <a:xfrm>
                <a:off x="2018507" y="2977542"/>
                <a:ext cx="16924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6924" h="16924" extrusionOk="0">
                    <a:moveTo>
                      <a:pt x="8462" y="16924"/>
                    </a:moveTo>
                    <a:cubicBezTo>
                      <a:pt x="13118" y="16924"/>
                      <a:pt x="16924" y="13118"/>
                      <a:pt x="16924" y="8462"/>
                    </a:cubicBezTo>
                    <a:cubicBezTo>
                      <a:pt x="16924" y="3806"/>
                      <a:pt x="13118" y="0"/>
                      <a:pt x="8462" y="0"/>
                    </a:cubicBezTo>
                    <a:cubicBezTo>
                      <a:pt x="3806" y="0"/>
                      <a:pt x="0" y="3806"/>
                      <a:pt x="0" y="8462"/>
                    </a:cubicBezTo>
                    <a:cubicBezTo>
                      <a:pt x="0" y="13118"/>
                      <a:pt x="3806" y="16924"/>
                      <a:pt x="8462" y="169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0" name="Google Shape;1650;p34">
                <a:extLst>
                  <a:ext uri="{FF2B5EF4-FFF2-40B4-BE49-F238E27FC236}">
                    <a16:creationId xmlns:a16="http://schemas.microsoft.com/office/drawing/2014/main" id="{19A04CCD-7CD4-4A90-4AB1-C7ED9ACE7E04}"/>
                  </a:ext>
                </a:extLst>
              </p:cNvPr>
              <p:cNvSpPr/>
              <p:nvPr/>
            </p:nvSpPr>
            <p:spPr>
              <a:xfrm>
                <a:off x="2002025" y="3053836"/>
                <a:ext cx="61953" cy="61987"/>
              </a:xfrm>
              <a:custGeom>
                <a:avLst/>
                <a:gdLst/>
                <a:ahLst/>
                <a:cxnLst/>
                <a:rect l="l" t="t" r="r" b="b"/>
                <a:pathLst>
                  <a:path w="61953" h="61987" extrusionOk="0">
                    <a:moveTo>
                      <a:pt x="30994" y="61987"/>
                    </a:moveTo>
                    <a:cubicBezTo>
                      <a:pt x="48054" y="61987"/>
                      <a:pt x="61953" y="48087"/>
                      <a:pt x="61953" y="30994"/>
                    </a:cubicBezTo>
                    <a:cubicBezTo>
                      <a:pt x="61953" y="13899"/>
                      <a:pt x="48054" y="0"/>
                      <a:pt x="30994" y="0"/>
                    </a:cubicBezTo>
                    <a:cubicBezTo>
                      <a:pt x="13933" y="0"/>
                      <a:pt x="0" y="13899"/>
                      <a:pt x="0" y="30994"/>
                    </a:cubicBezTo>
                    <a:cubicBezTo>
                      <a:pt x="0" y="48087"/>
                      <a:pt x="13899" y="61987"/>
                      <a:pt x="30994" y="619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1" name="Google Shape;1651;p34">
                <a:extLst>
                  <a:ext uri="{FF2B5EF4-FFF2-40B4-BE49-F238E27FC236}">
                    <a16:creationId xmlns:a16="http://schemas.microsoft.com/office/drawing/2014/main" id="{55011A7F-8D82-80E9-483F-687F07E3C884}"/>
                  </a:ext>
                </a:extLst>
              </p:cNvPr>
              <p:cNvSpPr/>
              <p:nvPr/>
            </p:nvSpPr>
            <p:spPr>
              <a:xfrm>
                <a:off x="2010861" y="3062672"/>
                <a:ext cx="44315" cy="44315"/>
              </a:xfrm>
              <a:custGeom>
                <a:avLst/>
                <a:gdLst/>
                <a:ahLst/>
                <a:cxnLst/>
                <a:rect l="l" t="t" r="r" b="b"/>
                <a:pathLst>
                  <a:path w="44315" h="44315" extrusionOk="0">
                    <a:moveTo>
                      <a:pt x="22158" y="44315"/>
                    </a:moveTo>
                    <a:cubicBezTo>
                      <a:pt x="34358" y="44315"/>
                      <a:pt x="44315" y="34358"/>
                      <a:pt x="44315" y="22158"/>
                    </a:cubicBezTo>
                    <a:cubicBezTo>
                      <a:pt x="44315" y="9957"/>
                      <a:pt x="34358" y="0"/>
                      <a:pt x="22158" y="0"/>
                    </a:cubicBezTo>
                    <a:cubicBezTo>
                      <a:pt x="9957" y="0"/>
                      <a:pt x="0" y="9957"/>
                      <a:pt x="0" y="22158"/>
                    </a:cubicBezTo>
                    <a:cubicBezTo>
                      <a:pt x="0" y="34358"/>
                      <a:pt x="9957" y="44315"/>
                      <a:pt x="22158" y="443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2" name="Google Shape;1652;p34">
                <a:extLst>
                  <a:ext uri="{FF2B5EF4-FFF2-40B4-BE49-F238E27FC236}">
                    <a16:creationId xmlns:a16="http://schemas.microsoft.com/office/drawing/2014/main" id="{D2570CA8-4293-6B56-6B63-176D3573801B}"/>
                  </a:ext>
                </a:extLst>
              </p:cNvPr>
              <p:cNvSpPr/>
              <p:nvPr/>
            </p:nvSpPr>
            <p:spPr>
              <a:xfrm>
                <a:off x="2018507" y="3071202"/>
                <a:ext cx="16924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6924" h="16924" extrusionOk="0">
                    <a:moveTo>
                      <a:pt x="8462" y="16924"/>
                    </a:moveTo>
                    <a:cubicBezTo>
                      <a:pt x="13118" y="16924"/>
                      <a:pt x="16924" y="13118"/>
                      <a:pt x="16924" y="8462"/>
                    </a:cubicBezTo>
                    <a:cubicBezTo>
                      <a:pt x="16924" y="3806"/>
                      <a:pt x="13118" y="0"/>
                      <a:pt x="8462" y="0"/>
                    </a:cubicBezTo>
                    <a:cubicBezTo>
                      <a:pt x="3806" y="0"/>
                      <a:pt x="0" y="3772"/>
                      <a:pt x="0" y="8462"/>
                    </a:cubicBezTo>
                    <a:cubicBezTo>
                      <a:pt x="0" y="13152"/>
                      <a:pt x="3806" y="16924"/>
                      <a:pt x="8462" y="169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3" name="Google Shape;1653;p34">
                <a:extLst>
                  <a:ext uri="{FF2B5EF4-FFF2-40B4-BE49-F238E27FC236}">
                    <a16:creationId xmlns:a16="http://schemas.microsoft.com/office/drawing/2014/main" id="{736EA29E-9CC5-1C5D-074A-BBACB872A094}"/>
                  </a:ext>
                </a:extLst>
              </p:cNvPr>
              <p:cNvSpPr/>
              <p:nvPr/>
            </p:nvSpPr>
            <p:spPr>
              <a:xfrm>
                <a:off x="2086782" y="2960210"/>
                <a:ext cx="61987" cy="61987"/>
              </a:xfrm>
              <a:custGeom>
                <a:avLst/>
                <a:gdLst/>
                <a:ahLst/>
                <a:cxnLst/>
                <a:rect l="l" t="t" r="r" b="b"/>
                <a:pathLst>
                  <a:path w="61987" h="61987" extrusionOk="0">
                    <a:moveTo>
                      <a:pt x="30994" y="61987"/>
                    </a:moveTo>
                    <a:cubicBezTo>
                      <a:pt x="48054" y="61987"/>
                      <a:pt x="61987" y="48087"/>
                      <a:pt x="61987" y="30994"/>
                    </a:cubicBezTo>
                    <a:cubicBezTo>
                      <a:pt x="61987" y="13899"/>
                      <a:pt x="48054" y="0"/>
                      <a:pt x="30994" y="0"/>
                    </a:cubicBezTo>
                    <a:cubicBezTo>
                      <a:pt x="13933" y="0"/>
                      <a:pt x="0" y="13899"/>
                      <a:pt x="0" y="30994"/>
                    </a:cubicBezTo>
                    <a:cubicBezTo>
                      <a:pt x="0" y="48087"/>
                      <a:pt x="13933" y="61987"/>
                      <a:pt x="30994" y="619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4" name="Google Shape;1654;p34">
                <a:extLst>
                  <a:ext uri="{FF2B5EF4-FFF2-40B4-BE49-F238E27FC236}">
                    <a16:creationId xmlns:a16="http://schemas.microsoft.com/office/drawing/2014/main" id="{4EE0BD4D-B23D-870D-29B9-52E551959F00}"/>
                  </a:ext>
                </a:extLst>
              </p:cNvPr>
              <p:cNvSpPr/>
              <p:nvPr/>
            </p:nvSpPr>
            <p:spPr>
              <a:xfrm>
                <a:off x="2095617" y="2969045"/>
                <a:ext cx="44315" cy="44315"/>
              </a:xfrm>
              <a:custGeom>
                <a:avLst/>
                <a:gdLst/>
                <a:ahLst/>
                <a:cxnLst/>
                <a:rect l="l" t="t" r="r" b="b"/>
                <a:pathLst>
                  <a:path w="44315" h="44315" extrusionOk="0">
                    <a:moveTo>
                      <a:pt x="22158" y="44315"/>
                    </a:moveTo>
                    <a:cubicBezTo>
                      <a:pt x="34358" y="44315"/>
                      <a:pt x="44315" y="34358"/>
                      <a:pt x="44315" y="22158"/>
                    </a:cubicBezTo>
                    <a:cubicBezTo>
                      <a:pt x="44315" y="9957"/>
                      <a:pt x="34358" y="0"/>
                      <a:pt x="22158" y="0"/>
                    </a:cubicBezTo>
                    <a:cubicBezTo>
                      <a:pt x="9957" y="0"/>
                      <a:pt x="0" y="9957"/>
                      <a:pt x="0" y="22158"/>
                    </a:cubicBezTo>
                    <a:cubicBezTo>
                      <a:pt x="0" y="34358"/>
                      <a:pt x="9957" y="44315"/>
                      <a:pt x="22158" y="443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5" name="Google Shape;1655;p34">
                <a:extLst>
                  <a:ext uri="{FF2B5EF4-FFF2-40B4-BE49-F238E27FC236}">
                    <a16:creationId xmlns:a16="http://schemas.microsoft.com/office/drawing/2014/main" id="{29756587-4C77-016F-938D-D45AC6B9BAD0}"/>
                  </a:ext>
                </a:extLst>
              </p:cNvPr>
              <p:cNvSpPr/>
              <p:nvPr/>
            </p:nvSpPr>
            <p:spPr>
              <a:xfrm>
                <a:off x="2103264" y="2977542"/>
                <a:ext cx="16924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6924" h="16924" extrusionOk="0">
                    <a:moveTo>
                      <a:pt x="8462" y="16924"/>
                    </a:moveTo>
                    <a:cubicBezTo>
                      <a:pt x="13118" y="16924"/>
                      <a:pt x="16924" y="13118"/>
                      <a:pt x="16924" y="8462"/>
                    </a:cubicBezTo>
                    <a:cubicBezTo>
                      <a:pt x="16924" y="3806"/>
                      <a:pt x="13118" y="0"/>
                      <a:pt x="8462" y="0"/>
                    </a:cubicBezTo>
                    <a:cubicBezTo>
                      <a:pt x="3806" y="0"/>
                      <a:pt x="0" y="3806"/>
                      <a:pt x="0" y="8462"/>
                    </a:cubicBezTo>
                    <a:cubicBezTo>
                      <a:pt x="0" y="13118"/>
                      <a:pt x="3806" y="16924"/>
                      <a:pt x="8462" y="169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6" name="Google Shape;1656;p34">
                <a:extLst>
                  <a:ext uri="{FF2B5EF4-FFF2-40B4-BE49-F238E27FC236}">
                    <a16:creationId xmlns:a16="http://schemas.microsoft.com/office/drawing/2014/main" id="{2DC1EA4C-F9CC-BEAA-0468-B754898A1DF9}"/>
                  </a:ext>
                </a:extLst>
              </p:cNvPr>
              <p:cNvSpPr/>
              <p:nvPr/>
            </p:nvSpPr>
            <p:spPr>
              <a:xfrm>
                <a:off x="2086782" y="3053836"/>
                <a:ext cx="61987" cy="61987"/>
              </a:xfrm>
              <a:custGeom>
                <a:avLst/>
                <a:gdLst/>
                <a:ahLst/>
                <a:cxnLst/>
                <a:rect l="l" t="t" r="r" b="b"/>
                <a:pathLst>
                  <a:path w="61987" h="61987" extrusionOk="0">
                    <a:moveTo>
                      <a:pt x="30994" y="61987"/>
                    </a:moveTo>
                    <a:cubicBezTo>
                      <a:pt x="48054" y="61987"/>
                      <a:pt x="61987" y="48087"/>
                      <a:pt x="61987" y="30994"/>
                    </a:cubicBezTo>
                    <a:cubicBezTo>
                      <a:pt x="61987" y="13899"/>
                      <a:pt x="48054" y="0"/>
                      <a:pt x="30994" y="0"/>
                    </a:cubicBezTo>
                    <a:cubicBezTo>
                      <a:pt x="13933" y="0"/>
                      <a:pt x="0" y="13899"/>
                      <a:pt x="0" y="30994"/>
                    </a:cubicBezTo>
                    <a:cubicBezTo>
                      <a:pt x="0" y="48087"/>
                      <a:pt x="13933" y="61987"/>
                      <a:pt x="30994" y="619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7" name="Google Shape;1657;p34">
                <a:extLst>
                  <a:ext uri="{FF2B5EF4-FFF2-40B4-BE49-F238E27FC236}">
                    <a16:creationId xmlns:a16="http://schemas.microsoft.com/office/drawing/2014/main" id="{C0BDB9C3-D7F6-B4B1-C7A8-043EED3C2959}"/>
                  </a:ext>
                </a:extLst>
              </p:cNvPr>
              <p:cNvSpPr/>
              <p:nvPr/>
            </p:nvSpPr>
            <p:spPr>
              <a:xfrm>
                <a:off x="2095617" y="3062672"/>
                <a:ext cx="44315" cy="44315"/>
              </a:xfrm>
              <a:custGeom>
                <a:avLst/>
                <a:gdLst/>
                <a:ahLst/>
                <a:cxnLst/>
                <a:rect l="l" t="t" r="r" b="b"/>
                <a:pathLst>
                  <a:path w="44315" h="44315" extrusionOk="0">
                    <a:moveTo>
                      <a:pt x="22158" y="44315"/>
                    </a:moveTo>
                    <a:cubicBezTo>
                      <a:pt x="34358" y="44315"/>
                      <a:pt x="44315" y="34358"/>
                      <a:pt x="44315" y="22158"/>
                    </a:cubicBezTo>
                    <a:cubicBezTo>
                      <a:pt x="44315" y="9957"/>
                      <a:pt x="34358" y="0"/>
                      <a:pt x="22158" y="0"/>
                    </a:cubicBezTo>
                    <a:cubicBezTo>
                      <a:pt x="9957" y="0"/>
                      <a:pt x="0" y="9957"/>
                      <a:pt x="0" y="22158"/>
                    </a:cubicBezTo>
                    <a:cubicBezTo>
                      <a:pt x="0" y="34358"/>
                      <a:pt x="9957" y="44315"/>
                      <a:pt x="22158" y="443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8" name="Google Shape;1658;p34">
                <a:extLst>
                  <a:ext uri="{FF2B5EF4-FFF2-40B4-BE49-F238E27FC236}">
                    <a16:creationId xmlns:a16="http://schemas.microsoft.com/office/drawing/2014/main" id="{8209DE05-0D33-3385-B705-3BD50C77AD90}"/>
                  </a:ext>
                </a:extLst>
              </p:cNvPr>
              <p:cNvSpPr/>
              <p:nvPr/>
            </p:nvSpPr>
            <p:spPr>
              <a:xfrm>
                <a:off x="2103264" y="3071202"/>
                <a:ext cx="16924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6924" h="16924" extrusionOk="0">
                    <a:moveTo>
                      <a:pt x="8462" y="16924"/>
                    </a:moveTo>
                    <a:cubicBezTo>
                      <a:pt x="13118" y="16924"/>
                      <a:pt x="16924" y="13118"/>
                      <a:pt x="16924" y="8462"/>
                    </a:cubicBezTo>
                    <a:cubicBezTo>
                      <a:pt x="16924" y="3806"/>
                      <a:pt x="13118" y="0"/>
                      <a:pt x="8462" y="0"/>
                    </a:cubicBezTo>
                    <a:cubicBezTo>
                      <a:pt x="3806" y="0"/>
                      <a:pt x="0" y="3806"/>
                      <a:pt x="0" y="8462"/>
                    </a:cubicBezTo>
                    <a:cubicBezTo>
                      <a:pt x="0" y="13118"/>
                      <a:pt x="3806" y="16924"/>
                      <a:pt x="8462" y="169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9" name="Google Shape;1659;p34">
                <a:extLst>
                  <a:ext uri="{FF2B5EF4-FFF2-40B4-BE49-F238E27FC236}">
                    <a16:creationId xmlns:a16="http://schemas.microsoft.com/office/drawing/2014/main" id="{F6A63F9F-7410-12E0-9CEF-748CED1232E1}"/>
                  </a:ext>
                </a:extLst>
              </p:cNvPr>
              <p:cNvSpPr/>
              <p:nvPr/>
            </p:nvSpPr>
            <p:spPr>
              <a:xfrm>
                <a:off x="2169261" y="2960210"/>
                <a:ext cx="61987" cy="61987"/>
              </a:xfrm>
              <a:custGeom>
                <a:avLst/>
                <a:gdLst/>
                <a:ahLst/>
                <a:cxnLst/>
                <a:rect l="l" t="t" r="r" b="b"/>
                <a:pathLst>
                  <a:path w="61987" h="61987" extrusionOk="0">
                    <a:moveTo>
                      <a:pt x="30994" y="61987"/>
                    </a:moveTo>
                    <a:cubicBezTo>
                      <a:pt x="48054" y="61987"/>
                      <a:pt x="61987" y="48087"/>
                      <a:pt x="61987" y="30994"/>
                    </a:cubicBezTo>
                    <a:cubicBezTo>
                      <a:pt x="61987" y="13899"/>
                      <a:pt x="48088" y="0"/>
                      <a:pt x="30994" y="0"/>
                    </a:cubicBezTo>
                    <a:cubicBezTo>
                      <a:pt x="13900" y="0"/>
                      <a:pt x="0" y="13899"/>
                      <a:pt x="0" y="30994"/>
                    </a:cubicBezTo>
                    <a:cubicBezTo>
                      <a:pt x="0" y="48087"/>
                      <a:pt x="13934" y="61987"/>
                      <a:pt x="30994" y="619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0" name="Google Shape;1660;p34">
                <a:extLst>
                  <a:ext uri="{FF2B5EF4-FFF2-40B4-BE49-F238E27FC236}">
                    <a16:creationId xmlns:a16="http://schemas.microsoft.com/office/drawing/2014/main" id="{62E1AC1E-381B-C474-FFC5-0630645A40D9}"/>
                  </a:ext>
                </a:extLst>
              </p:cNvPr>
              <p:cNvSpPr/>
              <p:nvPr/>
            </p:nvSpPr>
            <p:spPr>
              <a:xfrm>
                <a:off x="2178097" y="2969045"/>
                <a:ext cx="44315" cy="44315"/>
              </a:xfrm>
              <a:custGeom>
                <a:avLst/>
                <a:gdLst/>
                <a:ahLst/>
                <a:cxnLst/>
                <a:rect l="l" t="t" r="r" b="b"/>
                <a:pathLst>
                  <a:path w="44315" h="44315" extrusionOk="0">
                    <a:moveTo>
                      <a:pt x="22158" y="44315"/>
                    </a:moveTo>
                    <a:cubicBezTo>
                      <a:pt x="34358" y="44315"/>
                      <a:pt x="44315" y="34358"/>
                      <a:pt x="44315" y="22158"/>
                    </a:cubicBezTo>
                    <a:cubicBezTo>
                      <a:pt x="44315" y="9957"/>
                      <a:pt x="34358" y="0"/>
                      <a:pt x="22158" y="0"/>
                    </a:cubicBezTo>
                    <a:cubicBezTo>
                      <a:pt x="9957" y="0"/>
                      <a:pt x="0" y="9957"/>
                      <a:pt x="0" y="22158"/>
                    </a:cubicBezTo>
                    <a:cubicBezTo>
                      <a:pt x="0" y="34358"/>
                      <a:pt x="9957" y="44315"/>
                      <a:pt x="22158" y="443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1" name="Google Shape;1661;p34">
                <a:extLst>
                  <a:ext uri="{FF2B5EF4-FFF2-40B4-BE49-F238E27FC236}">
                    <a16:creationId xmlns:a16="http://schemas.microsoft.com/office/drawing/2014/main" id="{945B0642-F598-6DAF-3AD8-84C8FA59E547}"/>
                  </a:ext>
                </a:extLst>
              </p:cNvPr>
              <p:cNvSpPr/>
              <p:nvPr/>
            </p:nvSpPr>
            <p:spPr>
              <a:xfrm>
                <a:off x="2185743" y="2977542"/>
                <a:ext cx="16924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6924" h="16924" extrusionOk="0">
                    <a:moveTo>
                      <a:pt x="8462" y="16924"/>
                    </a:moveTo>
                    <a:cubicBezTo>
                      <a:pt x="13118" y="16924"/>
                      <a:pt x="16924" y="13118"/>
                      <a:pt x="16924" y="8462"/>
                    </a:cubicBezTo>
                    <a:cubicBezTo>
                      <a:pt x="16924" y="3806"/>
                      <a:pt x="13152" y="0"/>
                      <a:pt x="8462" y="0"/>
                    </a:cubicBezTo>
                    <a:cubicBezTo>
                      <a:pt x="3772" y="0"/>
                      <a:pt x="0" y="3806"/>
                      <a:pt x="0" y="8462"/>
                    </a:cubicBezTo>
                    <a:cubicBezTo>
                      <a:pt x="0" y="13118"/>
                      <a:pt x="3806" y="16924"/>
                      <a:pt x="8462" y="169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2" name="Google Shape;1662;p34">
                <a:extLst>
                  <a:ext uri="{FF2B5EF4-FFF2-40B4-BE49-F238E27FC236}">
                    <a16:creationId xmlns:a16="http://schemas.microsoft.com/office/drawing/2014/main" id="{AF2D4820-4540-9E2C-246F-4F415A51E806}"/>
                  </a:ext>
                </a:extLst>
              </p:cNvPr>
              <p:cNvSpPr/>
              <p:nvPr/>
            </p:nvSpPr>
            <p:spPr>
              <a:xfrm>
                <a:off x="2169261" y="3053870"/>
                <a:ext cx="61987" cy="61953"/>
              </a:xfrm>
              <a:custGeom>
                <a:avLst/>
                <a:gdLst/>
                <a:ahLst/>
                <a:cxnLst/>
                <a:rect l="l" t="t" r="r" b="b"/>
                <a:pathLst>
                  <a:path w="61987" h="61953" extrusionOk="0">
                    <a:moveTo>
                      <a:pt x="30994" y="61953"/>
                    </a:moveTo>
                    <a:cubicBezTo>
                      <a:pt x="48054" y="61953"/>
                      <a:pt x="61987" y="48053"/>
                      <a:pt x="61987" y="30994"/>
                    </a:cubicBezTo>
                    <a:cubicBezTo>
                      <a:pt x="61987" y="13933"/>
                      <a:pt x="48088" y="0"/>
                      <a:pt x="30994" y="0"/>
                    </a:cubicBezTo>
                    <a:cubicBezTo>
                      <a:pt x="13900" y="0"/>
                      <a:pt x="0" y="13899"/>
                      <a:pt x="0" y="30994"/>
                    </a:cubicBezTo>
                    <a:cubicBezTo>
                      <a:pt x="0" y="48087"/>
                      <a:pt x="13934" y="61953"/>
                      <a:pt x="30994" y="6195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3" name="Google Shape;1663;p34">
                <a:extLst>
                  <a:ext uri="{FF2B5EF4-FFF2-40B4-BE49-F238E27FC236}">
                    <a16:creationId xmlns:a16="http://schemas.microsoft.com/office/drawing/2014/main" id="{8D832119-9033-AC7E-F093-E27629ED0848}"/>
                  </a:ext>
                </a:extLst>
              </p:cNvPr>
              <p:cNvSpPr/>
              <p:nvPr/>
            </p:nvSpPr>
            <p:spPr>
              <a:xfrm>
                <a:off x="2178097" y="3062672"/>
                <a:ext cx="44315" cy="44315"/>
              </a:xfrm>
              <a:custGeom>
                <a:avLst/>
                <a:gdLst/>
                <a:ahLst/>
                <a:cxnLst/>
                <a:rect l="l" t="t" r="r" b="b"/>
                <a:pathLst>
                  <a:path w="44315" h="44315" extrusionOk="0">
                    <a:moveTo>
                      <a:pt x="22158" y="44315"/>
                    </a:moveTo>
                    <a:cubicBezTo>
                      <a:pt x="34358" y="44315"/>
                      <a:pt x="44315" y="34358"/>
                      <a:pt x="44315" y="22158"/>
                    </a:cubicBezTo>
                    <a:cubicBezTo>
                      <a:pt x="44315" y="9957"/>
                      <a:pt x="34358" y="0"/>
                      <a:pt x="22158" y="0"/>
                    </a:cubicBezTo>
                    <a:cubicBezTo>
                      <a:pt x="9957" y="0"/>
                      <a:pt x="0" y="9957"/>
                      <a:pt x="0" y="22158"/>
                    </a:cubicBezTo>
                    <a:cubicBezTo>
                      <a:pt x="0" y="34358"/>
                      <a:pt x="9957" y="44315"/>
                      <a:pt x="22158" y="443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4" name="Google Shape;1664;p34">
                <a:extLst>
                  <a:ext uri="{FF2B5EF4-FFF2-40B4-BE49-F238E27FC236}">
                    <a16:creationId xmlns:a16="http://schemas.microsoft.com/office/drawing/2014/main" id="{CF9A6C59-7DBE-F33E-1DD9-4E822FF57043}"/>
                  </a:ext>
                </a:extLst>
              </p:cNvPr>
              <p:cNvSpPr/>
              <p:nvPr/>
            </p:nvSpPr>
            <p:spPr>
              <a:xfrm>
                <a:off x="2185743" y="3071202"/>
                <a:ext cx="16924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6924" h="16924" extrusionOk="0">
                    <a:moveTo>
                      <a:pt x="8462" y="16924"/>
                    </a:moveTo>
                    <a:cubicBezTo>
                      <a:pt x="13118" y="16924"/>
                      <a:pt x="16924" y="13118"/>
                      <a:pt x="16924" y="8462"/>
                    </a:cubicBezTo>
                    <a:cubicBezTo>
                      <a:pt x="16924" y="3806"/>
                      <a:pt x="13152" y="0"/>
                      <a:pt x="8462" y="0"/>
                    </a:cubicBezTo>
                    <a:cubicBezTo>
                      <a:pt x="3772" y="0"/>
                      <a:pt x="0" y="3772"/>
                      <a:pt x="0" y="8462"/>
                    </a:cubicBezTo>
                    <a:cubicBezTo>
                      <a:pt x="0" y="13152"/>
                      <a:pt x="3772" y="16924"/>
                      <a:pt x="8462" y="169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5" name="Google Shape;1665;p34">
                <a:extLst>
                  <a:ext uri="{FF2B5EF4-FFF2-40B4-BE49-F238E27FC236}">
                    <a16:creationId xmlns:a16="http://schemas.microsoft.com/office/drawing/2014/main" id="{13DB3A77-C872-3516-FBF3-C7CD51332528}"/>
                  </a:ext>
                </a:extLst>
              </p:cNvPr>
              <p:cNvSpPr/>
              <p:nvPr/>
            </p:nvSpPr>
            <p:spPr>
              <a:xfrm>
                <a:off x="1917235" y="3150929"/>
                <a:ext cx="61987" cy="61987"/>
              </a:xfrm>
              <a:custGeom>
                <a:avLst/>
                <a:gdLst/>
                <a:ahLst/>
                <a:cxnLst/>
                <a:rect l="l" t="t" r="r" b="b"/>
                <a:pathLst>
                  <a:path w="61987" h="61987" extrusionOk="0">
                    <a:moveTo>
                      <a:pt x="30994" y="61987"/>
                    </a:moveTo>
                    <a:cubicBezTo>
                      <a:pt x="48054" y="61987"/>
                      <a:pt x="61987" y="48054"/>
                      <a:pt x="61987" y="30994"/>
                    </a:cubicBezTo>
                    <a:cubicBezTo>
                      <a:pt x="61987" y="13933"/>
                      <a:pt x="48088" y="0"/>
                      <a:pt x="30994" y="0"/>
                    </a:cubicBezTo>
                    <a:cubicBezTo>
                      <a:pt x="13900" y="0"/>
                      <a:pt x="0" y="13933"/>
                      <a:pt x="0" y="30994"/>
                    </a:cubicBezTo>
                    <a:cubicBezTo>
                      <a:pt x="0" y="48054"/>
                      <a:pt x="13900" y="61987"/>
                      <a:pt x="30994" y="619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6" name="Google Shape;1666;p34">
                <a:extLst>
                  <a:ext uri="{FF2B5EF4-FFF2-40B4-BE49-F238E27FC236}">
                    <a16:creationId xmlns:a16="http://schemas.microsoft.com/office/drawing/2014/main" id="{874B5D3D-5946-F408-6837-36AD58BF92E1}"/>
                  </a:ext>
                </a:extLst>
              </p:cNvPr>
              <p:cNvSpPr/>
              <p:nvPr/>
            </p:nvSpPr>
            <p:spPr>
              <a:xfrm>
                <a:off x="1926071" y="3159764"/>
                <a:ext cx="44315" cy="44315"/>
              </a:xfrm>
              <a:custGeom>
                <a:avLst/>
                <a:gdLst/>
                <a:ahLst/>
                <a:cxnLst/>
                <a:rect l="l" t="t" r="r" b="b"/>
                <a:pathLst>
                  <a:path w="44315" h="44315" extrusionOk="0">
                    <a:moveTo>
                      <a:pt x="22158" y="44315"/>
                    </a:moveTo>
                    <a:cubicBezTo>
                      <a:pt x="34358" y="44315"/>
                      <a:pt x="44315" y="34358"/>
                      <a:pt x="44315" y="22158"/>
                    </a:cubicBezTo>
                    <a:cubicBezTo>
                      <a:pt x="44315" y="9957"/>
                      <a:pt x="34358" y="0"/>
                      <a:pt x="22158" y="0"/>
                    </a:cubicBezTo>
                    <a:cubicBezTo>
                      <a:pt x="9957" y="0"/>
                      <a:pt x="0" y="9957"/>
                      <a:pt x="0" y="22158"/>
                    </a:cubicBezTo>
                    <a:cubicBezTo>
                      <a:pt x="0" y="34358"/>
                      <a:pt x="9957" y="44315"/>
                      <a:pt x="22158" y="443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7" name="Google Shape;1667;p34">
                <a:extLst>
                  <a:ext uri="{FF2B5EF4-FFF2-40B4-BE49-F238E27FC236}">
                    <a16:creationId xmlns:a16="http://schemas.microsoft.com/office/drawing/2014/main" id="{381F84C2-603B-EF86-533F-B95B49CE5B77}"/>
                  </a:ext>
                </a:extLst>
              </p:cNvPr>
              <p:cNvSpPr/>
              <p:nvPr/>
            </p:nvSpPr>
            <p:spPr>
              <a:xfrm>
                <a:off x="1933717" y="3168261"/>
                <a:ext cx="16924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6924" h="16924" extrusionOk="0">
                    <a:moveTo>
                      <a:pt x="8462" y="16924"/>
                    </a:moveTo>
                    <a:cubicBezTo>
                      <a:pt x="13118" y="16924"/>
                      <a:pt x="16924" y="13118"/>
                      <a:pt x="16924" y="8462"/>
                    </a:cubicBezTo>
                    <a:cubicBezTo>
                      <a:pt x="16924" y="3806"/>
                      <a:pt x="13118" y="0"/>
                      <a:pt x="8462" y="0"/>
                    </a:cubicBezTo>
                    <a:cubicBezTo>
                      <a:pt x="3806" y="0"/>
                      <a:pt x="0" y="3806"/>
                      <a:pt x="0" y="8462"/>
                    </a:cubicBezTo>
                    <a:cubicBezTo>
                      <a:pt x="0" y="13118"/>
                      <a:pt x="3806" y="16924"/>
                      <a:pt x="8462" y="169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8" name="Google Shape;1668;p34">
                <a:extLst>
                  <a:ext uri="{FF2B5EF4-FFF2-40B4-BE49-F238E27FC236}">
                    <a16:creationId xmlns:a16="http://schemas.microsoft.com/office/drawing/2014/main" id="{AD4B8300-E73C-305B-300B-56305DD6A084}"/>
                  </a:ext>
                </a:extLst>
              </p:cNvPr>
              <p:cNvSpPr/>
              <p:nvPr/>
            </p:nvSpPr>
            <p:spPr>
              <a:xfrm>
                <a:off x="2002025" y="3150895"/>
                <a:ext cx="61953" cy="61987"/>
              </a:xfrm>
              <a:custGeom>
                <a:avLst/>
                <a:gdLst/>
                <a:ahLst/>
                <a:cxnLst/>
                <a:rect l="l" t="t" r="r" b="b"/>
                <a:pathLst>
                  <a:path w="61953" h="61987" extrusionOk="0">
                    <a:moveTo>
                      <a:pt x="30994" y="61987"/>
                    </a:moveTo>
                    <a:cubicBezTo>
                      <a:pt x="48054" y="61987"/>
                      <a:pt x="61953" y="48088"/>
                      <a:pt x="61953" y="30994"/>
                    </a:cubicBezTo>
                    <a:cubicBezTo>
                      <a:pt x="61953" y="13899"/>
                      <a:pt x="48054" y="0"/>
                      <a:pt x="30994" y="0"/>
                    </a:cubicBezTo>
                    <a:cubicBezTo>
                      <a:pt x="13933" y="0"/>
                      <a:pt x="0" y="13899"/>
                      <a:pt x="0" y="30994"/>
                    </a:cubicBezTo>
                    <a:cubicBezTo>
                      <a:pt x="0" y="48088"/>
                      <a:pt x="13899" y="61987"/>
                      <a:pt x="30994" y="619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9" name="Google Shape;1669;p34">
                <a:extLst>
                  <a:ext uri="{FF2B5EF4-FFF2-40B4-BE49-F238E27FC236}">
                    <a16:creationId xmlns:a16="http://schemas.microsoft.com/office/drawing/2014/main" id="{F298FF17-019E-4831-0939-194F42198ACB}"/>
                  </a:ext>
                </a:extLst>
              </p:cNvPr>
              <p:cNvSpPr/>
              <p:nvPr/>
            </p:nvSpPr>
            <p:spPr>
              <a:xfrm>
                <a:off x="2010861" y="3159764"/>
                <a:ext cx="44315" cy="44315"/>
              </a:xfrm>
              <a:custGeom>
                <a:avLst/>
                <a:gdLst/>
                <a:ahLst/>
                <a:cxnLst/>
                <a:rect l="l" t="t" r="r" b="b"/>
                <a:pathLst>
                  <a:path w="44315" h="44315" extrusionOk="0">
                    <a:moveTo>
                      <a:pt x="22158" y="44315"/>
                    </a:moveTo>
                    <a:cubicBezTo>
                      <a:pt x="34358" y="44315"/>
                      <a:pt x="44315" y="34358"/>
                      <a:pt x="44315" y="22158"/>
                    </a:cubicBezTo>
                    <a:cubicBezTo>
                      <a:pt x="44315" y="9957"/>
                      <a:pt x="34358" y="0"/>
                      <a:pt x="22158" y="0"/>
                    </a:cubicBezTo>
                    <a:cubicBezTo>
                      <a:pt x="9957" y="0"/>
                      <a:pt x="0" y="9957"/>
                      <a:pt x="0" y="22158"/>
                    </a:cubicBezTo>
                    <a:cubicBezTo>
                      <a:pt x="0" y="34358"/>
                      <a:pt x="9957" y="44315"/>
                      <a:pt x="22158" y="443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0" name="Google Shape;1670;p34">
                <a:extLst>
                  <a:ext uri="{FF2B5EF4-FFF2-40B4-BE49-F238E27FC236}">
                    <a16:creationId xmlns:a16="http://schemas.microsoft.com/office/drawing/2014/main" id="{530E6809-4079-DA50-9B9C-2F9A60BE9B33}"/>
                  </a:ext>
                </a:extLst>
              </p:cNvPr>
              <p:cNvSpPr/>
              <p:nvPr/>
            </p:nvSpPr>
            <p:spPr>
              <a:xfrm>
                <a:off x="2018507" y="3168261"/>
                <a:ext cx="16924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6924" h="16924" extrusionOk="0">
                    <a:moveTo>
                      <a:pt x="8462" y="16924"/>
                    </a:moveTo>
                    <a:cubicBezTo>
                      <a:pt x="13118" y="16924"/>
                      <a:pt x="16924" y="13118"/>
                      <a:pt x="16924" y="8462"/>
                    </a:cubicBezTo>
                    <a:cubicBezTo>
                      <a:pt x="16924" y="3806"/>
                      <a:pt x="13118" y="0"/>
                      <a:pt x="8462" y="0"/>
                    </a:cubicBezTo>
                    <a:cubicBezTo>
                      <a:pt x="3806" y="0"/>
                      <a:pt x="0" y="3806"/>
                      <a:pt x="0" y="8462"/>
                    </a:cubicBezTo>
                    <a:cubicBezTo>
                      <a:pt x="0" y="13118"/>
                      <a:pt x="3806" y="16924"/>
                      <a:pt x="8462" y="169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1" name="Google Shape;1671;p34">
                <a:extLst>
                  <a:ext uri="{FF2B5EF4-FFF2-40B4-BE49-F238E27FC236}">
                    <a16:creationId xmlns:a16="http://schemas.microsoft.com/office/drawing/2014/main" id="{865FA61A-FAD8-2935-ADAC-4BDAEC195439}"/>
                  </a:ext>
                </a:extLst>
              </p:cNvPr>
              <p:cNvSpPr/>
              <p:nvPr/>
            </p:nvSpPr>
            <p:spPr>
              <a:xfrm>
                <a:off x="2086782" y="3150895"/>
                <a:ext cx="61987" cy="61987"/>
              </a:xfrm>
              <a:custGeom>
                <a:avLst/>
                <a:gdLst/>
                <a:ahLst/>
                <a:cxnLst/>
                <a:rect l="l" t="t" r="r" b="b"/>
                <a:pathLst>
                  <a:path w="61987" h="61987" extrusionOk="0">
                    <a:moveTo>
                      <a:pt x="30994" y="61987"/>
                    </a:moveTo>
                    <a:cubicBezTo>
                      <a:pt x="48054" y="61987"/>
                      <a:pt x="61987" y="48088"/>
                      <a:pt x="61987" y="30994"/>
                    </a:cubicBezTo>
                    <a:cubicBezTo>
                      <a:pt x="61987" y="13899"/>
                      <a:pt x="48054" y="0"/>
                      <a:pt x="30994" y="0"/>
                    </a:cubicBezTo>
                    <a:cubicBezTo>
                      <a:pt x="13933" y="0"/>
                      <a:pt x="0" y="13899"/>
                      <a:pt x="0" y="30994"/>
                    </a:cubicBezTo>
                    <a:cubicBezTo>
                      <a:pt x="0" y="48088"/>
                      <a:pt x="13933" y="61987"/>
                      <a:pt x="30994" y="619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2" name="Google Shape;1672;p34">
                <a:extLst>
                  <a:ext uri="{FF2B5EF4-FFF2-40B4-BE49-F238E27FC236}">
                    <a16:creationId xmlns:a16="http://schemas.microsoft.com/office/drawing/2014/main" id="{060CF229-1360-EDCA-EF35-678BBB84EDB3}"/>
                  </a:ext>
                </a:extLst>
              </p:cNvPr>
              <p:cNvSpPr/>
              <p:nvPr/>
            </p:nvSpPr>
            <p:spPr>
              <a:xfrm>
                <a:off x="2095617" y="3159764"/>
                <a:ext cx="44315" cy="44315"/>
              </a:xfrm>
              <a:custGeom>
                <a:avLst/>
                <a:gdLst/>
                <a:ahLst/>
                <a:cxnLst/>
                <a:rect l="l" t="t" r="r" b="b"/>
                <a:pathLst>
                  <a:path w="44315" h="44315" extrusionOk="0">
                    <a:moveTo>
                      <a:pt x="22158" y="44315"/>
                    </a:moveTo>
                    <a:cubicBezTo>
                      <a:pt x="34358" y="44315"/>
                      <a:pt x="44315" y="34358"/>
                      <a:pt x="44315" y="22158"/>
                    </a:cubicBezTo>
                    <a:cubicBezTo>
                      <a:pt x="44315" y="9957"/>
                      <a:pt x="34358" y="0"/>
                      <a:pt x="22158" y="0"/>
                    </a:cubicBezTo>
                    <a:cubicBezTo>
                      <a:pt x="9957" y="0"/>
                      <a:pt x="0" y="9957"/>
                      <a:pt x="0" y="22158"/>
                    </a:cubicBezTo>
                    <a:cubicBezTo>
                      <a:pt x="0" y="34358"/>
                      <a:pt x="9957" y="44315"/>
                      <a:pt x="22158" y="443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3" name="Google Shape;1673;p34">
                <a:extLst>
                  <a:ext uri="{FF2B5EF4-FFF2-40B4-BE49-F238E27FC236}">
                    <a16:creationId xmlns:a16="http://schemas.microsoft.com/office/drawing/2014/main" id="{B1F04BB2-794E-4DAD-69E5-D472A7A526B0}"/>
                  </a:ext>
                </a:extLst>
              </p:cNvPr>
              <p:cNvSpPr/>
              <p:nvPr/>
            </p:nvSpPr>
            <p:spPr>
              <a:xfrm>
                <a:off x="2103264" y="3168261"/>
                <a:ext cx="16924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6924" h="16924" extrusionOk="0">
                    <a:moveTo>
                      <a:pt x="8462" y="16924"/>
                    </a:moveTo>
                    <a:cubicBezTo>
                      <a:pt x="13118" y="16924"/>
                      <a:pt x="16924" y="13118"/>
                      <a:pt x="16924" y="8462"/>
                    </a:cubicBezTo>
                    <a:cubicBezTo>
                      <a:pt x="16924" y="3806"/>
                      <a:pt x="13118" y="0"/>
                      <a:pt x="8462" y="0"/>
                    </a:cubicBezTo>
                    <a:cubicBezTo>
                      <a:pt x="3806" y="0"/>
                      <a:pt x="0" y="3806"/>
                      <a:pt x="0" y="8462"/>
                    </a:cubicBezTo>
                    <a:cubicBezTo>
                      <a:pt x="0" y="13118"/>
                      <a:pt x="3806" y="16924"/>
                      <a:pt x="8462" y="169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4" name="Google Shape;1674;p34">
                <a:extLst>
                  <a:ext uri="{FF2B5EF4-FFF2-40B4-BE49-F238E27FC236}">
                    <a16:creationId xmlns:a16="http://schemas.microsoft.com/office/drawing/2014/main" id="{360A114F-E1E5-7C15-8A84-6C7FA2DA036C}"/>
                  </a:ext>
                </a:extLst>
              </p:cNvPr>
              <p:cNvSpPr/>
              <p:nvPr/>
            </p:nvSpPr>
            <p:spPr>
              <a:xfrm>
                <a:off x="2169261" y="3150929"/>
                <a:ext cx="61987" cy="61987"/>
              </a:xfrm>
              <a:custGeom>
                <a:avLst/>
                <a:gdLst/>
                <a:ahLst/>
                <a:cxnLst/>
                <a:rect l="l" t="t" r="r" b="b"/>
                <a:pathLst>
                  <a:path w="61987" h="61987" extrusionOk="0">
                    <a:moveTo>
                      <a:pt x="30994" y="61987"/>
                    </a:moveTo>
                    <a:cubicBezTo>
                      <a:pt x="48054" y="61987"/>
                      <a:pt x="61987" y="48054"/>
                      <a:pt x="61987" y="30994"/>
                    </a:cubicBezTo>
                    <a:cubicBezTo>
                      <a:pt x="61987" y="13933"/>
                      <a:pt x="48088" y="0"/>
                      <a:pt x="30994" y="0"/>
                    </a:cubicBezTo>
                    <a:cubicBezTo>
                      <a:pt x="13900" y="0"/>
                      <a:pt x="0" y="13933"/>
                      <a:pt x="0" y="30994"/>
                    </a:cubicBezTo>
                    <a:cubicBezTo>
                      <a:pt x="0" y="48054"/>
                      <a:pt x="13934" y="61987"/>
                      <a:pt x="30994" y="6198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5" name="Google Shape;1675;p34">
                <a:extLst>
                  <a:ext uri="{FF2B5EF4-FFF2-40B4-BE49-F238E27FC236}">
                    <a16:creationId xmlns:a16="http://schemas.microsoft.com/office/drawing/2014/main" id="{97ECA261-C875-3D69-83E7-2B3136AF7BEF}"/>
                  </a:ext>
                </a:extLst>
              </p:cNvPr>
              <p:cNvSpPr/>
              <p:nvPr/>
            </p:nvSpPr>
            <p:spPr>
              <a:xfrm>
                <a:off x="2178097" y="3159764"/>
                <a:ext cx="44315" cy="44315"/>
              </a:xfrm>
              <a:custGeom>
                <a:avLst/>
                <a:gdLst/>
                <a:ahLst/>
                <a:cxnLst/>
                <a:rect l="l" t="t" r="r" b="b"/>
                <a:pathLst>
                  <a:path w="44315" h="44315" extrusionOk="0">
                    <a:moveTo>
                      <a:pt x="22158" y="44315"/>
                    </a:moveTo>
                    <a:cubicBezTo>
                      <a:pt x="34358" y="44315"/>
                      <a:pt x="44315" y="34358"/>
                      <a:pt x="44315" y="22158"/>
                    </a:cubicBezTo>
                    <a:cubicBezTo>
                      <a:pt x="44315" y="9957"/>
                      <a:pt x="34358" y="0"/>
                      <a:pt x="22158" y="0"/>
                    </a:cubicBezTo>
                    <a:cubicBezTo>
                      <a:pt x="9957" y="0"/>
                      <a:pt x="0" y="9957"/>
                      <a:pt x="0" y="22158"/>
                    </a:cubicBezTo>
                    <a:cubicBezTo>
                      <a:pt x="0" y="34358"/>
                      <a:pt x="9957" y="44315"/>
                      <a:pt x="22158" y="443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6" name="Google Shape;1676;p34">
                <a:extLst>
                  <a:ext uri="{FF2B5EF4-FFF2-40B4-BE49-F238E27FC236}">
                    <a16:creationId xmlns:a16="http://schemas.microsoft.com/office/drawing/2014/main" id="{BAFF0D7E-C1BD-43D2-6DFA-40A6AEA0DD6C}"/>
                  </a:ext>
                </a:extLst>
              </p:cNvPr>
              <p:cNvSpPr/>
              <p:nvPr/>
            </p:nvSpPr>
            <p:spPr>
              <a:xfrm>
                <a:off x="2185743" y="3168261"/>
                <a:ext cx="16924" cy="16924"/>
              </a:xfrm>
              <a:custGeom>
                <a:avLst/>
                <a:gdLst/>
                <a:ahLst/>
                <a:cxnLst/>
                <a:rect l="l" t="t" r="r" b="b"/>
                <a:pathLst>
                  <a:path w="16924" h="16924" extrusionOk="0">
                    <a:moveTo>
                      <a:pt x="8462" y="16924"/>
                    </a:moveTo>
                    <a:cubicBezTo>
                      <a:pt x="13118" y="16924"/>
                      <a:pt x="16924" y="13118"/>
                      <a:pt x="16924" y="8462"/>
                    </a:cubicBezTo>
                    <a:cubicBezTo>
                      <a:pt x="16924" y="3806"/>
                      <a:pt x="13152" y="0"/>
                      <a:pt x="8462" y="0"/>
                    </a:cubicBezTo>
                    <a:cubicBezTo>
                      <a:pt x="3772" y="0"/>
                      <a:pt x="0" y="3806"/>
                      <a:pt x="0" y="8462"/>
                    </a:cubicBezTo>
                    <a:cubicBezTo>
                      <a:pt x="0" y="13118"/>
                      <a:pt x="3772" y="16924"/>
                      <a:pt x="8462" y="169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7" name="Google Shape;1677;p34">
                <a:extLst>
                  <a:ext uri="{FF2B5EF4-FFF2-40B4-BE49-F238E27FC236}">
                    <a16:creationId xmlns:a16="http://schemas.microsoft.com/office/drawing/2014/main" id="{A2172E96-251F-DA4C-8C59-E5968DB2F848}"/>
                  </a:ext>
                </a:extLst>
              </p:cNvPr>
              <p:cNvSpPr/>
              <p:nvPr/>
            </p:nvSpPr>
            <p:spPr>
              <a:xfrm>
                <a:off x="1731545" y="3561967"/>
                <a:ext cx="442677" cy="196802"/>
              </a:xfrm>
              <a:custGeom>
                <a:avLst/>
                <a:gdLst/>
                <a:ahLst/>
                <a:cxnLst/>
                <a:rect l="l" t="t" r="r" b="b"/>
                <a:pathLst>
                  <a:path w="442677" h="196802" extrusionOk="0">
                    <a:moveTo>
                      <a:pt x="49209" y="0"/>
                    </a:moveTo>
                    <a:lnTo>
                      <a:pt x="393469" y="0"/>
                    </a:lnTo>
                    <a:cubicBezTo>
                      <a:pt x="420622" y="0"/>
                      <a:pt x="442677" y="22056"/>
                      <a:pt x="442677" y="49209"/>
                    </a:cubicBezTo>
                    <a:lnTo>
                      <a:pt x="442677" y="147593"/>
                    </a:lnTo>
                    <a:cubicBezTo>
                      <a:pt x="442677" y="174746"/>
                      <a:pt x="420622" y="196802"/>
                      <a:pt x="393469" y="196802"/>
                    </a:cubicBezTo>
                    <a:lnTo>
                      <a:pt x="49175" y="196802"/>
                    </a:lnTo>
                    <a:cubicBezTo>
                      <a:pt x="22022" y="196802"/>
                      <a:pt x="0" y="174746"/>
                      <a:pt x="0" y="147627"/>
                    </a:cubicBezTo>
                    <a:lnTo>
                      <a:pt x="0" y="49243"/>
                    </a:lnTo>
                    <a:cubicBezTo>
                      <a:pt x="0" y="22090"/>
                      <a:pt x="22056" y="34"/>
                      <a:pt x="49209" y="3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8" name="Google Shape;1678;p34">
                <a:extLst>
                  <a:ext uri="{FF2B5EF4-FFF2-40B4-BE49-F238E27FC236}">
                    <a16:creationId xmlns:a16="http://schemas.microsoft.com/office/drawing/2014/main" id="{DF94A3CD-9EAA-2C09-2AD1-5BD72A5205D2}"/>
                  </a:ext>
                </a:extLst>
              </p:cNvPr>
              <p:cNvSpPr/>
              <p:nvPr/>
            </p:nvSpPr>
            <p:spPr>
              <a:xfrm>
                <a:off x="1765801" y="3631566"/>
                <a:ext cx="23856" cy="44961"/>
              </a:xfrm>
              <a:custGeom>
                <a:avLst/>
                <a:gdLst/>
                <a:ahLst/>
                <a:cxnLst/>
                <a:rect l="l" t="t" r="r" b="b"/>
                <a:pathLst>
                  <a:path w="23856" h="44961" extrusionOk="0">
                    <a:moveTo>
                      <a:pt x="11928" y="0"/>
                    </a:moveTo>
                    <a:cubicBezTo>
                      <a:pt x="18521" y="0"/>
                      <a:pt x="23857" y="5336"/>
                      <a:pt x="23857" y="11928"/>
                    </a:cubicBezTo>
                    <a:cubicBezTo>
                      <a:pt x="23857" y="16924"/>
                      <a:pt x="20798" y="21206"/>
                      <a:pt x="16448" y="22973"/>
                    </a:cubicBezTo>
                    <a:lnTo>
                      <a:pt x="18080" y="27901"/>
                    </a:lnTo>
                    <a:lnTo>
                      <a:pt x="23789" y="44961"/>
                    </a:lnTo>
                    <a:lnTo>
                      <a:pt x="884" y="44961"/>
                    </a:lnTo>
                    <a:lnTo>
                      <a:pt x="6627" y="27901"/>
                    </a:lnTo>
                    <a:lnTo>
                      <a:pt x="8190" y="23279"/>
                    </a:lnTo>
                    <a:cubicBezTo>
                      <a:pt x="3432" y="21716"/>
                      <a:pt x="0" y="17230"/>
                      <a:pt x="0" y="11962"/>
                    </a:cubicBezTo>
                    <a:cubicBezTo>
                      <a:pt x="0" y="5370"/>
                      <a:pt x="5336" y="34"/>
                      <a:pt x="11928" y="3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" name="Google Shape;1679;p34">
              <a:extLst>
                <a:ext uri="{FF2B5EF4-FFF2-40B4-BE49-F238E27FC236}">
                  <a16:creationId xmlns:a16="http://schemas.microsoft.com/office/drawing/2014/main" id="{39E29B26-52E7-C1A1-BA08-5F157BDBD88A}"/>
                </a:ext>
              </a:extLst>
            </p:cNvPr>
            <p:cNvGrpSpPr/>
            <p:nvPr/>
          </p:nvGrpSpPr>
          <p:grpSpPr>
            <a:xfrm>
              <a:off x="5291099" y="3731102"/>
              <a:ext cx="2347781" cy="1412391"/>
              <a:chOff x="676788" y="1685151"/>
              <a:chExt cx="921819" cy="554553"/>
            </a:xfrm>
          </p:grpSpPr>
          <p:sp>
            <p:nvSpPr>
              <p:cNvPr id="22" name="Google Shape;1680;p34">
                <a:extLst>
                  <a:ext uri="{FF2B5EF4-FFF2-40B4-BE49-F238E27FC236}">
                    <a16:creationId xmlns:a16="http://schemas.microsoft.com/office/drawing/2014/main" id="{BA68D473-7302-AF7A-CF3C-6B75B40AD247}"/>
                  </a:ext>
                </a:extLst>
              </p:cNvPr>
              <p:cNvSpPr/>
              <p:nvPr/>
            </p:nvSpPr>
            <p:spPr>
              <a:xfrm>
                <a:off x="1274365" y="1712508"/>
                <a:ext cx="129921" cy="59098"/>
              </a:xfrm>
              <a:custGeom>
                <a:avLst/>
                <a:gdLst/>
                <a:ahLst/>
                <a:cxnLst/>
                <a:rect l="l" t="t" r="r" b="b"/>
                <a:pathLst>
                  <a:path w="129921" h="59098" extrusionOk="0">
                    <a:moveTo>
                      <a:pt x="0" y="0"/>
                    </a:moveTo>
                    <a:lnTo>
                      <a:pt x="129921" y="0"/>
                    </a:lnTo>
                    <a:lnTo>
                      <a:pt x="129921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1681;p34">
                <a:extLst>
                  <a:ext uri="{FF2B5EF4-FFF2-40B4-BE49-F238E27FC236}">
                    <a16:creationId xmlns:a16="http://schemas.microsoft.com/office/drawing/2014/main" id="{476BD349-BF6C-009F-469B-469AC4CC6F79}"/>
                  </a:ext>
                </a:extLst>
              </p:cNvPr>
              <p:cNvSpPr/>
              <p:nvPr/>
            </p:nvSpPr>
            <p:spPr>
              <a:xfrm>
                <a:off x="1249795" y="1690826"/>
                <a:ext cx="176717" cy="25929"/>
              </a:xfrm>
              <a:custGeom>
                <a:avLst/>
                <a:gdLst/>
                <a:ahLst/>
                <a:cxnLst/>
                <a:rect l="l" t="t" r="r" b="b"/>
                <a:pathLst>
                  <a:path w="176717" h="25929" extrusionOk="0">
                    <a:moveTo>
                      <a:pt x="163736" y="0"/>
                    </a:moveTo>
                    <a:lnTo>
                      <a:pt x="12982" y="0"/>
                    </a:lnTo>
                    <a:cubicBezTo>
                      <a:pt x="5845" y="0"/>
                      <a:pt x="0" y="5845"/>
                      <a:pt x="0" y="12982"/>
                    </a:cubicBezTo>
                    <a:lnTo>
                      <a:pt x="0" y="12982"/>
                    </a:lnTo>
                    <a:cubicBezTo>
                      <a:pt x="0" y="20119"/>
                      <a:pt x="5845" y="25930"/>
                      <a:pt x="12982" y="25930"/>
                    </a:cubicBezTo>
                    <a:lnTo>
                      <a:pt x="163736" y="25930"/>
                    </a:lnTo>
                    <a:cubicBezTo>
                      <a:pt x="170872" y="25930"/>
                      <a:pt x="176718" y="20085"/>
                      <a:pt x="176718" y="12948"/>
                    </a:cubicBezTo>
                    <a:lnTo>
                      <a:pt x="176718" y="12948"/>
                    </a:lnTo>
                    <a:cubicBezTo>
                      <a:pt x="176718" y="5811"/>
                      <a:pt x="170872" y="0"/>
                      <a:pt x="163736" y="0"/>
                    </a:cubicBezTo>
                    <a:close/>
                  </a:path>
                </a:pathLst>
              </a:custGeom>
              <a:solidFill>
                <a:srgbClr val="0049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1682;p34">
                <a:extLst>
                  <a:ext uri="{FF2B5EF4-FFF2-40B4-BE49-F238E27FC236}">
                    <a16:creationId xmlns:a16="http://schemas.microsoft.com/office/drawing/2014/main" id="{BAEC87E7-7A2D-EA94-1A9F-36A64E79E5BA}"/>
                  </a:ext>
                </a:extLst>
              </p:cNvPr>
              <p:cNvSpPr/>
              <p:nvPr/>
            </p:nvSpPr>
            <p:spPr>
              <a:xfrm>
                <a:off x="1285512" y="1717028"/>
                <a:ext cx="8631" cy="33168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9"/>
                    </a:lnTo>
                    <a:lnTo>
                      <a:pt x="0" y="33169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1683;p34">
                <a:extLst>
                  <a:ext uri="{FF2B5EF4-FFF2-40B4-BE49-F238E27FC236}">
                    <a16:creationId xmlns:a16="http://schemas.microsoft.com/office/drawing/2014/main" id="{E27545AA-B10C-8FE9-B746-C374C87E9607}"/>
                  </a:ext>
                </a:extLst>
              </p:cNvPr>
              <p:cNvSpPr/>
              <p:nvPr/>
            </p:nvSpPr>
            <p:spPr>
              <a:xfrm>
                <a:off x="855748" y="1716145"/>
                <a:ext cx="129955" cy="59098"/>
              </a:xfrm>
              <a:custGeom>
                <a:avLst/>
                <a:gdLst/>
                <a:ahLst/>
                <a:cxnLst/>
                <a:rect l="l" t="t" r="r" b="b"/>
                <a:pathLst>
                  <a:path w="129955" h="59098" extrusionOk="0">
                    <a:moveTo>
                      <a:pt x="0" y="0"/>
                    </a:moveTo>
                    <a:lnTo>
                      <a:pt x="129955" y="0"/>
                    </a:lnTo>
                    <a:lnTo>
                      <a:pt x="129955" y="59099"/>
                    </a:lnTo>
                    <a:lnTo>
                      <a:pt x="0" y="5909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1684;p34">
                <a:extLst>
                  <a:ext uri="{FF2B5EF4-FFF2-40B4-BE49-F238E27FC236}">
                    <a16:creationId xmlns:a16="http://schemas.microsoft.com/office/drawing/2014/main" id="{570645A4-BF8B-61CA-896D-F42F876CA6F0}"/>
                  </a:ext>
                </a:extLst>
              </p:cNvPr>
              <p:cNvSpPr/>
              <p:nvPr/>
            </p:nvSpPr>
            <p:spPr>
              <a:xfrm>
                <a:off x="832401" y="1694463"/>
                <a:ext cx="176649" cy="25929"/>
              </a:xfrm>
              <a:custGeom>
                <a:avLst/>
                <a:gdLst/>
                <a:ahLst/>
                <a:cxnLst/>
                <a:rect l="l" t="t" r="r" b="b"/>
                <a:pathLst>
                  <a:path w="176649" h="25929" extrusionOk="0">
                    <a:moveTo>
                      <a:pt x="12948" y="0"/>
                    </a:moveTo>
                    <a:lnTo>
                      <a:pt x="163702" y="0"/>
                    </a:lnTo>
                    <a:cubicBezTo>
                      <a:pt x="170838" y="0"/>
                      <a:pt x="176650" y="5811"/>
                      <a:pt x="176650" y="12948"/>
                    </a:cubicBezTo>
                    <a:lnTo>
                      <a:pt x="176650" y="12948"/>
                    </a:lnTo>
                    <a:cubicBezTo>
                      <a:pt x="176650" y="20085"/>
                      <a:pt x="170838" y="25930"/>
                      <a:pt x="163702" y="25930"/>
                    </a:cubicBezTo>
                    <a:lnTo>
                      <a:pt x="12948" y="25930"/>
                    </a:lnTo>
                    <a:cubicBezTo>
                      <a:pt x="5811" y="25930"/>
                      <a:pt x="0" y="20085"/>
                      <a:pt x="0" y="12948"/>
                    </a:cubicBezTo>
                    <a:lnTo>
                      <a:pt x="0" y="12948"/>
                    </a:lnTo>
                    <a:cubicBezTo>
                      <a:pt x="0" y="5811"/>
                      <a:pt x="5811" y="0"/>
                      <a:pt x="129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1685;p34">
                <a:extLst>
                  <a:ext uri="{FF2B5EF4-FFF2-40B4-BE49-F238E27FC236}">
                    <a16:creationId xmlns:a16="http://schemas.microsoft.com/office/drawing/2014/main" id="{32669D6C-69F7-8464-4287-58052C06784C}"/>
                  </a:ext>
                </a:extLst>
              </p:cNvPr>
              <p:cNvSpPr/>
              <p:nvPr/>
            </p:nvSpPr>
            <p:spPr>
              <a:xfrm>
                <a:off x="676788" y="1753799"/>
                <a:ext cx="921785" cy="387929"/>
              </a:xfrm>
              <a:custGeom>
                <a:avLst/>
                <a:gdLst/>
                <a:ahLst/>
                <a:cxnLst/>
                <a:rect l="l" t="t" r="r" b="b"/>
                <a:pathLst>
                  <a:path w="921785" h="387929" extrusionOk="0">
                    <a:moveTo>
                      <a:pt x="38776" y="34"/>
                    </a:moveTo>
                    <a:lnTo>
                      <a:pt x="883010" y="34"/>
                    </a:lnTo>
                    <a:cubicBezTo>
                      <a:pt x="904420" y="34"/>
                      <a:pt x="921786" y="17400"/>
                      <a:pt x="921786" y="38810"/>
                    </a:cubicBezTo>
                    <a:lnTo>
                      <a:pt x="921786" y="349153"/>
                    </a:lnTo>
                    <a:cubicBezTo>
                      <a:pt x="921786" y="370563"/>
                      <a:pt x="904420" y="387929"/>
                      <a:pt x="883010" y="387929"/>
                    </a:cubicBezTo>
                    <a:lnTo>
                      <a:pt x="38776" y="387929"/>
                    </a:lnTo>
                    <a:cubicBezTo>
                      <a:pt x="17366" y="387929"/>
                      <a:pt x="0" y="370563"/>
                      <a:pt x="0" y="349153"/>
                    </a:cubicBezTo>
                    <a:lnTo>
                      <a:pt x="0" y="38776"/>
                    </a:lnTo>
                    <a:cubicBezTo>
                      <a:pt x="0" y="17366"/>
                      <a:pt x="17366" y="0"/>
                      <a:pt x="387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1686;p34">
                <a:extLst>
                  <a:ext uri="{FF2B5EF4-FFF2-40B4-BE49-F238E27FC236}">
                    <a16:creationId xmlns:a16="http://schemas.microsoft.com/office/drawing/2014/main" id="{354C19AC-D322-68FA-B3CA-AE0E2B10031C}"/>
                  </a:ext>
                </a:extLst>
              </p:cNvPr>
              <p:cNvSpPr/>
              <p:nvPr/>
            </p:nvSpPr>
            <p:spPr>
              <a:xfrm>
                <a:off x="676788" y="1936940"/>
                <a:ext cx="921819" cy="167337"/>
              </a:xfrm>
              <a:custGeom>
                <a:avLst/>
                <a:gdLst/>
                <a:ahLst/>
                <a:cxnLst/>
                <a:rect l="l" t="t" r="r" b="b"/>
                <a:pathLst>
                  <a:path w="921819" h="167337" extrusionOk="0">
                    <a:moveTo>
                      <a:pt x="921786" y="0"/>
                    </a:moveTo>
                    <a:lnTo>
                      <a:pt x="921786" y="128528"/>
                    </a:lnTo>
                    <a:cubicBezTo>
                      <a:pt x="921786" y="149870"/>
                      <a:pt x="904318" y="167338"/>
                      <a:pt x="883010" y="167338"/>
                    </a:cubicBezTo>
                    <a:lnTo>
                      <a:pt x="38776" y="167338"/>
                    </a:lnTo>
                    <a:cubicBezTo>
                      <a:pt x="17434" y="167338"/>
                      <a:pt x="0" y="149870"/>
                      <a:pt x="0" y="128528"/>
                    </a:cubicBezTo>
                    <a:lnTo>
                      <a:pt x="0" y="0"/>
                    </a:lnTo>
                    <a:lnTo>
                      <a:pt x="92182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1687;p34">
                <a:extLst>
                  <a:ext uri="{FF2B5EF4-FFF2-40B4-BE49-F238E27FC236}">
                    <a16:creationId xmlns:a16="http://schemas.microsoft.com/office/drawing/2014/main" id="{448F0FCB-C0F8-76DC-C32F-E75DEEFC1886}"/>
                  </a:ext>
                </a:extLst>
              </p:cNvPr>
              <p:cNvSpPr/>
              <p:nvPr/>
            </p:nvSpPr>
            <p:spPr>
              <a:xfrm>
                <a:off x="676788" y="1753833"/>
                <a:ext cx="47985" cy="387929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38776" y="0"/>
                    </a:moveTo>
                    <a:lnTo>
                      <a:pt x="47986" y="0"/>
                    </a:lnTo>
                    <a:lnTo>
                      <a:pt x="47986" y="387929"/>
                    </a:lnTo>
                    <a:lnTo>
                      <a:pt x="38776" y="387929"/>
                    </a:lnTo>
                    <a:cubicBezTo>
                      <a:pt x="17434" y="387929"/>
                      <a:pt x="0" y="370461"/>
                      <a:pt x="0" y="349153"/>
                    </a:cubicBezTo>
                    <a:lnTo>
                      <a:pt x="0" y="38810"/>
                    </a:lnTo>
                    <a:cubicBezTo>
                      <a:pt x="0" y="17468"/>
                      <a:pt x="17434" y="34"/>
                      <a:pt x="38776" y="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1688;p34">
                <a:extLst>
                  <a:ext uri="{FF2B5EF4-FFF2-40B4-BE49-F238E27FC236}">
                    <a16:creationId xmlns:a16="http://schemas.microsoft.com/office/drawing/2014/main" id="{2F61F39F-D59D-49F4-D39B-02DFF8F07B59}"/>
                  </a:ext>
                </a:extLst>
              </p:cNvPr>
              <p:cNvSpPr/>
              <p:nvPr/>
            </p:nvSpPr>
            <p:spPr>
              <a:xfrm>
                <a:off x="676788" y="1936940"/>
                <a:ext cx="48019" cy="167304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4" extrusionOk="0">
                    <a:moveTo>
                      <a:pt x="47986" y="0"/>
                    </a:moveTo>
                    <a:lnTo>
                      <a:pt x="47986" y="167304"/>
                    </a:lnTo>
                    <a:lnTo>
                      <a:pt x="38776" y="167304"/>
                    </a:lnTo>
                    <a:cubicBezTo>
                      <a:pt x="17434" y="167304"/>
                      <a:pt x="0" y="149836"/>
                      <a:pt x="0" y="128528"/>
                    </a:cubicBezTo>
                    <a:lnTo>
                      <a:pt x="0" y="0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1689;p34">
                <a:extLst>
                  <a:ext uri="{FF2B5EF4-FFF2-40B4-BE49-F238E27FC236}">
                    <a16:creationId xmlns:a16="http://schemas.microsoft.com/office/drawing/2014/main" id="{598F9E34-D296-679F-AF24-4C799D4ACA95}"/>
                  </a:ext>
                </a:extLst>
              </p:cNvPr>
              <p:cNvSpPr/>
              <p:nvPr/>
            </p:nvSpPr>
            <p:spPr>
              <a:xfrm>
                <a:off x="1550588" y="1753833"/>
                <a:ext cx="47985" cy="387929"/>
              </a:xfrm>
              <a:custGeom>
                <a:avLst/>
                <a:gdLst/>
                <a:ahLst/>
                <a:cxnLst/>
                <a:rect l="l" t="t" r="r" b="b"/>
                <a:pathLst>
                  <a:path w="47985" h="387929" extrusionOk="0">
                    <a:moveTo>
                      <a:pt x="9210" y="387929"/>
                    </a:moveTo>
                    <a:lnTo>
                      <a:pt x="0" y="387929"/>
                    </a:lnTo>
                    <a:lnTo>
                      <a:pt x="0" y="0"/>
                    </a:lnTo>
                    <a:lnTo>
                      <a:pt x="9210" y="0"/>
                    </a:lnTo>
                    <a:cubicBezTo>
                      <a:pt x="30552" y="0"/>
                      <a:pt x="47986" y="17468"/>
                      <a:pt x="47986" y="38776"/>
                    </a:cubicBezTo>
                    <a:lnTo>
                      <a:pt x="47986" y="349119"/>
                    </a:lnTo>
                    <a:cubicBezTo>
                      <a:pt x="47986" y="370461"/>
                      <a:pt x="30518" y="387895"/>
                      <a:pt x="9210" y="38789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1690;p34">
                <a:extLst>
                  <a:ext uri="{FF2B5EF4-FFF2-40B4-BE49-F238E27FC236}">
                    <a16:creationId xmlns:a16="http://schemas.microsoft.com/office/drawing/2014/main" id="{D29FEE9F-1777-729F-96FD-A4E4BC24CDB5}"/>
                  </a:ext>
                </a:extLst>
              </p:cNvPr>
              <p:cNvSpPr/>
              <p:nvPr/>
            </p:nvSpPr>
            <p:spPr>
              <a:xfrm>
                <a:off x="1550588" y="1936974"/>
                <a:ext cx="48019" cy="167303"/>
              </a:xfrm>
              <a:custGeom>
                <a:avLst/>
                <a:gdLst/>
                <a:ahLst/>
                <a:cxnLst/>
                <a:rect l="l" t="t" r="r" b="b"/>
                <a:pathLst>
                  <a:path w="48019" h="167303" extrusionOk="0">
                    <a:moveTo>
                      <a:pt x="9210" y="167304"/>
                    </a:moveTo>
                    <a:lnTo>
                      <a:pt x="0" y="167304"/>
                    </a:lnTo>
                    <a:lnTo>
                      <a:pt x="0" y="0"/>
                    </a:lnTo>
                    <a:lnTo>
                      <a:pt x="48020" y="0"/>
                    </a:lnTo>
                    <a:lnTo>
                      <a:pt x="48020" y="128528"/>
                    </a:lnTo>
                    <a:cubicBezTo>
                      <a:pt x="48020" y="149870"/>
                      <a:pt x="30552" y="167304"/>
                      <a:pt x="9244" y="1673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1691;p34">
                <a:extLst>
                  <a:ext uri="{FF2B5EF4-FFF2-40B4-BE49-F238E27FC236}">
                    <a16:creationId xmlns:a16="http://schemas.microsoft.com/office/drawing/2014/main" id="{4DC9687B-7829-076C-E43D-6C0A0B7158D7}"/>
                  </a:ext>
                </a:extLst>
              </p:cNvPr>
              <p:cNvSpPr/>
              <p:nvPr/>
            </p:nvSpPr>
            <p:spPr>
              <a:xfrm>
                <a:off x="735343" y="1798522"/>
                <a:ext cx="774906" cy="33644"/>
              </a:xfrm>
              <a:custGeom>
                <a:avLst/>
                <a:gdLst/>
                <a:ahLst/>
                <a:cxnLst/>
                <a:rect l="l" t="t" r="r" b="b"/>
                <a:pathLst>
                  <a:path w="774906" h="33644" extrusionOk="0">
                    <a:moveTo>
                      <a:pt x="16822" y="0"/>
                    </a:moveTo>
                    <a:lnTo>
                      <a:pt x="758084" y="0"/>
                    </a:lnTo>
                    <a:cubicBezTo>
                      <a:pt x="767328" y="0"/>
                      <a:pt x="774907" y="7578"/>
                      <a:pt x="774907" y="16822"/>
                    </a:cubicBezTo>
                    <a:lnTo>
                      <a:pt x="774907" y="16822"/>
                    </a:lnTo>
                    <a:cubicBezTo>
                      <a:pt x="774907" y="26066"/>
                      <a:pt x="767328" y="33644"/>
                      <a:pt x="758084" y="33644"/>
                    </a:cubicBezTo>
                    <a:lnTo>
                      <a:pt x="16822" y="33644"/>
                    </a:lnTo>
                    <a:cubicBezTo>
                      <a:pt x="7545" y="33644"/>
                      <a:pt x="0" y="26066"/>
                      <a:pt x="0" y="16822"/>
                    </a:cubicBezTo>
                    <a:lnTo>
                      <a:pt x="0" y="16822"/>
                    </a:lnTo>
                    <a:cubicBezTo>
                      <a:pt x="0" y="7578"/>
                      <a:pt x="7579" y="0"/>
                      <a:pt x="16822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1692;p34">
                <a:extLst>
                  <a:ext uri="{FF2B5EF4-FFF2-40B4-BE49-F238E27FC236}">
                    <a16:creationId xmlns:a16="http://schemas.microsoft.com/office/drawing/2014/main" id="{784FF140-553D-B844-C1A6-54A4D69D8417}"/>
                  </a:ext>
                </a:extLst>
              </p:cNvPr>
              <p:cNvSpPr/>
              <p:nvPr/>
            </p:nvSpPr>
            <p:spPr>
              <a:xfrm>
                <a:off x="866895" y="1720665"/>
                <a:ext cx="8631" cy="33168"/>
              </a:xfrm>
              <a:custGeom>
                <a:avLst/>
                <a:gdLst/>
                <a:ahLst/>
                <a:cxnLst/>
                <a:rect l="l" t="t" r="r" b="b"/>
                <a:pathLst>
                  <a:path w="8631" h="33168" extrusionOk="0">
                    <a:moveTo>
                      <a:pt x="0" y="0"/>
                    </a:moveTo>
                    <a:lnTo>
                      <a:pt x="8632" y="0"/>
                    </a:lnTo>
                    <a:lnTo>
                      <a:pt x="8632" y="33168"/>
                    </a:lnTo>
                    <a:lnTo>
                      <a:pt x="0" y="33168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" name="Google Shape;1693;p34">
                <a:extLst>
                  <a:ext uri="{FF2B5EF4-FFF2-40B4-BE49-F238E27FC236}">
                    <a16:creationId xmlns:a16="http://schemas.microsoft.com/office/drawing/2014/main" id="{FC63BF5B-D8A5-DE5B-0EB1-1F94204261F1}"/>
                  </a:ext>
                </a:extLst>
              </p:cNvPr>
              <p:cNvGrpSpPr/>
              <p:nvPr/>
            </p:nvGrpSpPr>
            <p:grpSpPr>
              <a:xfrm>
                <a:off x="782377" y="1936940"/>
                <a:ext cx="710608" cy="302764"/>
                <a:chOff x="4439952" y="2779427"/>
                <a:chExt cx="710608" cy="302764"/>
              </a:xfrm>
            </p:grpSpPr>
            <p:sp>
              <p:nvSpPr>
                <p:cNvPr id="58" name="Google Shape;1694;p34">
                  <a:extLst>
                    <a:ext uri="{FF2B5EF4-FFF2-40B4-BE49-F238E27FC236}">
                      <a16:creationId xmlns:a16="http://schemas.microsoft.com/office/drawing/2014/main" id="{228E5B76-8320-7737-0BAB-4906F85E17FF}"/>
                    </a:ext>
                  </a:extLst>
                </p:cNvPr>
                <p:cNvSpPr/>
                <p:nvPr/>
              </p:nvSpPr>
              <p:spPr>
                <a:xfrm>
                  <a:off x="4439952" y="2779427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" name="Google Shape;1695;p34">
                  <a:extLst>
                    <a:ext uri="{FF2B5EF4-FFF2-40B4-BE49-F238E27FC236}">
                      <a16:creationId xmlns:a16="http://schemas.microsoft.com/office/drawing/2014/main" id="{CF0F61E3-0ADC-9F7E-FDFB-4A64DEC5FE57}"/>
                    </a:ext>
                  </a:extLst>
                </p:cNvPr>
                <p:cNvSpPr/>
                <p:nvPr/>
              </p:nvSpPr>
              <p:spPr>
                <a:xfrm>
                  <a:off x="5079499" y="2795671"/>
                  <a:ext cx="71060" cy="286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" h="286520" extrusionOk="0">
                      <a:moveTo>
                        <a:pt x="0" y="0"/>
                      </a:moveTo>
                      <a:lnTo>
                        <a:pt x="71061" y="0"/>
                      </a:lnTo>
                      <a:lnTo>
                        <a:pt x="71061" y="286520"/>
                      </a:lnTo>
                      <a:lnTo>
                        <a:pt x="0" y="28652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" name="Google Shape;1696;p34">
                  <a:extLst>
                    <a:ext uri="{FF2B5EF4-FFF2-40B4-BE49-F238E27FC236}">
                      <a16:creationId xmlns:a16="http://schemas.microsoft.com/office/drawing/2014/main" id="{240D6A24-8AA2-FC61-C4C1-238FB1627FEE}"/>
                    </a:ext>
                  </a:extLst>
                </p:cNvPr>
                <p:cNvSpPr/>
                <p:nvPr/>
              </p:nvSpPr>
              <p:spPr>
                <a:xfrm>
                  <a:off x="4439952" y="3018743"/>
                  <a:ext cx="710608" cy="63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0608" h="63448" extrusionOk="0">
                      <a:moveTo>
                        <a:pt x="0" y="0"/>
                      </a:moveTo>
                      <a:lnTo>
                        <a:pt x="710608" y="0"/>
                      </a:lnTo>
                      <a:lnTo>
                        <a:pt x="710608" y="63448"/>
                      </a:lnTo>
                      <a:lnTo>
                        <a:pt x="0" y="6344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6" name="Google Shape;1697;p34">
                <a:extLst>
                  <a:ext uri="{FF2B5EF4-FFF2-40B4-BE49-F238E27FC236}">
                    <a16:creationId xmlns:a16="http://schemas.microsoft.com/office/drawing/2014/main" id="{8EF43E40-70E2-CD0A-BF12-071C89C88D1A}"/>
                  </a:ext>
                </a:extLst>
              </p:cNvPr>
              <p:cNvSpPr/>
              <p:nvPr/>
            </p:nvSpPr>
            <p:spPr>
              <a:xfrm>
                <a:off x="781901" y="1904995"/>
                <a:ext cx="72046" cy="63890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75"/>
                      <a:pt x="0" y="31945"/>
                    </a:cubicBezTo>
                    <a:cubicBezTo>
                      <a:pt x="0" y="49515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1698;p34">
                <a:extLst>
                  <a:ext uri="{FF2B5EF4-FFF2-40B4-BE49-F238E27FC236}">
                    <a16:creationId xmlns:a16="http://schemas.microsoft.com/office/drawing/2014/main" id="{40633C82-1E79-3163-B9BA-33DA6B353D7D}"/>
                  </a:ext>
                </a:extLst>
              </p:cNvPr>
              <p:cNvSpPr/>
              <p:nvPr/>
            </p:nvSpPr>
            <p:spPr>
              <a:xfrm>
                <a:off x="1420939" y="1921273"/>
                <a:ext cx="72046" cy="63890"/>
              </a:xfrm>
              <a:custGeom>
                <a:avLst/>
                <a:gdLst/>
                <a:ahLst/>
                <a:cxnLst/>
                <a:rect l="l" t="t" r="r" b="b"/>
                <a:pathLst>
                  <a:path w="72046" h="63890" extrusionOk="0">
                    <a:moveTo>
                      <a:pt x="36023" y="63890"/>
                    </a:moveTo>
                    <a:cubicBezTo>
                      <a:pt x="55870" y="63890"/>
                      <a:pt x="72046" y="49549"/>
                      <a:pt x="72046" y="31945"/>
                    </a:cubicBezTo>
                    <a:cubicBezTo>
                      <a:pt x="72046" y="14341"/>
                      <a:pt x="55870" y="0"/>
                      <a:pt x="36023" y="0"/>
                    </a:cubicBezTo>
                    <a:cubicBezTo>
                      <a:pt x="16176" y="0"/>
                      <a:pt x="0" y="14341"/>
                      <a:pt x="0" y="31945"/>
                    </a:cubicBezTo>
                    <a:cubicBezTo>
                      <a:pt x="0" y="49549"/>
                      <a:pt x="16176" y="63890"/>
                      <a:pt x="36023" y="6389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" name="Google Shape;1699;p34">
                <a:extLst>
                  <a:ext uri="{FF2B5EF4-FFF2-40B4-BE49-F238E27FC236}">
                    <a16:creationId xmlns:a16="http://schemas.microsoft.com/office/drawing/2014/main" id="{4DDEFF0E-FFF7-6E57-13C7-970AD6B07EB1}"/>
                  </a:ext>
                </a:extLst>
              </p:cNvPr>
              <p:cNvGrpSpPr/>
              <p:nvPr/>
            </p:nvGrpSpPr>
            <p:grpSpPr>
              <a:xfrm>
                <a:off x="850112" y="1945490"/>
                <a:ext cx="575181" cy="148034"/>
                <a:chOff x="2195175" y="2564277"/>
                <a:chExt cx="575181" cy="148034"/>
              </a:xfrm>
            </p:grpSpPr>
            <p:sp>
              <p:nvSpPr>
                <p:cNvPr id="41" name="Google Shape;1700;p34">
                  <a:extLst>
                    <a:ext uri="{FF2B5EF4-FFF2-40B4-BE49-F238E27FC236}">
                      <a16:creationId xmlns:a16="http://schemas.microsoft.com/office/drawing/2014/main" id="{AC45B91D-A382-78B5-7D8A-F0F9B7F52CC3}"/>
                    </a:ext>
                  </a:extLst>
                </p:cNvPr>
                <p:cNvSpPr/>
                <p:nvPr/>
              </p:nvSpPr>
              <p:spPr>
                <a:xfrm>
                  <a:off x="2692873" y="2596358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" name="Google Shape;1701;p34">
                  <a:extLst>
                    <a:ext uri="{FF2B5EF4-FFF2-40B4-BE49-F238E27FC236}">
                      <a16:creationId xmlns:a16="http://schemas.microsoft.com/office/drawing/2014/main" id="{BDC6AAD3-F8A1-B8A8-6FDE-B2E69C563080}"/>
                    </a:ext>
                  </a:extLst>
                </p:cNvPr>
                <p:cNvSpPr/>
                <p:nvPr/>
              </p:nvSpPr>
              <p:spPr>
                <a:xfrm>
                  <a:off x="2692873" y="2606622"/>
                  <a:ext cx="63822" cy="11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384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385"/>
                      </a:lnTo>
                      <a:lnTo>
                        <a:pt x="0" y="11385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" name="Google Shape;1702;p34">
                  <a:extLst>
                    <a:ext uri="{FF2B5EF4-FFF2-40B4-BE49-F238E27FC236}">
                      <a16:creationId xmlns:a16="http://schemas.microsoft.com/office/drawing/2014/main" id="{F992D16F-33EB-914E-611A-8A209F95F3B3}"/>
                    </a:ext>
                  </a:extLst>
                </p:cNvPr>
                <p:cNvSpPr/>
                <p:nvPr/>
              </p:nvSpPr>
              <p:spPr>
                <a:xfrm>
                  <a:off x="2744731" y="2566146"/>
                  <a:ext cx="25624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143107" extrusionOk="0">
                      <a:moveTo>
                        <a:pt x="25624" y="0"/>
                      </a:moveTo>
                      <a:lnTo>
                        <a:pt x="12812" y="0"/>
                      </a:lnTo>
                      <a:cubicBezTo>
                        <a:pt x="5777" y="0"/>
                        <a:pt x="0" y="5777"/>
                        <a:pt x="0" y="12812"/>
                      </a:cubicBezTo>
                      <a:lnTo>
                        <a:pt x="0" y="130295"/>
                      </a:lnTo>
                      <a:cubicBezTo>
                        <a:pt x="0" y="137330"/>
                        <a:pt x="5777" y="143107"/>
                        <a:pt x="12812" y="143107"/>
                      </a:cubicBezTo>
                      <a:lnTo>
                        <a:pt x="25624" y="143107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" name="Google Shape;1703;p34">
                  <a:extLst>
                    <a:ext uri="{FF2B5EF4-FFF2-40B4-BE49-F238E27FC236}">
                      <a16:creationId xmlns:a16="http://schemas.microsoft.com/office/drawing/2014/main" id="{EE670F99-187C-EA56-1617-D6C47D89358B}"/>
                    </a:ext>
                  </a:extLst>
                </p:cNvPr>
                <p:cNvSpPr/>
                <p:nvPr/>
              </p:nvSpPr>
              <p:spPr>
                <a:xfrm>
                  <a:off x="2744731" y="2632280"/>
                  <a:ext cx="25624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4" h="76974" extrusionOk="0">
                      <a:moveTo>
                        <a:pt x="0" y="0"/>
                      </a:moveTo>
                      <a:lnTo>
                        <a:pt x="0" y="64162"/>
                      </a:lnTo>
                      <a:cubicBezTo>
                        <a:pt x="0" y="71197"/>
                        <a:pt x="5777" y="76974"/>
                        <a:pt x="12812" y="76974"/>
                      </a:cubicBezTo>
                      <a:lnTo>
                        <a:pt x="25624" y="76974"/>
                      </a:lnTo>
                      <a:lnTo>
                        <a:pt x="2562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" name="Google Shape;1704;p34">
                  <a:extLst>
                    <a:ext uri="{FF2B5EF4-FFF2-40B4-BE49-F238E27FC236}">
                      <a16:creationId xmlns:a16="http://schemas.microsoft.com/office/drawing/2014/main" id="{366B6DD7-9D3A-2BED-314B-3FF6F1CD355D}"/>
                    </a:ext>
                  </a:extLst>
                </p:cNvPr>
                <p:cNvSpPr/>
                <p:nvPr/>
              </p:nvSpPr>
              <p:spPr>
                <a:xfrm>
                  <a:off x="2272625" y="2564277"/>
                  <a:ext cx="423680" cy="148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680" h="148034" extrusionOk="0">
                      <a:moveTo>
                        <a:pt x="14341" y="0"/>
                      </a:moveTo>
                      <a:lnTo>
                        <a:pt x="409339" y="0"/>
                      </a:lnTo>
                      <a:cubicBezTo>
                        <a:pt x="417257" y="0"/>
                        <a:pt x="423680" y="6661"/>
                        <a:pt x="423680" y="14783"/>
                      </a:cubicBezTo>
                      <a:lnTo>
                        <a:pt x="423680" y="133252"/>
                      </a:lnTo>
                      <a:cubicBezTo>
                        <a:pt x="423680" y="141408"/>
                        <a:pt x="417257" y="148035"/>
                        <a:pt x="409339" y="148035"/>
                      </a:cubicBezTo>
                      <a:lnTo>
                        <a:pt x="14341" y="148035"/>
                      </a:lnTo>
                      <a:cubicBezTo>
                        <a:pt x="6457" y="148035"/>
                        <a:pt x="0" y="141374"/>
                        <a:pt x="0" y="133252"/>
                      </a:cubicBezTo>
                      <a:lnTo>
                        <a:pt x="0" y="14783"/>
                      </a:lnTo>
                      <a:cubicBezTo>
                        <a:pt x="0" y="6661"/>
                        <a:pt x="6457" y="0"/>
                        <a:pt x="1434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" name="Google Shape;1705;p34">
                  <a:extLst>
                    <a:ext uri="{FF2B5EF4-FFF2-40B4-BE49-F238E27FC236}">
                      <a16:creationId xmlns:a16="http://schemas.microsoft.com/office/drawing/2014/main" id="{17135701-F0FE-F55B-EE22-5D692A361382}"/>
                    </a:ext>
                  </a:extLst>
                </p:cNvPr>
                <p:cNvSpPr/>
                <p:nvPr/>
              </p:nvSpPr>
              <p:spPr>
                <a:xfrm>
                  <a:off x="2285267" y="2573283"/>
                  <a:ext cx="397954" cy="130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954" h="130295" extrusionOk="0">
                      <a:moveTo>
                        <a:pt x="12608" y="0"/>
                      </a:moveTo>
                      <a:lnTo>
                        <a:pt x="385312" y="0"/>
                      </a:lnTo>
                      <a:cubicBezTo>
                        <a:pt x="392245" y="0"/>
                        <a:pt x="397954" y="5845"/>
                        <a:pt x="397954" y="13016"/>
                      </a:cubicBezTo>
                      <a:lnTo>
                        <a:pt x="397954" y="117279"/>
                      </a:lnTo>
                      <a:cubicBezTo>
                        <a:pt x="397954" y="124416"/>
                        <a:pt x="392245" y="130295"/>
                        <a:pt x="385312" y="130295"/>
                      </a:cubicBezTo>
                      <a:lnTo>
                        <a:pt x="12608" y="130295"/>
                      </a:lnTo>
                      <a:cubicBezTo>
                        <a:pt x="5675" y="130295"/>
                        <a:pt x="0" y="124416"/>
                        <a:pt x="0" y="117279"/>
                      </a:cubicBezTo>
                      <a:lnTo>
                        <a:pt x="0" y="13016"/>
                      </a:lnTo>
                      <a:cubicBezTo>
                        <a:pt x="0" y="5845"/>
                        <a:pt x="5675" y="0"/>
                        <a:pt x="12608" y="0"/>
                      </a:cubicBezTo>
                      <a:close/>
                    </a:path>
                  </a:pathLst>
                </a:custGeom>
                <a:solidFill>
                  <a:srgbClr val="EFEFEF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7" name="Google Shape;1706;p34">
                  <a:extLst>
                    <a:ext uri="{FF2B5EF4-FFF2-40B4-BE49-F238E27FC236}">
                      <a16:creationId xmlns:a16="http://schemas.microsoft.com/office/drawing/2014/main" id="{4F088683-FF44-B767-28DA-52532F89F347}"/>
                    </a:ext>
                  </a:extLst>
                </p:cNvPr>
                <p:cNvGrpSpPr/>
                <p:nvPr/>
              </p:nvGrpSpPr>
              <p:grpSpPr>
                <a:xfrm>
                  <a:off x="2445264" y="2583716"/>
                  <a:ext cx="207540" cy="106166"/>
                  <a:chOff x="2445264" y="2583716"/>
                  <a:chExt cx="207540" cy="106166"/>
                </a:xfrm>
              </p:grpSpPr>
              <p:sp>
                <p:nvSpPr>
                  <p:cNvPr id="54" name="Google Shape;1707;p34">
                    <a:extLst>
                      <a:ext uri="{FF2B5EF4-FFF2-40B4-BE49-F238E27FC236}">
                        <a16:creationId xmlns:a16="http://schemas.microsoft.com/office/drawing/2014/main" id="{4F2E0882-EA40-5D35-F7D9-85B7A9C6B175}"/>
                      </a:ext>
                    </a:extLst>
                  </p:cNvPr>
                  <p:cNvSpPr/>
                  <p:nvPr/>
                </p:nvSpPr>
                <p:spPr>
                  <a:xfrm>
                    <a:off x="2445264" y="2628813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" name="Google Shape;1708;p34">
                    <a:extLst>
                      <a:ext uri="{FF2B5EF4-FFF2-40B4-BE49-F238E27FC236}">
                        <a16:creationId xmlns:a16="http://schemas.microsoft.com/office/drawing/2014/main" id="{B89674E9-F457-AF26-4687-0BDB9E7DCDCC}"/>
                      </a:ext>
                    </a:extLst>
                  </p:cNvPr>
                  <p:cNvSpPr/>
                  <p:nvPr/>
                </p:nvSpPr>
                <p:spPr>
                  <a:xfrm>
                    <a:off x="2599110" y="2627216"/>
                    <a:ext cx="53694" cy="209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694" h="20900" extrusionOk="0">
                        <a:moveTo>
                          <a:pt x="0" y="0"/>
                        </a:moveTo>
                        <a:lnTo>
                          <a:pt x="53695" y="0"/>
                        </a:lnTo>
                        <a:lnTo>
                          <a:pt x="53695" y="20900"/>
                        </a:lnTo>
                        <a:lnTo>
                          <a:pt x="0" y="2090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" name="Google Shape;1709;p34">
                    <a:extLst>
                      <a:ext uri="{FF2B5EF4-FFF2-40B4-BE49-F238E27FC236}">
                        <a16:creationId xmlns:a16="http://schemas.microsoft.com/office/drawing/2014/main" id="{AD75DEAF-552C-6DA5-BC58-5A98F23E3516}"/>
                      </a:ext>
                    </a:extLst>
                  </p:cNvPr>
                  <p:cNvSpPr/>
                  <p:nvPr/>
                </p:nvSpPr>
                <p:spPr>
                  <a:xfrm>
                    <a:off x="2494643" y="2583716"/>
                    <a:ext cx="106166" cy="1061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166" h="106166" extrusionOk="0">
                        <a:moveTo>
                          <a:pt x="53083" y="106166"/>
                        </a:moveTo>
                        <a:cubicBezTo>
                          <a:pt x="82309" y="106166"/>
                          <a:pt x="106166" y="82309"/>
                          <a:pt x="106166" y="53083"/>
                        </a:cubicBezTo>
                        <a:cubicBezTo>
                          <a:pt x="106166" y="23857"/>
                          <a:pt x="82309" y="0"/>
                          <a:pt x="53083" y="0"/>
                        </a:cubicBezTo>
                        <a:cubicBezTo>
                          <a:pt x="23857" y="0"/>
                          <a:pt x="0" y="23857"/>
                          <a:pt x="0" y="53083"/>
                        </a:cubicBezTo>
                        <a:cubicBezTo>
                          <a:pt x="0" y="82309"/>
                          <a:pt x="23823" y="106166"/>
                          <a:pt x="53083" y="106166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" name="Google Shape;1710;p34">
                    <a:extLst>
                      <a:ext uri="{FF2B5EF4-FFF2-40B4-BE49-F238E27FC236}">
                        <a16:creationId xmlns:a16="http://schemas.microsoft.com/office/drawing/2014/main" id="{1DA26C0E-6D93-55F4-F8E4-4B66C82EFD90}"/>
                      </a:ext>
                    </a:extLst>
                  </p:cNvPr>
                  <p:cNvSpPr/>
                  <p:nvPr/>
                </p:nvSpPr>
                <p:spPr>
                  <a:xfrm>
                    <a:off x="2503037" y="2592110"/>
                    <a:ext cx="89378" cy="89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378" h="89378" extrusionOk="0">
                        <a:moveTo>
                          <a:pt x="44689" y="89378"/>
                        </a:moveTo>
                        <a:cubicBezTo>
                          <a:pt x="69328" y="89378"/>
                          <a:pt x="89378" y="69294"/>
                          <a:pt x="89378" y="44689"/>
                        </a:cubicBezTo>
                        <a:cubicBezTo>
                          <a:pt x="89378" y="20085"/>
                          <a:pt x="69294" y="0"/>
                          <a:pt x="44689" y="0"/>
                        </a:cubicBezTo>
                        <a:cubicBezTo>
                          <a:pt x="20085" y="0"/>
                          <a:pt x="0" y="20085"/>
                          <a:pt x="0" y="44689"/>
                        </a:cubicBezTo>
                        <a:cubicBezTo>
                          <a:pt x="0" y="69294"/>
                          <a:pt x="20085" y="89378"/>
                          <a:pt x="44689" y="8937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8" name="Google Shape;1711;p34">
                  <a:extLst>
                    <a:ext uri="{FF2B5EF4-FFF2-40B4-BE49-F238E27FC236}">
                      <a16:creationId xmlns:a16="http://schemas.microsoft.com/office/drawing/2014/main" id="{A8F55B14-0ADD-0756-78AF-03DD41556144}"/>
                    </a:ext>
                  </a:extLst>
                </p:cNvPr>
                <p:cNvSpPr/>
                <p:nvPr/>
              </p:nvSpPr>
              <p:spPr>
                <a:xfrm>
                  <a:off x="2310041" y="2586265"/>
                  <a:ext cx="102360" cy="102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360" h="102360" extrusionOk="0">
                      <a:moveTo>
                        <a:pt x="51180" y="0"/>
                      </a:moveTo>
                      <a:cubicBezTo>
                        <a:pt x="79421" y="0"/>
                        <a:pt x="102360" y="22939"/>
                        <a:pt x="102360" y="51180"/>
                      </a:cubicBezTo>
                      <a:cubicBezTo>
                        <a:pt x="102360" y="79421"/>
                        <a:pt x="79421" y="102360"/>
                        <a:pt x="51180" y="102360"/>
                      </a:cubicBezTo>
                      <a:cubicBezTo>
                        <a:pt x="22939" y="102360"/>
                        <a:pt x="0" y="79421"/>
                        <a:pt x="0" y="51180"/>
                      </a:cubicBezTo>
                      <a:cubicBezTo>
                        <a:pt x="0" y="22939"/>
                        <a:pt x="22939" y="0"/>
                        <a:pt x="51180" y="0"/>
                      </a:cubicBezTo>
                      <a:lnTo>
                        <a:pt x="51180" y="0"/>
                      </a:lnTo>
                      <a:close/>
                      <a:moveTo>
                        <a:pt x="51180" y="41936"/>
                      </a:moveTo>
                      <a:cubicBezTo>
                        <a:pt x="46048" y="41936"/>
                        <a:pt x="41903" y="46082"/>
                        <a:pt x="41903" y="51180"/>
                      </a:cubicBezTo>
                      <a:cubicBezTo>
                        <a:pt x="41903" y="56278"/>
                        <a:pt x="46048" y="60458"/>
                        <a:pt x="51180" y="60458"/>
                      </a:cubicBezTo>
                      <a:cubicBezTo>
                        <a:pt x="56312" y="60458"/>
                        <a:pt x="60458" y="56312"/>
                        <a:pt x="60458" y="51180"/>
                      </a:cubicBezTo>
                      <a:cubicBezTo>
                        <a:pt x="60458" y="46048"/>
                        <a:pt x="56312" y="41936"/>
                        <a:pt x="51180" y="41936"/>
                      </a:cubicBezTo>
                      <a:lnTo>
                        <a:pt x="51180" y="41936"/>
                      </a:lnTo>
                      <a:close/>
                      <a:moveTo>
                        <a:pt x="57263" y="30110"/>
                      </a:moveTo>
                      <a:cubicBezTo>
                        <a:pt x="64502" y="32183"/>
                        <a:pt x="70177" y="37892"/>
                        <a:pt x="72284" y="45097"/>
                      </a:cubicBezTo>
                      <a:lnTo>
                        <a:pt x="89073" y="45097"/>
                      </a:lnTo>
                      <a:cubicBezTo>
                        <a:pt x="86490" y="28784"/>
                        <a:pt x="73576" y="15905"/>
                        <a:pt x="57297" y="13322"/>
                      </a:cubicBezTo>
                      <a:lnTo>
                        <a:pt x="57297" y="30110"/>
                      </a:lnTo>
                      <a:lnTo>
                        <a:pt x="57297" y="30110"/>
                      </a:lnTo>
                      <a:close/>
                      <a:moveTo>
                        <a:pt x="72284" y="57263"/>
                      </a:moveTo>
                      <a:cubicBezTo>
                        <a:pt x="70177" y="64502"/>
                        <a:pt x="64502" y="70177"/>
                        <a:pt x="57263" y="72284"/>
                      </a:cubicBezTo>
                      <a:lnTo>
                        <a:pt x="57263" y="89072"/>
                      </a:lnTo>
                      <a:cubicBezTo>
                        <a:pt x="73576" y="86456"/>
                        <a:pt x="86456" y="73576"/>
                        <a:pt x="89038" y="57263"/>
                      </a:cubicBezTo>
                      <a:lnTo>
                        <a:pt x="72250" y="57263"/>
                      </a:lnTo>
                      <a:close/>
                      <a:moveTo>
                        <a:pt x="45131" y="72284"/>
                      </a:moveTo>
                      <a:cubicBezTo>
                        <a:pt x="37926" y="70177"/>
                        <a:pt x="32217" y="64502"/>
                        <a:pt x="30144" y="57263"/>
                      </a:cubicBezTo>
                      <a:lnTo>
                        <a:pt x="13356" y="57263"/>
                      </a:lnTo>
                      <a:cubicBezTo>
                        <a:pt x="15939" y="73576"/>
                        <a:pt x="28853" y="86456"/>
                        <a:pt x="45131" y="89072"/>
                      </a:cubicBezTo>
                      <a:lnTo>
                        <a:pt x="45131" y="72284"/>
                      </a:lnTo>
                      <a:lnTo>
                        <a:pt x="45131" y="72284"/>
                      </a:lnTo>
                      <a:close/>
                      <a:moveTo>
                        <a:pt x="30144" y="45131"/>
                      </a:moveTo>
                      <a:cubicBezTo>
                        <a:pt x="32217" y="37892"/>
                        <a:pt x="37926" y="32217"/>
                        <a:pt x="45131" y="30144"/>
                      </a:cubicBezTo>
                      <a:lnTo>
                        <a:pt x="45131" y="13356"/>
                      </a:lnTo>
                      <a:cubicBezTo>
                        <a:pt x="28853" y="15939"/>
                        <a:pt x="15939" y="28853"/>
                        <a:pt x="13356" y="45131"/>
                      </a:cubicBezTo>
                      <a:lnTo>
                        <a:pt x="30144" y="4513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" name="Google Shape;1712;p34">
                  <a:extLst>
                    <a:ext uri="{FF2B5EF4-FFF2-40B4-BE49-F238E27FC236}">
                      <a16:creationId xmlns:a16="http://schemas.microsoft.com/office/drawing/2014/main" id="{2938AD9E-D67A-4BE1-E3E2-267A8DA407A8}"/>
                    </a:ext>
                  </a:extLst>
                </p:cNvPr>
                <p:cNvSpPr/>
                <p:nvPr/>
              </p:nvSpPr>
              <p:spPr>
                <a:xfrm>
                  <a:off x="2208836" y="2598499"/>
                  <a:ext cx="63822" cy="79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7982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79829"/>
                      </a:lnTo>
                      <a:lnTo>
                        <a:pt x="0" y="7982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" name="Google Shape;1713;p34">
                  <a:extLst>
                    <a:ext uri="{FF2B5EF4-FFF2-40B4-BE49-F238E27FC236}">
                      <a16:creationId xmlns:a16="http://schemas.microsoft.com/office/drawing/2014/main" id="{5E3D3422-3F50-4666-D64B-17540CC394BE}"/>
                    </a:ext>
                  </a:extLst>
                </p:cNvPr>
                <p:cNvSpPr/>
                <p:nvPr/>
              </p:nvSpPr>
              <p:spPr>
                <a:xfrm>
                  <a:off x="2208836" y="2608729"/>
                  <a:ext cx="63822" cy="11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22" h="11418" extrusionOk="0">
                      <a:moveTo>
                        <a:pt x="0" y="0"/>
                      </a:moveTo>
                      <a:lnTo>
                        <a:pt x="63822" y="0"/>
                      </a:lnTo>
                      <a:lnTo>
                        <a:pt x="63822" y="11419"/>
                      </a:lnTo>
                      <a:lnTo>
                        <a:pt x="0" y="11419"/>
                      </a:lnTo>
                      <a:close/>
                    </a:path>
                  </a:pathLst>
                </a:custGeom>
                <a:solidFill>
                  <a:srgbClr val="161D1E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" name="Google Shape;1714;p34">
                  <a:extLst>
                    <a:ext uri="{FF2B5EF4-FFF2-40B4-BE49-F238E27FC236}">
                      <a16:creationId xmlns:a16="http://schemas.microsoft.com/office/drawing/2014/main" id="{AE25361E-9248-AEFB-BFCC-E8C33EBCE0D4}"/>
                    </a:ext>
                  </a:extLst>
                </p:cNvPr>
                <p:cNvSpPr/>
                <p:nvPr/>
              </p:nvSpPr>
              <p:spPr>
                <a:xfrm>
                  <a:off x="2195175" y="2568219"/>
                  <a:ext cx="25623" cy="1431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143107" extrusionOk="0">
                      <a:moveTo>
                        <a:pt x="0" y="34"/>
                      </a:moveTo>
                      <a:lnTo>
                        <a:pt x="12812" y="34"/>
                      </a:lnTo>
                      <a:cubicBezTo>
                        <a:pt x="19847" y="34"/>
                        <a:pt x="25624" y="5811"/>
                        <a:pt x="25624" y="12846"/>
                      </a:cubicBezTo>
                      <a:lnTo>
                        <a:pt x="25624" y="130295"/>
                      </a:lnTo>
                      <a:cubicBezTo>
                        <a:pt x="25624" y="137330"/>
                        <a:pt x="19847" y="143107"/>
                        <a:pt x="12812" y="143107"/>
                      </a:cubicBezTo>
                      <a:lnTo>
                        <a:pt x="0" y="14310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" name="Google Shape;1715;p34">
                  <a:extLst>
                    <a:ext uri="{FF2B5EF4-FFF2-40B4-BE49-F238E27FC236}">
                      <a16:creationId xmlns:a16="http://schemas.microsoft.com/office/drawing/2014/main" id="{BA6829EB-1270-0B1C-F06E-8CA2498A43EC}"/>
                    </a:ext>
                  </a:extLst>
                </p:cNvPr>
                <p:cNvSpPr/>
                <p:nvPr/>
              </p:nvSpPr>
              <p:spPr>
                <a:xfrm>
                  <a:off x="2195175" y="2634387"/>
                  <a:ext cx="25623" cy="76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23" h="76974" extrusionOk="0">
                      <a:moveTo>
                        <a:pt x="25624" y="0"/>
                      </a:moveTo>
                      <a:lnTo>
                        <a:pt x="25624" y="64162"/>
                      </a:lnTo>
                      <a:cubicBezTo>
                        <a:pt x="25624" y="71197"/>
                        <a:pt x="19847" y="76974"/>
                        <a:pt x="12812" y="76974"/>
                      </a:cubicBezTo>
                      <a:lnTo>
                        <a:pt x="0" y="76974"/>
                      </a:lnTo>
                      <a:lnTo>
                        <a:pt x="0" y="0"/>
                      </a:lnTo>
                      <a:lnTo>
                        <a:pt x="25624" y="0"/>
                      </a:lnTo>
                      <a:close/>
                    </a:path>
                  </a:pathLst>
                </a:custGeom>
                <a:solidFill>
                  <a:srgbClr val="161D1E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" name="Google Shape;1716;p34">
                  <a:extLst>
                    <a:ext uri="{FF2B5EF4-FFF2-40B4-BE49-F238E27FC236}">
                      <a16:creationId xmlns:a16="http://schemas.microsoft.com/office/drawing/2014/main" id="{5627938C-9B30-5266-683A-2B2172306EC8}"/>
                    </a:ext>
                  </a:extLst>
                </p:cNvPr>
                <p:cNvSpPr/>
                <p:nvPr/>
              </p:nvSpPr>
              <p:spPr>
                <a:xfrm>
                  <a:off x="2350924" y="2627556"/>
                  <a:ext cx="19982" cy="19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48" extrusionOk="0">
                      <a:moveTo>
                        <a:pt x="9991" y="19949"/>
                      </a:moveTo>
                      <a:cubicBezTo>
                        <a:pt x="15463" y="19949"/>
                        <a:pt x="19983" y="15463"/>
                        <a:pt x="19983" y="9958"/>
                      </a:cubicBezTo>
                      <a:cubicBezTo>
                        <a:pt x="19983" y="4452"/>
                        <a:pt x="15497" y="0"/>
                        <a:pt x="9991" y="0"/>
                      </a:cubicBezTo>
                      <a:cubicBezTo>
                        <a:pt x="4486" y="0"/>
                        <a:pt x="0" y="4486"/>
                        <a:pt x="0" y="9958"/>
                      </a:cubicBezTo>
                      <a:cubicBezTo>
                        <a:pt x="0" y="15429"/>
                        <a:pt x="4486" y="19949"/>
                        <a:pt x="9991" y="199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9" name="Google Shape;1717;p34">
                <a:extLst>
                  <a:ext uri="{FF2B5EF4-FFF2-40B4-BE49-F238E27FC236}">
                    <a16:creationId xmlns:a16="http://schemas.microsoft.com/office/drawing/2014/main" id="{3A330594-EAA2-C7E2-92CE-3AE1A2786D43}"/>
                  </a:ext>
                </a:extLst>
              </p:cNvPr>
              <p:cNvSpPr/>
              <p:nvPr/>
            </p:nvSpPr>
            <p:spPr>
              <a:xfrm>
                <a:off x="1239633" y="1685185"/>
                <a:ext cx="194015" cy="34731"/>
              </a:xfrm>
              <a:custGeom>
                <a:avLst/>
                <a:gdLst/>
                <a:ahLst/>
                <a:cxnLst/>
                <a:rect l="l" t="t" r="r" b="b"/>
                <a:pathLst>
                  <a:path w="194015" h="34731" extrusionOk="0">
                    <a:moveTo>
                      <a:pt x="0" y="34732"/>
                    </a:moveTo>
                    <a:lnTo>
                      <a:pt x="0" y="17366"/>
                    </a:lnTo>
                    <a:cubicBezTo>
                      <a:pt x="0" y="7816"/>
                      <a:pt x="7816" y="0"/>
                      <a:pt x="17366" y="0"/>
                    </a:cubicBezTo>
                    <a:lnTo>
                      <a:pt x="176650" y="0"/>
                    </a:lnTo>
                    <a:cubicBezTo>
                      <a:pt x="186199" y="0"/>
                      <a:pt x="194016" y="7816"/>
                      <a:pt x="194016" y="17366"/>
                    </a:cubicBezTo>
                    <a:lnTo>
                      <a:pt x="194016" y="34732"/>
                    </a:lnTo>
                    <a:lnTo>
                      <a:pt x="0" y="3473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1718;p34">
                <a:extLst>
                  <a:ext uri="{FF2B5EF4-FFF2-40B4-BE49-F238E27FC236}">
                    <a16:creationId xmlns:a16="http://schemas.microsoft.com/office/drawing/2014/main" id="{710DECE2-3343-6CC6-F87C-8D9ECF6A8866}"/>
                  </a:ext>
                </a:extLst>
              </p:cNvPr>
              <p:cNvSpPr/>
              <p:nvPr/>
            </p:nvSpPr>
            <p:spPr>
              <a:xfrm>
                <a:off x="1329284" y="1685150"/>
                <a:ext cx="104365" cy="34731"/>
              </a:xfrm>
              <a:custGeom>
                <a:avLst/>
                <a:gdLst/>
                <a:ahLst/>
                <a:cxnLst/>
                <a:rect l="l" t="t" r="r" b="b"/>
                <a:pathLst>
                  <a:path w="104365" h="34731" extrusionOk="0">
                    <a:moveTo>
                      <a:pt x="0" y="0"/>
                    </a:moveTo>
                    <a:lnTo>
                      <a:pt x="86999" y="0"/>
                    </a:lnTo>
                    <a:cubicBezTo>
                      <a:pt x="96549" y="0"/>
                      <a:pt x="104365" y="7816"/>
                      <a:pt x="104365" y="17366"/>
                    </a:cubicBezTo>
                    <a:lnTo>
                      <a:pt x="104365" y="34732"/>
                    </a:lnTo>
                    <a:lnTo>
                      <a:pt x="0" y="347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03;p41">
            <a:extLst>
              <a:ext uri="{FF2B5EF4-FFF2-40B4-BE49-F238E27FC236}">
                <a16:creationId xmlns:a16="http://schemas.microsoft.com/office/drawing/2014/main" id="{5B24B6FD-E071-1237-A167-0B9FCFE3BE3F}"/>
              </a:ext>
            </a:extLst>
          </p:cNvPr>
          <p:cNvSpPr txBox="1">
            <a:spLocks/>
          </p:cNvSpPr>
          <p:nvPr/>
        </p:nvSpPr>
        <p:spPr>
          <a:xfrm>
            <a:off x="183628" y="0"/>
            <a:ext cx="8776743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514350" indent="-514350">
              <a:buClr>
                <a:schemeClr val="accent2">
                  <a:lumMod val="50000"/>
                </a:schemeClr>
              </a:buClr>
              <a:buFont typeface="+mj-lt"/>
              <a:buAutoNum type="arabicPeriod" startAt="3"/>
            </a:pPr>
            <a:r>
              <a:rPr lang="en-US" dirty="0">
                <a:solidFill>
                  <a:schemeClr val="bg2"/>
                </a:solidFill>
              </a:rPr>
              <a:t>Channel Mix Evolution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E1DA7F-2D26-77E6-03D7-20E2958192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2" t="1535" r="652" b="1250"/>
          <a:stretch>
            <a:fillRect/>
          </a:stretch>
        </p:blipFill>
        <p:spPr>
          <a:xfrm>
            <a:off x="1125931" y="912758"/>
            <a:ext cx="6892135" cy="28335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23A6AB8-C872-8D84-96BF-48DAD0788FE9}"/>
              </a:ext>
            </a:extLst>
          </p:cNvPr>
          <p:cNvSpPr txBox="1"/>
          <p:nvPr/>
        </p:nvSpPr>
        <p:spPr>
          <a:xfrm>
            <a:off x="759175" y="4031127"/>
            <a:ext cx="8068736" cy="702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b="1">
                <a:solidFill>
                  <a:schemeClr val="dk1"/>
                </a:solidFill>
                <a:latin typeface="Montserrat" panose="00000500000000000000" pitchFamily="2" charset="0"/>
                <a:ea typeface="Lato"/>
                <a:cs typeface="Lato"/>
              </a:defRPr>
            </a:lvl1pPr>
          </a:lstStyle>
          <a:p>
            <a:pPr marL="0" indent="0" algn="ctr">
              <a:buNone/>
            </a:pPr>
            <a:r>
              <a:rPr lang="en-US" b="0" dirty="0"/>
              <a:t>"If paid ad costs doubled overnight, </a:t>
            </a:r>
            <a:r>
              <a:rPr lang="en-US" dirty="0"/>
              <a:t>28.87% </a:t>
            </a:r>
            <a:r>
              <a:rPr lang="en-US" b="0" dirty="0"/>
              <a:t>of revenue base would remain unaffected"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9">
          <a:extLst>
            <a:ext uri="{FF2B5EF4-FFF2-40B4-BE49-F238E27FC236}">
              <a16:creationId xmlns:a16="http://schemas.microsoft.com/office/drawing/2014/main" id="{A7E8674A-10AA-CB78-2F5E-BC0247DEC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>
            <a:extLst>
              <a:ext uri="{FF2B5EF4-FFF2-40B4-BE49-F238E27FC236}">
                <a16:creationId xmlns:a16="http://schemas.microsoft.com/office/drawing/2014/main" id="{AB6853EE-0C7F-66DD-2EB1-16A94DB56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CC687DC7-7CCD-CC45-BB12-7CD47A5A9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75732" y="-184666"/>
            <a:ext cx="7604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25" name="Google Shape;1725;p35"/>
          <p:cNvSpPr txBox="1"/>
          <p:nvPr/>
        </p:nvSpPr>
        <p:spPr>
          <a:xfrm>
            <a:off x="708243" y="600382"/>
            <a:ext cx="7727514" cy="3540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dk1"/>
                </a:solidFill>
                <a:latin typeface="Montserrat" panose="00000500000000000000" pitchFamily="2" charset="0"/>
                <a:ea typeface="Lato"/>
                <a:cs typeface="Lato"/>
                <a:sym typeface="Lato"/>
              </a:rPr>
              <a:t>Gsearch</a:t>
            </a:r>
            <a:r>
              <a:rPr lang="en-US" b="1" dirty="0">
                <a:solidFill>
                  <a:schemeClr val="dk1"/>
                </a:solidFill>
                <a:latin typeface="Montserrat" panose="00000500000000000000" pitchFamily="2" charset="0"/>
                <a:ea typeface="Lato"/>
                <a:cs typeface="Lato"/>
                <a:sym typeface="Lato"/>
              </a:rPr>
              <a:t> nonbrand orders </a:t>
            </a:r>
            <a:r>
              <a:rPr lang="en-US" dirty="0">
                <a:solidFill>
                  <a:schemeClr val="dk1"/>
                </a:solidFill>
                <a:latin typeface="Montserrat" panose="00000500000000000000" pitchFamily="2" charset="0"/>
                <a:ea typeface="Lato"/>
                <a:cs typeface="Lato"/>
                <a:sym typeface="Lato"/>
              </a:rPr>
              <a:t>dominate </a:t>
            </a:r>
            <a:r>
              <a:rPr lang="en-US" b="1" dirty="0">
                <a:solidFill>
                  <a:schemeClr val="dk1"/>
                </a:solidFill>
                <a:latin typeface="Montserrat" panose="00000500000000000000" pitchFamily="2" charset="0"/>
                <a:ea typeface="Lato"/>
                <a:cs typeface="Lato"/>
                <a:sym typeface="Lato"/>
              </a:rPr>
              <a:t>the total order </a:t>
            </a:r>
            <a:r>
              <a:rPr lang="en-US" dirty="0">
                <a:solidFill>
                  <a:schemeClr val="dk1"/>
                </a:solidFill>
                <a:latin typeface="Montserrat" panose="00000500000000000000" pitchFamily="2" charset="0"/>
                <a:ea typeface="Lato"/>
                <a:cs typeface="Lato"/>
                <a:sym typeface="Lato"/>
              </a:rPr>
              <a:t>volume</a:t>
            </a:r>
            <a:r>
              <a:rPr lang="en-US" b="1" dirty="0">
                <a:solidFill>
                  <a:schemeClr val="dk1"/>
                </a:solidFill>
                <a:latin typeface="Montserrat" panose="00000500000000000000" pitchFamily="2" charset="0"/>
                <a:ea typeface="Lato"/>
                <a:cs typeface="Lato"/>
                <a:sym typeface="Lato"/>
              </a:rPr>
              <a:t> </a:t>
            </a:r>
            <a:r>
              <a:rPr lang="en-US" dirty="0">
                <a:solidFill>
                  <a:schemeClr val="dk1"/>
                </a:solidFill>
                <a:latin typeface="Montserrat" panose="00000500000000000000" pitchFamily="2" charset="0"/>
                <a:ea typeface="Lato"/>
                <a:cs typeface="Lato"/>
                <a:sym typeface="Lato"/>
              </a:rPr>
              <a:t>across all periods, making it the primary growth driver.</a:t>
            </a:r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Montserrat" panose="00000500000000000000" pitchFamily="2" charset="0"/>
                <a:ea typeface="Lato"/>
                <a:cs typeface="Lato"/>
                <a:sym typeface="Lato"/>
              </a:rPr>
              <a:t>Brand and direct orders </a:t>
            </a:r>
            <a:r>
              <a:rPr lang="en-US" dirty="0">
                <a:solidFill>
                  <a:schemeClr val="dk1"/>
                </a:solidFill>
                <a:latin typeface="Montserrat" panose="00000500000000000000" pitchFamily="2" charset="0"/>
                <a:ea typeface="Lato"/>
                <a:cs typeface="Lato"/>
                <a:sym typeface="Lato"/>
              </a:rPr>
              <a:t>show steady growth, indicating improving brand awareness and returning customers.</a:t>
            </a:r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Montserrat" panose="00000500000000000000" pitchFamily="2" charset="0"/>
                <a:ea typeface="Lato"/>
                <a:cs typeface="Lato"/>
                <a:sym typeface="Lato"/>
              </a:rPr>
              <a:t>Organic orders </a:t>
            </a:r>
            <a:r>
              <a:rPr lang="en-US" dirty="0">
                <a:solidFill>
                  <a:schemeClr val="dk1"/>
                </a:solidFill>
                <a:latin typeface="Montserrat" panose="00000500000000000000" pitchFamily="2" charset="0"/>
                <a:ea typeface="Lato"/>
                <a:cs typeface="Lato"/>
                <a:sym typeface="Lato"/>
              </a:rPr>
              <a:t>remain relatively small but gradually increase, suggesting stronger SEO performance over time.</a:t>
            </a:r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dk1"/>
                </a:solidFill>
                <a:latin typeface="Montserrat" panose="00000500000000000000" pitchFamily="2" charset="0"/>
                <a:ea typeface="Lato"/>
                <a:cs typeface="Lato"/>
                <a:sym typeface="Lato"/>
              </a:rPr>
              <a:t>Bsearch</a:t>
            </a:r>
            <a:r>
              <a:rPr lang="en-US" b="1" dirty="0">
                <a:solidFill>
                  <a:schemeClr val="dk1"/>
                </a:solidFill>
                <a:latin typeface="Montserrat" panose="00000500000000000000" pitchFamily="2" charset="0"/>
                <a:ea typeface="Lato"/>
                <a:cs typeface="Lato"/>
                <a:sym typeface="Lato"/>
              </a:rPr>
              <a:t> nonbrand </a:t>
            </a:r>
            <a:r>
              <a:rPr lang="en-US" dirty="0">
                <a:solidFill>
                  <a:schemeClr val="dk1"/>
                </a:solidFill>
                <a:latin typeface="Montserrat" panose="00000500000000000000" pitchFamily="2" charset="0"/>
                <a:ea typeface="Lato"/>
                <a:cs typeface="Lato"/>
                <a:sym typeface="Lato"/>
              </a:rPr>
              <a:t>contributes </a:t>
            </a:r>
            <a:r>
              <a:rPr lang="en-US" b="1" dirty="0">
                <a:solidFill>
                  <a:schemeClr val="dk1"/>
                </a:solidFill>
                <a:latin typeface="Montserrat" panose="00000500000000000000" pitchFamily="2" charset="0"/>
                <a:ea typeface="Lato"/>
                <a:cs typeface="Lato"/>
                <a:sym typeface="Lato"/>
              </a:rPr>
              <a:t>the least</a:t>
            </a:r>
            <a:r>
              <a:rPr lang="en-US" dirty="0">
                <a:solidFill>
                  <a:schemeClr val="dk1"/>
                </a:solidFill>
                <a:latin typeface="Montserrat" panose="00000500000000000000" pitchFamily="2" charset="0"/>
                <a:ea typeface="Lato"/>
                <a:cs typeface="Lato"/>
                <a:sym typeface="Lato"/>
              </a:rPr>
              <a:t>, with minimal impact compared to </a:t>
            </a:r>
            <a:r>
              <a:rPr lang="en-US" dirty="0" err="1">
                <a:solidFill>
                  <a:schemeClr val="dk1"/>
                </a:solidFill>
                <a:latin typeface="Montserrat" panose="00000500000000000000" pitchFamily="2" charset="0"/>
                <a:ea typeface="Lato"/>
                <a:cs typeface="Lato"/>
                <a:sym typeface="Lato"/>
              </a:rPr>
              <a:t>gsearch</a:t>
            </a:r>
            <a:r>
              <a:rPr lang="en-US" dirty="0">
                <a:solidFill>
                  <a:schemeClr val="dk1"/>
                </a:solidFill>
                <a:latin typeface="Montserrat" panose="00000500000000000000" pitchFamily="2" charset="0"/>
                <a:ea typeface="Lato"/>
                <a:cs typeface="Lato"/>
                <a:sym typeface="Lato"/>
              </a:rPr>
              <a:t>.</a:t>
            </a:r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Montserrat" panose="00000500000000000000" pitchFamily="2" charset="0"/>
                <a:ea typeface="Lato"/>
                <a:cs typeface="Lato"/>
                <a:sym typeface="Lato"/>
              </a:rPr>
              <a:t>Overall, the order mix becomes more diversified over time, but paid search (especially </a:t>
            </a:r>
            <a:r>
              <a:rPr lang="en-US" b="1" dirty="0" err="1">
                <a:solidFill>
                  <a:schemeClr val="dk1"/>
                </a:solidFill>
                <a:latin typeface="Montserrat" panose="00000500000000000000" pitchFamily="2" charset="0"/>
                <a:ea typeface="Lato"/>
                <a:cs typeface="Lato"/>
                <a:sym typeface="Lato"/>
              </a:rPr>
              <a:t>Gsearch</a:t>
            </a:r>
            <a:r>
              <a:rPr lang="en-US" dirty="0">
                <a:solidFill>
                  <a:schemeClr val="dk1"/>
                </a:solidFill>
                <a:latin typeface="Montserrat" panose="00000500000000000000" pitchFamily="2" charset="0"/>
                <a:ea typeface="Lato"/>
                <a:cs typeface="Lato"/>
                <a:sym typeface="Lato"/>
              </a:rPr>
              <a:t>) remains the </a:t>
            </a:r>
            <a:r>
              <a:rPr lang="en-US" b="1" dirty="0">
                <a:solidFill>
                  <a:schemeClr val="dk1"/>
                </a:solidFill>
                <a:latin typeface="Montserrat" panose="00000500000000000000" pitchFamily="2" charset="0"/>
                <a:ea typeface="Lato"/>
                <a:cs typeface="Lato"/>
                <a:sym typeface="Lato"/>
              </a:rPr>
              <a:t>largest</a:t>
            </a:r>
            <a:r>
              <a:rPr lang="en-US" dirty="0">
                <a:solidFill>
                  <a:schemeClr val="dk1"/>
                </a:solidFill>
                <a:latin typeface="Montserrat" panose="00000500000000000000" pitchFamily="2" charset="0"/>
                <a:ea typeface="Lato"/>
                <a:cs typeface="Lato"/>
                <a:sym typeface="Lato"/>
              </a:rPr>
              <a:t> contributor.</a:t>
            </a:r>
            <a:endParaRPr dirty="0">
              <a:solidFill>
                <a:schemeClr val="dk1"/>
              </a:solidFill>
              <a:latin typeface="Montserrat" panose="00000500000000000000" pitchFamily="2" charset="0"/>
              <a:ea typeface="Lato"/>
              <a:cs typeface="Lato"/>
              <a:sym typeface="Lato"/>
            </a:endParaRPr>
          </a:p>
        </p:txBody>
      </p:sp>
      <p:grpSp>
        <p:nvGrpSpPr>
          <p:cNvPr id="2" name="Google Shape;1997;p46">
            <a:extLst>
              <a:ext uri="{FF2B5EF4-FFF2-40B4-BE49-F238E27FC236}">
                <a16:creationId xmlns:a16="http://schemas.microsoft.com/office/drawing/2014/main" id="{2F47532B-405C-BD2E-E3FA-24F005642544}"/>
              </a:ext>
            </a:extLst>
          </p:cNvPr>
          <p:cNvGrpSpPr/>
          <p:nvPr/>
        </p:nvGrpSpPr>
        <p:grpSpPr>
          <a:xfrm>
            <a:off x="-766092" y="3140191"/>
            <a:ext cx="1716913" cy="2002370"/>
            <a:chOff x="5209486" y="1205551"/>
            <a:chExt cx="3032405" cy="3937952"/>
          </a:xfrm>
        </p:grpSpPr>
        <p:sp>
          <p:nvSpPr>
            <p:cNvPr id="3" name="Google Shape;1998;p46">
              <a:extLst>
                <a:ext uri="{FF2B5EF4-FFF2-40B4-BE49-F238E27FC236}">
                  <a16:creationId xmlns:a16="http://schemas.microsoft.com/office/drawing/2014/main" id="{F6B8AFE0-D731-CCF8-59DE-FCF7FA90548C}"/>
                </a:ext>
              </a:extLst>
            </p:cNvPr>
            <p:cNvSpPr/>
            <p:nvPr/>
          </p:nvSpPr>
          <p:spPr>
            <a:xfrm>
              <a:off x="6561476" y="3172681"/>
              <a:ext cx="293602" cy="213604"/>
            </a:xfrm>
            <a:custGeom>
              <a:avLst/>
              <a:gdLst/>
              <a:ahLst/>
              <a:cxnLst/>
              <a:rect l="l" t="t" r="r" b="b"/>
              <a:pathLst>
                <a:path w="129955" h="95835" extrusionOk="0">
                  <a:moveTo>
                    <a:pt x="64978" y="95835"/>
                  </a:moveTo>
                  <a:cubicBezTo>
                    <a:pt x="100763" y="95835"/>
                    <a:pt x="129955" y="74323"/>
                    <a:pt x="129955" y="47918"/>
                  </a:cubicBezTo>
                  <a:cubicBezTo>
                    <a:pt x="129955" y="21512"/>
                    <a:pt x="100763" y="0"/>
                    <a:pt x="64978" y="0"/>
                  </a:cubicBezTo>
                  <a:cubicBezTo>
                    <a:pt x="29192" y="0"/>
                    <a:pt x="0" y="21546"/>
                    <a:pt x="0" y="47918"/>
                  </a:cubicBezTo>
                  <a:cubicBezTo>
                    <a:pt x="0" y="74289"/>
                    <a:pt x="29192" y="95835"/>
                    <a:pt x="64978" y="95835"/>
                  </a:cubicBezTo>
                  <a:close/>
                </a:path>
              </a:pathLst>
            </a:custGeom>
            <a:solidFill>
              <a:srgbClr val="0057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1999;p46">
              <a:extLst>
                <a:ext uri="{FF2B5EF4-FFF2-40B4-BE49-F238E27FC236}">
                  <a16:creationId xmlns:a16="http://schemas.microsoft.com/office/drawing/2014/main" id="{77F8BCE3-B183-D600-95EA-6181D361FDB4}"/>
                </a:ext>
              </a:extLst>
            </p:cNvPr>
            <p:cNvSpPr/>
            <p:nvPr/>
          </p:nvSpPr>
          <p:spPr>
            <a:xfrm>
              <a:off x="6560554" y="3265916"/>
              <a:ext cx="293525" cy="131722"/>
            </a:xfrm>
            <a:custGeom>
              <a:avLst/>
              <a:gdLst/>
              <a:ahLst/>
              <a:cxnLst/>
              <a:rect l="l" t="t" r="r" b="b"/>
              <a:pathLst>
                <a:path w="129921" h="59098" extrusionOk="0">
                  <a:moveTo>
                    <a:pt x="0" y="0"/>
                  </a:moveTo>
                  <a:lnTo>
                    <a:pt x="129921" y="0"/>
                  </a:lnTo>
                  <a:lnTo>
                    <a:pt x="129921" y="59099"/>
                  </a:lnTo>
                  <a:lnTo>
                    <a:pt x="0" y="5909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000;p46">
              <a:extLst>
                <a:ext uri="{FF2B5EF4-FFF2-40B4-BE49-F238E27FC236}">
                  <a16:creationId xmlns:a16="http://schemas.microsoft.com/office/drawing/2014/main" id="{BDB01C94-AD08-363F-79F4-C24B7C9407C3}"/>
                </a:ext>
              </a:extLst>
            </p:cNvPr>
            <p:cNvSpPr/>
            <p:nvPr/>
          </p:nvSpPr>
          <p:spPr>
            <a:xfrm>
              <a:off x="6505003" y="3217555"/>
              <a:ext cx="399249" cy="57792"/>
            </a:xfrm>
            <a:custGeom>
              <a:avLst/>
              <a:gdLst/>
              <a:ahLst/>
              <a:cxnLst/>
              <a:rect l="l" t="t" r="r" b="b"/>
              <a:pathLst>
                <a:path w="176717" h="25929" extrusionOk="0">
                  <a:moveTo>
                    <a:pt x="163736" y="0"/>
                  </a:moveTo>
                  <a:lnTo>
                    <a:pt x="12982" y="0"/>
                  </a:lnTo>
                  <a:cubicBezTo>
                    <a:pt x="5845" y="0"/>
                    <a:pt x="0" y="5845"/>
                    <a:pt x="0" y="12982"/>
                  </a:cubicBezTo>
                  <a:lnTo>
                    <a:pt x="0" y="12982"/>
                  </a:lnTo>
                  <a:cubicBezTo>
                    <a:pt x="0" y="20119"/>
                    <a:pt x="5845" y="25930"/>
                    <a:pt x="12982" y="25930"/>
                  </a:cubicBezTo>
                  <a:lnTo>
                    <a:pt x="163736" y="25930"/>
                  </a:lnTo>
                  <a:cubicBezTo>
                    <a:pt x="170872" y="25930"/>
                    <a:pt x="176718" y="20085"/>
                    <a:pt x="176718" y="12948"/>
                  </a:cubicBezTo>
                  <a:lnTo>
                    <a:pt x="176718" y="12948"/>
                  </a:lnTo>
                  <a:cubicBezTo>
                    <a:pt x="176718" y="5811"/>
                    <a:pt x="170872" y="0"/>
                    <a:pt x="163736" y="0"/>
                  </a:cubicBezTo>
                  <a:close/>
                </a:path>
              </a:pathLst>
            </a:custGeom>
            <a:solidFill>
              <a:srgbClr val="0049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2001;p46">
              <a:extLst>
                <a:ext uri="{FF2B5EF4-FFF2-40B4-BE49-F238E27FC236}">
                  <a16:creationId xmlns:a16="http://schemas.microsoft.com/office/drawing/2014/main" id="{C51DB03F-8B09-AEF9-E1D4-F07EDA5F7E87}"/>
                </a:ext>
              </a:extLst>
            </p:cNvPr>
            <p:cNvSpPr/>
            <p:nvPr/>
          </p:nvSpPr>
          <p:spPr>
            <a:xfrm>
              <a:off x="6585756" y="3275998"/>
              <a:ext cx="19500" cy="73927"/>
            </a:xfrm>
            <a:custGeom>
              <a:avLst/>
              <a:gdLst/>
              <a:ahLst/>
              <a:cxnLst/>
              <a:rect l="l" t="t" r="r" b="b"/>
              <a:pathLst>
                <a:path w="8631" h="33168" extrusionOk="0">
                  <a:moveTo>
                    <a:pt x="0" y="0"/>
                  </a:moveTo>
                  <a:lnTo>
                    <a:pt x="8632" y="0"/>
                  </a:lnTo>
                  <a:lnTo>
                    <a:pt x="8632" y="33169"/>
                  </a:lnTo>
                  <a:lnTo>
                    <a:pt x="0" y="33169"/>
                  </a:lnTo>
                  <a:close/>
                </a:path>
              </a:pathLst>
            </a:custGeom>
            <a:solidFill>
              <a:srgbClr val="EFEFE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002;p46">
              <a:extLst>
                <a:ext uri="{FF2B5EF4-FFF2-40B4-BE49-F238E27FC236}">
                  <a16:creationId xmlns:a16="http://schemas.microsoft.com/office/drawing/2014/main" id="{A67F408D-53D6-427E-B981-4D4FB9EE9378}"/>
                </a:ext>
              </a:extLst>
            </p:cNvPr>
            <p:cNvSpPr/>
            <p:nvPr/>
          </p:nvSpPr>
          <p:spPr>
            <a:xfrm>
              <a:off x="5614098" y="3274029"/>
              <a:ext cx="293602" cy="131722"/>
            </a:xfrm>
            <a:custGeom>
              <a:avLst/>
              <a:gdLst/>
              <a:ahLst/>
              <a:cxnLst/>
              <a:rect l="l" t="t" r="r" b="b"/>
              <a:pathLst>
                <a:path w="129955" h="59098" extrusionOk="0">
                  <a:moveTo>
                    <a:pt x="0" y="0"/>
                  </a:moveTo>
                  <a:lnTo>
                    <a:pt x="129955" y="0"/>
                  </a:lnTo>
                  <a:lnTo>
                    <a:pt x="129955" y="59099"/>
                  </a:lnTo>
                  <a:lnTo>
                    <a:pt x="0" y="5909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003;p46">
              <a:extLst>
                <a:ext uri="{FF2B5EF4-FFF2-40B4-BE49-F238E27FC236}">
                  <a16:creationId xmlns:a16="http://schemas.microsoft.com/office/drawing/2014/main" id="{27F8876E-BCA1-241A-7261-04A140F5F962}"/>
                </a:ext>
              </a:extLst>
            </p:cNvPr>
            <p:cNvSpPr/>
            <p:nvPr/>
          </p:nvSpPr>
          <p:spPr>
            <a:xfrm>
              <a:off x="5561313" y="3225667"/>
              <a:ext cx="399096" cy="57792"/>
            </a:xfrm>
            <a:custGeom>
              <a:avLst/>
              <a:gdLst/>
              <a:ahLst/>
              <a:cxnLst/>
              <a:rect l="l" t="t" r="r" b="b"/>
              <a:pathLst>
                <a:path w="176649" h="25929" extrusionOk="0">
                  <a:moveTo>
                    <a:pt x="12948" y="0"/>
                  </a:moveTo>
                  <a:lnTo>
                    <a:pt x="163702" y="0"/>
                  </a:lnTo>
                  <a:cubicBezTo>
                    <a:pt x="170838" y="0"/>
                    <a:pt x="176650" y="5811"/>
                    <a:pt x="176650" y="12948"/>
                  </a:cubicBezTo>
                  <a:lnTo>
                    <a:pt x="176650" y="12948"/>
                  </a:lnTo>
                  <a:cubicBezTo>
                    <a:pt x="176650" y="20085"/>
                    <a:pt x="170838" y="25930"/>
                    <a:pt x="163702" y="25930"/>
                  </a:cubicBezTo>
                  <a:lnTo>
                    <a:pt x="12948" y="25930"/>
                  </a:lnTo>
                  <a:cubicBezTo>
                    <a:pt x="5811" y="25930"/>
                    <a:pt x="0" y="20085"/>
                    <a:pt x="0" y="12948"/>
                  </a:cubicBezTo>
                  <a:lnTo>
                    <a:pt x="0" y="12948"/>
                  </a:lnTo>
                  <a:cubicBezTo>
                    <a:pt x="0" y="5811"/>
                    <a:pt x="5811" y="0"/>
                    <a:pt x="12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004;p46">
              <a:extLst>
                <a:ext uri="{FF2B5EF4-FFF2-40B4-BE49-F238E27FC236}">
                  <a16:creationId xmlns:a16="http://schemas.microsoft.com/office/drawing/2014/main" id="{40F13565-BBC7-8A68-3641-968940AA2B40}"/>
                </a:ext>
              </a:extLst>
            </p:cNvPr>
            <p:cNvSpPr/>
            <p:nvPr/>
          </p:nvSpPr>
          <p:spPr>
            <a:xfrm>
              <a:off x="5209486" y="3358016"/>
              <a:ext cx="2082551" cy="864644"/>
            </a:xfrm>
            <a:custGeom>
              <a:avLst/>
              <a:gdLst/>
              <a:ahLst/>
              <a:cxnLst/>
              <a:rect l="l" t="t" r="r" b="b"/>
              <a:pathLst>
                <a:path w="921785" h="387929" extrusionOk="0">
                  <a:moveTo>
                    <a:pt x="38776" y="34"/>
                  </a:moveTo>
                  <a:lnTo>
                    <a:pt x="883010" y="34"/>
                  </a:lnTo>
                  <a:cubicBezTo>
                    <a:pt x="904420" y="34"/>
                    <a:pt x="921786" y="17400"/>
                    <a:pt x="921786" y="38810"/>
                  </a:cubicBezTo>
                  <a:lnTo>
                    <a:pt x="921786" y="349153"/>
                  </a:lnTo>
                  <a:cubicBezTo>
                    <a:pt x="921786" y="370563"/>
                    <a:pt x="904420" y="387929"/>
                    <a:pt x="883010" y="387929"/>
                  </a:cubicBezTo>
                  <a:lnTo>
                    <a:pt x="38776" y="387929"/>
                  </a:lnTo>
                  <a:cubicBezTo>
                    <a:pt x="17366" y="387929"/>
                    <a:pt x="0" y="370563"/>
                    <a:pt x="0" y="349153"/>
                  </a:cubicBezTo>
                  <a:lnTo>
                    <a:pt x="0" y="38776"/>
                  </a:lnTo>
                  <a:cubicBezTo>
                    <a:pt x="0" y="17366"/>
                    <a:pt x="17366" y="0"/>
                    <a:pt x="387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005;p46">
              <a:extLst>
                <a:ext uri="{FF2B5EF4-FFF2-40B4-BE49-F238E27FC236}">
                  <a16:creationId xmlns:a16="http://schemas.microsoft.com/office/drawing/2014/main" id="{19CD2CD8-9933-F988-5A27-5F4D6D3B1EB7}"/>
                </a:ext>
              </a:extLst>
            </p:cNvPr>
            <p:cNvSpPr/>
            <p:nvPr/>
          </p:nvSpPr>
          <p:spPr>
            <a:xfrm>
              <a:off x="5209486" y="3766512"/>
              <a:ext cx="2082628" cy="372973"/>
            </a:xfrm>
            <a:custGeom>
              <a:avLst/>
              <a:gdLst/>
              <a:ahLst/>
              <a:cxnLst/>
              <a:rect l="l" t="t" r="r" b="b"/>
              <a:pathLst>
                <a:path w="921819" h="167337" extrusionOk="0">
                  <a:moveTo>
                    <a:pt x="921786" y="0"/>
                  </a:moveTo>
                  <a:lnTo>
                    <a:pt x="921786" y="128528"/>
                  </a:lnTo>
                  <a:cubicBezTo>
                    <a:pt x="921786" y="149870"/>
                    <a:pt x="904318" y="167338"/>
                    <a:pt x="883010" y="167338"/>
                  </a:cubicBezTo>
                  <a:lnTo>
                    <a:pt x="38776" y="167338"/>
                  </a:lnTo>
                  <a:cubicBezTo>
                    <a:pt x="17434" y="167338"/>
                    <a:pt x="0" y="149870"/>
                    <a:pt x="0" y="128528"/>
                  </a:cubicBezTo>
                  <a:lnTo>
                    <a:pt x="0" y="0"/>
                  </a:lnTo>
                  <a:lnTo>
                    <a:pt x="921820" y="0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006;p46">
              <a:extLst>
                <a:ext uri="{FF2B5EF4-FFF2-40B4-BE49-F238E27FC236}">
                  <a16:creationId xmlns:a16="http://schemas.microsoft.com/office/drawing/2014/main" id="{19E73BCB-22E6-60C4-D96C-046C6D603124}"/>
                </a:ext>
              </a:extLst>
            </p:cNvPr>
            <p:cNvSpPr/>
            <p:nvPr/>
          </p:nvSpPr>
          <p:spPr>
            <a:xfrm>
              <a:off x="5209486" y="3358092"/>
              <a:ext cx="108411" cy="864644"/>
            </a:xfrm>
            <a:custGeom>
              <a:avLst/>
              <a:gdLst/>
              <a:ahLst/>
              <a:cxnLst/>
              <a:rect l="l" t="t" r="r" b="b"/>
              <a:pathLst>
                <a:path w="47985" h="387929" extrusionOk="0">
                  <a:moveTo>
                    <a:pt x="38776" y="0"/>
                  </a:moveTo>
                  <a:lnTo>
                    <a:pt x="47986" y="0"/>
                  </a:lnTo>
                  <a:lnTo>
                    <a:pt x="47986" y="387929"/>
                  </a:lnTo>
                  <a:lnTo>
                    <a:pt x="38776" y="387929"/>
                  </a:lnTo>
                  <a:cubicBezTo>
                    <a:pt x="17434" y="387929"/>
                    <a:pt x="0" y="370461"/>
                    <a:pt x="0" y="349153"/>
                  </a:cubicBezTo>
                  <a:lnTo>
                    <a:pt x="0" y="38810"/>
                  </a:lnTo>
                  <a:cubicBezTo>
                    <a:pt x="0" y="17468"/>
                    <a:pt x="17434" y="34"/>
                    <a:pt x="38776" y="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007;p46">
              <a:extLst>
                <a:ext uri="{FF2B5EF4-FFF2-40B4-BE49-F238E27FC236}">
                  <a16:creationId xmlns:a16="http://schemas.microsoft.com/office/drawing/2014/main" id="{759391CD-BADE-D46B-2EDA-A62F8F6172C6}"/>
                </a:ext>
              </a:extLst>
            </p:cNvPr>
            <p:cNvSpPr/>
            <p:nvPr/>
          </p:nvSpPr>
          <p:spPr>
            <a:xfrm>
              <a:off x="5209486" y="3766512"/>
              <a:ext cx="108487" cy="372899"/>
            </a:xfrm>
            <a:custGeom>
              <a:avLst/>
              <a:gdLst/>
              <a:ahLst/>
              <a:cxnLst/>
              <a:rect l="l" t="t" r="r" b="b"/>
              <a:pathLst>
                <a:path w="48019" h="167304" extrusionOk="0">
                  <a:moveTo>
                    <a:pt x="47986" y="0"/>
                  </a:moveTo>
                  <a:lnTo>
                    <a:pt x="47986" y="167304"/>
                  </a:lnTo>
                  <a:lnTo>
                    <a:pt x="38776" y="167304"/>
                  </a:lnTo>
                  <a:cubicBezTo>
                    <a:pt x="17434" y="167304"/>
                    <a:pt x="0" y="149836"/>
                    <a:pt x="0" y="128528"/>
                  </a:cubicBezTo>
                  <a:lnTo>
                    <a:pt x="0" y="0"/>
                  </a:lnTo>
                  <a:lnTo>
                    <a:pt x="480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008;p46">
              <a:extLst>
                <a:ext uri="{FF2B5EF4-FFF2-40B4-BE49-F238E27FC236}">
                  <a16:creationId xmlns:a16="http://schemas.microsoft.com/office/drawing/2014/main" id="{6E97530D-E7BD-AD08-C9D0-224D0E9941D3}"/>
                </a:ext>
              </a:extLst>
            </p:cNvPr>
            <p:cNvSpPr/>
            <p:nvPr/>
          </p:nvSpPr>
          <p:spPr>
            <a:xfrm>
              <a:off x="7185069" y="3358092"/>
              <a:ext cx="108411" cy="864644"/>
            </a:xfrm>
            <a:custGeom>
              <a:avLst/>
              <a:gdLst/>
              <a:ahLst/>
              <a:cxnLst/>
              <a:rect l="l" t="t" r="r" b="b"/>
              <a:pathLst>
                <a:path w="47985" h="387929" extrusionOk="0">
                  <a:moveTo>
                    <a:pt x="9210" y="387929"/>
                  </a:moveTo>
                  <a:lnTo>
                    <a:pt x="0" y="387929"/>
                  </a:lnTo>
                  <a:lnTo>
                    <a:pt x="0" y="0"/>
                  </a:lnTo>
                  <a:lnTo>
                    <a:pt x="9210" y="0"/>
                  </a:lnTo>
                  <a:cubicBezTo>
                    <a:pt x="30552" y="0"/>
                    <a:pt x="47986" y="17468"/>
                    <a:pt x="47986" y="38776"/>
                  </a:cubicBezTo>
                  <a:lnTo>
                    <a:pt x="47986" y="349119"/>
                  </a:lnTo>
                  <a:cubicBezTo>
                    <a:pt x="47986" y="370461"/>
                    <a:pt x="30518" y="387895"/>
                    <a:pt x="9210" y="3878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009;p46">
              <a:extLst>
                <a:ext uri="{FF2B5EF4-FFF2-40B4-BE49-F238E27FC236}">
                  <a16:creationId xmlns:a16="http://schemas.microsoft.com/office/drawing/2014/main" id="{3BA59175-8848-ACCB-EFDA-CA787A6BC844}"/>
                </a:ext>
              </a:extLst>
            </p:cNvPr>
            <p:cNvSpPr/>
            <p:nvPr/>
          </p:nvSpPr>
          <p:spPr>
            <a:xfrm>
              <a:off x="7185069" y="3766588"/>
              <a:ext cx="108487" cy="372897"/>
            </a:xfrm>
            <a:custGeom>
              <a:avLst/>
              <a:gdLst/>
              <a:ahLst/>
              <a:cxnLst/>
              <a:rect l="l" t="t" r="r" b="b"/>
              <a:pathLst>
                <a:path w="48019" h="167303" extrusionOk="0">
                  <a:moveTo>
                    <a:pt x="9210" y="167304"/>
                  </a:moveTo>
                  <a:lnTo>
                    <a:pt x="0" y="167304"/>
                  </a:lnTo>
                  <a:lnTo>
                    <a:pt x="0" y="0"/>
                  </a:lnTo>
                  <a:lnTo>
                    <a:pt x="48020" y="0"/>
                  </a:lnTo>
                  <a:lnTo>
                    <a:pt x="48020" y="128528"/>
                  </a:lnTo>
                  <a:cubicBezTo>
                    <a:pt x="48020" y="149870"/>
                    <a:pt x="30552" y="167304"/>
                    <a:pt x="9244" y="1673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010;p46">
              <a:extLst>
                <a:ext uri="{FF2B5EF4-FFF2-40B4-BE49-F238E27FC236}">
                  <a16:creationId xmlns:a16="http://schemas.microsoft.com/office/drawing/2014/main" id="{1191E7A8-86B7-318A-B114-0F4DC1B974CB}"/>
                </a:ext>
              </a:extLst>
            </p:cNvPr>
            <p:cNvSpPr/>
            <p:nvPr/>
          </p:nvSpPr>
          <p:spPr>
            <a:xfrm>
              <a:off x="5341874" y="3457771"/>
              <a:ext cx="1750713" cy="74988"/>
            </a:xfrm>
            <a:custGeom>
              <a:avLst/>
              <a:gdLst/>
              <a:ahLst/>
              <a:cxnLst/>
              <a:rect l="l" t="t" r="r" b="b"/>
              <a:pathLst>
                <a:path w="774906" h="33644" extrusionOk="0">
                  <a:moveTo>
                    <a:pt x="16822" y="0"/>
                  </a:moveTo>
                  <a:lnTo>
                    <a:pt x="758084" y="0"/>
                  </a:lnTo>
                  <a:cubicBezTo>
                    <a:pt x="767328" y="0"/>
                    <a:pt x="774907" y="7578"/>
                    <a:pt x="774907" y="16822"/>
                  </a:cubicBezTo>
                  <a:lnTo>
                    <a:pt x="774907" y="16822"/>
                  </a:lnTo>
                  <a:cubicBezTo>
                    <a:pt x="774907" y="26066"/>
                    <a:pt x="767328" y="33644"/>
                    <a:pt x="758084" y="33644"/>
                  </a:cubicBezTo>
                  <a:lnTo>
                    <a:pt x="16822" y="33644"/>
                  </a:lnTo>
                  <a:cubicBezTo>
                    <a:pt x="7545" y="33644"/>
                    <a:pt x="0" y="26066"/>
                    <a:pt x="0" y="16822"/>
                  </a:cubicBezTo>
                  <a:lnTo>
                    <a:pt x="0" y="16822"/>
                  </a:lnTo>
                  <a:cubicBezTo>
                    <a:pt x="0" y="7578"/>
                    <a:pt x="7579" y="0"/>
                    <a:pt x="16822" y="0"/>
                  </a:cubicBezTo>
                  <a:close/>
                </a:path>
              </a:pathLst>
            </a:custGeom>
            <a:solidFill>
              <a:srgbClr val="EFEFE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0" name="Google Shape;2011;p46">
              <a:extLst>
                <a:ext uri="{FF2B5EF4-FFF2-40B4-BE49-F238E27FC236}">
                  <a16:creationId xmlns:a16="http://schemas.microsoft.com/office/drawing/2014/main" id="{73539D7F-C8B6-6624-DA68-B492FEC78E06}"/>
                </a:ext>
              </a:extLst>
            </p:cNvPr>
            <p:cNvSpPr/>
            <p:nvPr/>
          </p:nvSpPr>
          <p:spPr>
            <a:xfrm>
              <a:off x="5639301" y="3284111"/>
              <a:ext cx="19500" cy="73927"/>
            </a:xfrm>
            <a:custGeom>
              <a:avLst/>
              <a:gdLst/>
              <a:ahLst/>
              <a:cxnLst/>
              <a:rect l="l" t="t" r="r" b="b"/>
              <a:pathLst>
                <a:path w="8631" h="33168" extrusionOk="0">
                  <a:moveTo>
                    <a:pt x="0" y="0"/>
                  </a:moveTo>
                  <a:lnTo>
                    <a:pt x="8632" y="0"/>
                  </a:lnTo>
                  <a:lnTo>
                    <a:pt x="8632" y="33168"/>
                  </a:lnTo>
                  <a:lnTo>
                    <a:pt x="0" y="33168"/>
                  </a:lnTo>
                  <a:close/>
                </a:path>
              </a:pathLst>
            </a:custGeom>
            <a:solidFill>
              <a:srgbClr val="EFEFE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61" name="Google Shape;2012;p46">
              <a:extLst>
                <a:ext uri="{FF2B5EF4-FFF2-40B4-BE49-F238E27FC236}">
                  <a16:creationId xmlns:a16="http://schemas.microsoft.com/office/drawing/2014/main" id="{EB638D01-C76A-CAD2-106C-406C5BC25BF6}"/>
                </a:ext>
              </a:extLst>
            </p:cNvPr>
            <p:cNvGrpSpPr/>
            <p:nvPr/>
          </p:nvGrpSpPr>
          <p:grpSpPr>
            <a:xfrm>
              <a:off x="5448213" y="3766512"/>
              <a:ext cx="1606620" cy="675315"/>
              <a:chOff x="4439952" y="2779427"/>
              <a:chExt cx="710608" cy="302764"/>
            </a:xfrm>
          </p:grpSpPr>
          <p:sp>
            <p:nvSpPr>
              <p:cNvPr id="1703" name="Google Shape;2013;p46">
                <a:extLst>
                  <a:ext uri="{FF2B5EF4-FFF2-40B4-BE49-F238E27FC236}">
                    <a16:creationId xmlns:a16="http://schemas.microsoft.com/office/drawing/2014/main" id="{89AF6D26-3438-9F12-36AA-A4FF8C87275A}"/>
                  </a:ext>
                </a:extLst>
              </p:cNvPr>
              <p:cNvSpPr/>
              <p:nvPr/>
            </p:nvSpPr>
            <p:spPr>
              <a:xfrm>
                <a:off x="4439952" y="2779427"/>
                <a:ext cx="71060" cy="286520"/>
              </a:xfrm>
              <a:custGeom>
                <a:avLst/>
                <a:gdLst/>
                <a:ahLst/>
                <a:cxnLst/>
                <a:rect l="l" t="t" r="r" b="b"/>
                <a:pathLst>
                  <a:path w="71060" h="286520" extrusionOk="0">
                    <a:moveTo>
                      <a:pt x="0" y="0"/>
                    </a:moveTo>
                    <a:lnTo>
                      <a:pt x="71061" y="0"/>
                    </a:lnTo>
                    <a:lnTo>
                      <a:pt x="71061" y="286520"/>
                    </a:lnTo>
                    <a:lnTo>
                      <a:pt x="0" y="2865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4" name="Google Shape;2014;p46">
                <a:extLst>
                  <a:ext uri="{FF2B5EF4-FFF2-40B4-BE49-F238E27FC236}">
                    <a16:creationId xmlns:a16="http://schemas.microsoft.com/office/drawing/2014/main" id="{1E13DAFD-9965-85D6-200D-F9C93CEFA7DC}"/>
                  </a:ext>
                </a:extLst>
              </p:cNvPr>
              <p:cNvSpPr/>
              <p:nvPr/>
            </p:nvSpPr>
            <p:spPr>
              <a:xfrm>
                <a:off x="5079499" y="2795671"/>
                <a:ext cx="71060" cy="286520"/>
              </a:xfrm>
              <a:custGeom>
                <a:avLst/>
                <a:gdLst/>
                <a:ahLst/>
                <a:cxnLst/>
                <a:rect l="l" t="t" r="r" b="b"/>
                <a:pathLst>
                  <a:path w="71060" h="286520" extrusionOk="0">
                    <a:moveTo>
                      <a:pt x="0" y="0"/>
                    </a:moveTo>
                    <a:lnTo>
                      <a:pt x="71061" y="0"/>
                    </a:lnTo>
                    <a:lnTo>
                      <a:pt x="71061" y="286520"/>
                    </a:lnTo>
                    <a:lnTo>
                      <a:pt x="0" y="2865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5" name="Google Shape;2015;p46">
                <a:extLst>
                  <a:ext uri="{FF2B5EF4-FFF2-40B4-BE49-F238E27FC236}">
                    <a16:creationId xmlns:a16="http://schemas.microsoft.com/office/drawing/2014/main" id="{D5D261A9-3A44-FD97-0724-CCC03641EA3C}"/>
                  </a:ext>
                </a:extLst>
              </p:cNvPr>
              <p:cNvSpPr/>
              <p:nvPr/>
            </p:nvSpPr>
            <p:spPr>
              <a:xfrm>
                <a:off x="4439952" y="3018743"/>
                <a:ext cx="710608" cy="63448"/>
              </a:xfrm>
              <a:custGeom>
                <a:avLst/>
                <a:gdLst/>
                <a:ahLst/>
                <a:cxnLst/>
                <a:rect l="l" t="t" r="r" b="b"/>
                <a:pathLst>
                  <a:path w="710608" h="63448" extrusionOk="0">
                    <a:moveTo>
                      <a:pt x="0" y="0"/>
                    </a:moveTo>
                    <a:lnTo>
                      <a:pt x="710608" y="0"/>
                    </a:lnTo>
                    <a:lnTo>
                      <a:pt x="710608" y="63448"/>
                    </a:lnTo>
                    <a:lnTo>
                      <a:pt x="0" y="6344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62" name="Google Shape;2016;p46">
              <a:extLst>
                <a:ext uri="{FF2B5EF4-FFF2-40B4-BE49-F238E27FC236}">
                  <a16:creationId xmlns:a16="http://schemas.microsoft.com/office/drawing/2014/main" id="{CA8D7AAB-BBFB-60AB-B34A-EEFEF73542F2}"/>
                </a:ext>
              </a:extLst>
            </p:cNvPr>
            <p:cNvSpPr/>
            <p:nvPr/>
          </p:nvSpPr>
          <p:spPr>
            <a:xfrm>
              <a:off x="5447137" y="3695259"/>
              <a:ext cx="162771" cy="142403"/>
            </a:xfrm>
            <a:custGeom>
              <a:avLst/>
              <a:gdLst/>
              <a:ahLst/>
              <a:cxnLst/>
              <a:rect l="l" t="t" r="r" b="b"/>
              <a:pathLst>
                <a:path w="72046" h="63890" extrusionOk="0">
                  <a:moveTo>
                    <a:pt x="36023" y="63890"/>
                  </a:moveTo>
                  <a:cubicBezTo>
                    <a:pt x="55870" y="63890"/>
                    <a:pt x="72046" y="49549"/>
                    <a:pt x="72046" y="31945"/>
                  </a:cubicBezTo>
                  <a:cubicBezTo>
                    <a:pt x="72046" y="14341"/>
                    <a:pt x="55870" y="0"/>
                    <a:pt x="36023" y="0"/>
                  </a:cubicBezTo>
                  <a:cubicBezTo>
                    <a:pt x="16176" y="0"/>
                    <a:pt x="0" y="14375"/>
                    <a:pt x="0" y="31945"/>
                  </a:cubicBezTo>
                  <a:cubicBezTo>
                    <a:pt x="0" y="49515"/>
                    <a:pt x="16176" y="63890"/>
                    <a:pt x="36023" y="6389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3" name="Google Shape;2017;p46">
              <a:extLst>
                <a:ext uri="{FF2B5EF4-FFF2-40B4-BE49-F238E27FC236}">
                  <a16:creationId xmlns:a16="http://schemas.microsoft.com/office/drawing/2014/main" id="{6F46CCA6-DFC2-A667-C04E-E8D182260A67}"/>
                </a:ext>
              </a:extLst>
            </p:cNvPr>
            <p:cNvSpPr/>
            <p:nvPr/>
          </p:nvSpPr>
          <p:spPr>
            <a:xfrm>
              <a:off x="6891944" y="3731567"/>
              <a:ext cx="162771" cy="142403"/>
            </a:xfrm>
            <a:custGeom>
              <a:avLst/>
              <a:gdLst/>
              <a:ahLst/>
              <a:cxnLst/>
              <a:rect l="l" t="t" r="r" b="b"/>
              <a:pathLst>
                <a:path w="72046" h="63890" extrusionOk="0">
                  <a:moveTo>
                    <a:pt x="36023" y="63890"/>
                  </a:moveTo>
                  <a:cubicBezTo>
                    <a:pt x="55870" y="63890"/>
                    <a:pt x="72046" y="49549"/>
                    <a:pt x="72046" y="31945"/>
                  </a:cubicBezTo>
                  <a:cubicBezTo>
                    <a:pt x="72046" y="14341"/>
                    <a:pt x="55870" y="0"/>
                    <a:pt x="36023" y="0"/>
                  </a:cubicBezTo>
                  <a:cubicBezTo>
                    <a:pt x="16176" y="0"/>
                    <a:pt x="0" y="14341"/>
                    <a:pt x="0" y="31945"/>
                  </a:cubicBezTo>
                  <a:cubicBezTo>
                    <a:pt x="0" y="49549"/>
                    <a:pt x="16176" y="63890"/>
                    <a:pt x="36023" y="6389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14" name="Google Shape;2018;p46">
              <a:extLst>
                <a:ext uri="{FF2B5EF4-FFF2-40B4-BE49-F238E27FC236}">
                  <a16:creationId xmlns:a16="http://schemas.microsoft.com/office/drawing/2014/main" id="{9582CF8F-1040-9FD5-0FCB-11E6E9238925}"/>
                </a:ext>
              </a:extLst>
            </p:cNvPr>
            <p:cNvGrpSpPr/>
            <p:nvPr/>
          </p:nvGrpSpPr>
          <p:grpSpPr>
            <a:xfrm>
              <a:off x="7441352" y="1284942"/>
              <a:ext cx="513089" cy="975768"/>
              <a:chOff x="4380117" y="1824165"/>
              <a:chExt cx="226939" cy="437466"/>
            </a:xfrm>
          </p:grpSpPr>
          <p:sp>
            <p:nvSpPr>
              <p:cNvPr id="1686" name="Google Shape;2019;p46">
                <a:extLst>
                  <a:ext uri="{FF2B5EF4-FFF2-40B4-BE49-F238E27FC236}">
                    <a16:creationId xmlns:a16="http://schemas.microsoft.com/office/drawing/2014/main" id="{4A5555EE-4B05-38F1-0219-199F70BE012C}"/>
                  </a:ext>
                </a:extLst>
              </p:cNvPr>
              <p:cNvSpPr/>
              <p:nvPr/>
            </p:nvSpPr>
            <p:spPr>
              <a:xfrm>
                <a:off x="4469971" y="2216942"/>
                <a:ext cx="57501" cy="44689"/>
              </a:xfrm>
              <a:custGeom>
                <a:avLst/>
                <a:gdLst/>
                <a:ahLst/>
                <a:cxnLst/>
                <a:rect l="l" t="t" r="r" b="b"/>
                <a:pathLst>
                  <a:path w="57501" h="44689" extrusionOk="0">
                    <a:moveTo>
                      <a:pt x="57501" y="0"/>
                    </a:moveTo>
                    <a:lnTo>
                      <a:pt x="0" y="0"/>
                    </a:lnTo>
                    <a:lnTo>
                      <a:pt x="18487" y="44689"/>
                    </a:lnTo>
                    <a:lnTo>
                      <a:pt x="38776" y="44689"/>
                    </a:lnTo>
                    <a:lnTo>
                      <a:pt x="575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7" name="Google Shape;2020;p46">
                <a:extLst>
                  <a:ext uri="{FF2B5EF4-FFF2-40B4-BE49-F238E27FC236}">
                    <a16:creationId xmlns:a16="http://schemas.microsoft.com/office/drawing/2014/main" id="{C6557E4A-45CF-F587-026A-7573A5047712}"/>
                  </a:ext>
                </a:extLst>
              </p:cNvPr>
              <p:cNvSpPr/>
              <p:nvPr/>
            </p:nvSpPr>
            <p:spPr>
              <a:xfrm>
                <a:off x="4496614" y="2025306"/>
                <a:ext cx="110442" cy="191602"/>
              </a:xfrm>
              <a:custGeom>
                <a:avLst/>
                <a:gdLst/>
                <a:ahLst/>
                <a:cxnLst/>
                <a:rect l="l" t="t" r="r" b="b"/>
                <a:pathLst>
                  <a:path w="110442" h="191602" extrusionOk="0">
                    <a:moveTo>
                      <a:pt x="48054" y="0"/>
                    </a:moveTo>
                    <a:cubicBezTo>
                      <a:pt x="48054" y="0"/>
                      <a:pt x="106234" y="59574"/>
                      <a:pt x="110279" y="62973"/>
                    </a:cubicBezTo>
                    <a:cubicBezTo>
                      <a:pt x="114323" y="66337"/>
                      <a:pt x="41937" y="191603"/>
                      <a:pt x="41937" y="191603"/>
                    </a:cubicBezTo>
                    <a:lnTo>
                      <a:pt x="0" y="191603"/>
                    </a:lnTo>
                    <a:lnTo>
                      <a:pt x="0" y="8564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8" name="Google Shape;2021;p46">
                <a:extLst>
                  <a:ext uri="{FF2B5EF4-FFF2-40B4-BE49-F238E27FC236}">
                    <a16:creationId xmlns:a16="http://schemas.microsoft.com/office/drawing/2014/main" id="{96354105-4F1C-FC8E-3198-AC51753866DF}"/>
                  </a:ext>
                </a:extLst>
              </p:cNvPr>
              <p:cNvSpPr/>
              <p:nvPr/>
            </p:nvSpPr>
            <p:spPr>
              <a:xfrm>
                <a:off x="4388719" y="2025306"/>
                <a:ext cx="110410" cy="191602"/>
              </a:xfrm>
              <a:custGeom>
                <a:avLst/>
                <a:gdLst/>
                <a:ahLst/>
                <a:cxnLst/>
                <a:rect l="l" t="t" r="r" b="b"/>
                <a:pathLst>
                  <a:path w="110410" h="191602" extrusionOk="0">
                    <a:moveTo>
                      <a:pt x="62391" y="0"/>
                    </a:moveTo>
                    <a:cubicBezTo>
                      <a:pt x="62391" y="0"/>
                      <a:pt x="4210" y="59574"/>
                      <a:pt x="166" y="62973"/>
                    </a:cubicBezTo>
                    <a:cubicBezTo>
                      <a:pt x="-3912" y="66337"/>
                      <a:pt x="68474" y="191603"/>
                      <a:pt x="68474" y="191603"/>
                    </a:cubicBezTo>
                    <a:lnTo>
                      <a:pt x="110410" y="191603"/>
                    </a:lnTo>
                    <a:lnTo>
                      <a:pt x="110410" y="8564"/>
                    </a:lnTo>
                    <a:lnTo>
                      <a:pt x="6239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9" name="Google Shape;2022;p46">
                <a:extLst>
                  <a:ext uri="{FF2B5EF4-FFF2-40B4-BE49-F238E27FC236}">
                    <a16:creationId xmlns:a16="http://schemas.microsoft.com/office/drawing/2014/main" id="{412F6E01-A920-1F14-5C96-7E1E44910BF6}"/>
                  </a:ext>
                </a:extLst>
              </p:cNvPr>
              <p:cNvSpPr/>
              <p:nvPr/>
            </p:nvSpPr>
            <p:spPr>
              <a:xfrm>
                <a:off x="4381340" y="1840704"/>
                <a:ext cx="156938" cy="181135"/>
              </a:xfrm>
              <a:custGeom>
                <a:avLst/>
                <a:gdLst/>
                <a:ahLst/>
                <a:cxnLst/>
                <a:rect l="l" t="t" r="r" b="b"/>
                <a:pathLst>
                  <a:path w="156938" h="181135" extrusionOk="0">
                    <a:moveTo>
                      <a:pt x="0" y="0"/>
                    </a:moveTo>
                    <a:lnTo>
                      <a:pt x="20152" y="0"/>
                    </a:lnTo>
                    <a:cubicBezTo>
                      <a:pt x="95359" y="0"/>
                      <a:pt x="156939" y="61545"/>
                      <a:pt x="156939" y="136786"/>
                    </a:cubicBezTo>
                    <a:lnTo>
                      <a:pt x="156939" y="181136"/>
                    </a:lnTo>
                    <a:lnTo>
                      <a:pt x="82309" y="181136"/>
                    </a:lnTo>
                    <a:lnTo>
                      <a:pt x="82309" y="162478"/>
                    </a:lnTo>
                    <a:cubicBezTo>
                      <a:pt x="82309" y="94646"/>
                      <a:pt x="48733" y="70143"/>
                      <a:pt x="34" y="71741"/>
                    </a:cubicBez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2023;p46">
                <a:extLst>
                  <a:ext uri="{FF2B5EF4-FFF2-40B4-BE49-F238E27FC236}">
                    <a16:creationId xmlns:a16="http://schemas.microsoft.com/office/drawing/2014/main" id="{772733E4-08A4-FF55-CFA3-FB9D300C5FCF}"/>
                  </a:ext>
                </a:extLst>
              </p:cNvPr>
              <p:cNvSpPr/>
              <p:nvPr/>
            </p:nvSpPr>
            <p:spPr>
              <a:xfrm>
                <a:off x="4432079" y="2021024"/>
                <a:ext cx="132436" cy="23721"/>
              </a:xfrm>
              <a:custGeom>
                <a:avLst/>
                <a:gdLst/>
                <a:ahLst/>
                <a:cxnLst/>
                <a:rect l="l" t="t" r="r" b="b"/>
                <a:pathLst>
                  <a:path w="132436" h="23721" extrusionOk="0">
                    <a:moveTo>
                      <a:pt x="0" y="23721"/>
                    </a:moveTo>
                    <a:lnTo>
                      <a:pt x="0" y="11861"/>
                    </a:lnTo>
                    <a:cubicBezTo>
                      <a:pt x="0" y="5336"/>
                      <a:pt x="5336" y="0"/>
                      <a:pt x="11860" y="0"/>
                    </a:cubicBezTo>
                    <a:lnTo>
                      <a:pt x="120576" y="0"/>
                    </a:lnTo>
                    <a:cubicBezTo>
                      <a:pt x="127101" y="0"/>
                      <a:pt x="132436" y="5336"/>
                      <a:pt x="132436" y="11861"/>
                    </a:cubicBezTo>
                    <a:lnTo>
                      <a:pt x="132436" y="23721"/>
                    </a:lnTo>
                    <a:lnTo>
                      <a:pt x="0" y="2372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1" name="Google Shape;2024;p46">
                <a:extLst>
                  <a:ext uri="{FF2B5EF4-FFF2-40B4-BE49-F238E27FC236}">
                    <a16:creationId xmlns:a16="http://schemas.microsoft.com/office/drawing/2014/main" id="{BD0A5A74-21C5-BDAC-BE77-5D622044114A}"/>
                  </a:ext>
                </a:extLst>
              </p:cNvPr>
              <p:cNvSpPr/>
              <p:nvPr/>
            </p:nvSpPr>
            <p:spPr>
              <a:xfrm>
                <a:off x="4493284" y="2021024"/>
                <a:ext cx="71230" cy="23721"/>
              </a:xfrm>
              <a:custGeom>
                <a:avLst/>
                <a:gdLst/>
                <a:ahLst/>
                <a:cxnLst/>
                <a:rect l="l" t="t" r="r" b="b"/>
                <a:pathLst>
                  <a:path w="71230" h="23721" extrusionOk="0">
                    <a:moveTo>
                      <a:pt x="0" y="0"/>
                    </a:moveTo>
                    <a:lnTo>
                      <a:pt x="59370" y="0"/>
                    </a:lnTo>
                    <a:cubicBezTo>
                      <a:pt x="65895" y="0"/>
                      <a:pt x="71231" y="5336"/>
                      <a:pt x="71231" y="11861"/>
                    </a:cubicBezTo>
                    <a:lnTo>
                      <a:pt x="71231" y="23721"/>
                    </a:lnTo>
                    <a:lnTo>
                      <a:pt x="0" y="237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2" name="Google Shape;2025;p46">
                <a:extLst>
                  <a:ext uri="{FF2B5EF4-FFF2-40B4-BE49-F238E27FC236}">
                    <a16:creationId xmlns:a16="http://schemas.microsoft.com/office/drawing/2014/main" id="{31CCAF16-FB97-2AD3-AA72-B91C8D18D451}"/>
                  </a:ext>
                </a:extLst>
              </p:cNvPr>
              <p:cNvSpPr/>
              <p:nvPr/>
            </p:nvSpPr>
            <p:spPr>
              <a:xfrm>
                <a:off x="4453489" y="2009877"/>
                <a:ext cx="99131" cy="11248"/>
              </a:xfrm>
              <a:custGeom>
                <a:avLst/>
                <a:gdLst/>
                <a:ahLst/>
                <a:cxnLst/>
                <a:rect l="l" t="t" r="r" b="b"/>
                <a:pathLst>
                  <a:path w="99131" h="11248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15" y="11249"/>
                      <a:pt x="5607" y="11249"/>
                    </a:cubicBezTo>
                    <a:lnTo>
                      <a:pt x="93524" y="11249"/>
                    </a:lnTo>
                    <a:cubicBezTo>
                      <a:pt x="96617" y="11249"/>
                      <a:pt x="99131" y="8700"/>
                      <a:pt x="99131" y="5607"/>
                    </a:cubicBezTo>
                    <a:lnTo>
                      <a:pt x="99131" y="5607"/>
                    </a:lnTo>
                    <a:cubicBezTo>
                      <a:pt x="99131" y="2515"/>
                      <a:pt x="96583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3" name="Google Shape;2026;p46">
                <a:extLst>
                  <a:ext uri="{FF2B5EF4-FFF2-40B4-BE49-F238E27FC236}">
                    <a16:creationId xmlns:a16="http://schemas.microsoft.com/office/drawing/2014/main" id="{E1D57DCA-0FEB-AB9F-7BE0-CDF8F1E5AFEA}"/>
                  </a:ext>
                </a:extLst>
              </p:cNvPr>
              <p:cNvSpPr/>
              <p:nvPr/>
            </p:nvSpPr>
            <p:spPr>
              <a:xfrm>
                <a:off x="4451585" y="1992137"/>
                <a:ext cx="99199" cy="11248"/>
              </a:xfrm>
              <a:custGeom>
                <a:avLst/>
                <a:gdLst/>
                <a:ahLst/>
                <a:cxnLst/>
                <a:rect l="l" t="t" r="r" b="b"/>
                <a:pathLst>
                  <a:path w="99199" h="11248" extrusionOk="0">
                    <a:moveTo>
                      <a:pt x="93558" y="34"/>
                    </a:moveTo>
                    <a:lnTo>
                      <a:pt x="5641" y="34"/>
                    </a:lnTo>
                    <a:cubicBezTo>
                      <a:pt x="2549" y="34"/>
                      <a:pt x="0" y="2549"/>
                      <a:pt x="0" y="5641"/>
                    </a:cubicBezTo>
                    <a:lnTo>
                      <a:pt x="0" y="5641"/>
                    </a:lnTo>
                    <a:cubicBezTo>
                      <a:pt x="0" y="8734"/>
                      <a:pt x="2549" y="11249"/>
                      <a:pt x="5641" y="11249"/>
                    </a:cubicBezTo>
                    <a:lnTo>
                      <a:pt x="93558" y="11249"/>
                    </a:lnTo>
                    <a:cubicBezTo>
                      <a:pt x="96651" y="11249"/>
                      <a:pt x="99200" y="8700"/>
                      <a:pt x="99200" y="5607"/>
                    </a:cubicBezTo>
                    <a:lnTo>
                      <a:pt x="99200" y="5607"/>
                    </a:lnTo>
                    <a:cubicBezTo>
                      <a:pt x="99200" y="2515"/>
                      <a:pt x="96685" y="0"/>
                      <a:pt x="935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4" name="Google Shape;2027;p46">
                <a:extLst>
                  <a:ext uri="{FF2B5EF4-FFF2-40B4-BE49-F238E27FC236}">
                    <a16:creationId xmlns:a16="http://schemas.microsoft.com/office/drawing/2014/main" id="{3D3409C5-7A7B-AD79-FF54-42D11C4F33F9}"/>
                  </a:ext>
                </a:extLst>
              </p:cNvPr>
              <p:cNvSpPr/>
              <p:nvPr/>
            </p:nvSpPr>
            <p:spPr>
              <a:xfrm>
                <a:off x="4449751" y="1974466"/>
                <a:ext cx="99165" cy="11214"/>
              </a:xfrm>
              <a:custGeom>
                <a:avLst/>
                <a:gdLst/>
                <a:ahLst/>
                <a:cxnLst/>
                <a:rect l="l" t="t" r="r" b="b"/>
                <a:pathLst>
                  <a:path w="99165" h="11214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15" y="11215"/>
                      <a:pt x="5607" y="11215"/>
                    </a:cubicBezTo>
                    <a:lnTo>
                      <a:pt x="93524" y="11215"/>
                    </a:lnTo>
                    <a:cubicBezTo>
                      <a:pt x="96617" y="11215"/>
                      <a:pt x="99165" y="8666"/>
                      <a:pt x="99165" y="5607"/>
                    </a:cubicBezTo>
                    <a:lnTo>
                      <a:pt x="99165" y="5607"/>
                    </a:lnTo>
                    <a:cubicBezTo>
                      <a:pt x="99165" y="2515"/>
                      <a:pt x="96651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5" name="Google Shape;2028;p46">
                <a:extLst>
                  <a:ext uri="{FF2B5EF4-FFF2-40B4-BE49-F238E27FC236}">
                    <a16:creationId xmlns:a16="http://schemas.microsoft.com/office/drawing/2014/main" id="{9F707A16-E139-3188-6E5B-220B621DB93C}"/>
                  </a:ext>
                </a:extLst>
              </p:cNvPr>
              <p:cNvSpPr/>
              <p:nvPr/>
            </p:nvSpPr>
            <p:spPr>
              <a:xfrm>
                <a:off x="4447881" y="1956760"/>
                <a:ext cx="99131" cy="11214"/>
              </a:xfrm>
              <a:custGeom>
                <a:avLst/>
                <a:gdLst/>
                <a:ahLst/>
                <a:cxnLst/>
                <a:rect l="l" t="t" r="r" b="b"/>
                <a:pathLst>
                  <a:path w="99131" h="11214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49" y="11215"/>
                      <a:pt x="5607" y="11215"/>
                    </a:cubicBezTo>
                    <a:lnTo>
                      <a:pt x="93524" y="11215"/>
                    </a:lnTo>
                    <a:cubicBezTo>
                      <a:pt x="96617" y="11215"/>
                      <a:pt x="99132" y="8700"/>
                      <a:pt x="99132" y="5607"/>
                    </a:cubicBezTo>
                    <a:lnTo>
                      <a:pt x="99132" y="5607"/>
                    </a:lnTo>
                    <a:cubicBezTo>
                      <a:pt x="99132" y="2515"/>
                      <a:pt x="96617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6" name="Google Shape;2029;p46">
                <a:extLst>
                  <a:ext uri="{FF2B5EF4-FFF2-40B4-BE49-F238E27FC236}">
                    <a16:creationId xmlns:a16="http://schemas.microsoft.com/office/drawing/2014/main" id="{90042DF5-A940-60D9-08C3-F23223ED37A4}"/>
                  </a:ext>
                </a:extLst>
              </p:cNvPr>
              <p:cNvSpPr/>
              <p:nvPr/>
            </p:nvSpPr>
            <p:spPr>
              <a:xfrm>
                <a:off x="4446074" y="1936907"/>
                <a:ext cx="99074" cy="15507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15507" extrusionOk="0">
                    <a:moveTo>
                      <a:pt x="93156" y="6"/>
                    </a:moveTo>
                    <a:lnTo>
                      <a:pt x="5341" y="4288"/>
                    </a:lnTo>
                    <a:cubicBezTo>
                      <a:pt x="2249" y="4424"/>
                      <a:pt x="-130" y="7074"/>
                      <a:pt x="6" y="10167"/>
                    </a:cubicBezTo>
                    <a:lnTo>
                      <a:pt x="6" y="10167"/>
                    </a:lnTo>
                    <a:cubicBezTo>
                      <a:pt x="142" y="13259"/>
                      <a:pt x="2792" y="15638"/>
                      <a:pt x="5885" y="15502"/>
                    </a:cubicBezTo>
                    <a:lnTo>
                      <a:pt x="93734" y="11220"/>
                    </a:lnTo>
                    <a:cubicBezTo>
                      <a:pt x="96826" y="11084"/>
                      <a:pt x="99205" y="8434"/>
                      <a:pt x="99069" y="5341"/>
                    </a:cubicBezTo>
                    <a:lnTo>
                      <a:pt x="99069" y="5341"/>
                    </a:lnTo>
                    <a:cubicBezTo>
                      <a:pt x="98899" y="2249"/>
                      <a:pt x="96283" y="-130"/>
                      <a:pt x="93190" y="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7" name="Google Shape;2030;p46">
                <a:extLst>
                  <a:ext uri="{FF2B5EF4-FFF2-40B4-BE49-F238E27FC236}">
                    <a16:creationId xmlns:a16="http://schemas.microsoft.com/office/drawing/2014/main" id="{C76CA364-72B2-A88F-720D-831F5720C190}"/>
                  </a:ext>
                </a:extLst>
              </p:cNvPr>
              <p:cNvSpPr/>
              <p:nvPr/>
            </p:nvSpPr>
            <p:spPr>
              <a:xfrm>
                <a:off x="4437315" y="1910952"/>
                <a:ext cx="97595" cy="27725"/>
              </a:xfrm>
              <a:custGeom>
                <a:avLst/>
                <a:gdLst/>
                <a:ahLst/>
                <a:cxnLst/>
                <a:rect l="l" t="t" r="r" b="b"/>
                <a:pathLst>
                  <a:path w="97595" h="27725" extrusionOk="0">
                    <a:moveTo>
                      <a:pt x="90939" y="99"/>
                    </a:moveTo>
                    <a:lnTo>
                      <a:pt x="4551" y="16582"/>
                    </a:lnTo>
                    <a:cubicBezTo>
                      <a:pt x="1526" y="17159"/>
                      <a:pt x="-479" y="20116"/>
                      <a:pt x="99" y="23175"/>
                    </a:cubicBezTo>
                    <a:lnTo>
                      <a:pt x="99" y="23175"/>
                    </a:lnTo>
                    <a:cubicBezTo>
                      <a:pt x="677" y="26199"/>
                      <a:pt x="3633" y="28204"/>
                      <a:pt x="6658" y="27626"/>
                    </a:cubicBezTo>
                    <a:lnTo>
                      <a:pt x="93012" y="11110"/>
                    </a:lnTo>
                    <a:cubicBezTo>
                      <a:pt x="96036" y="10532"/>
                      <a:pt x="98075" y="7576"/>
                      <a:pt x="97498" y="4551"/>
                    </a:cubicBezTo>
                    <a:lnTo>
                      <a:pt x="97498" y="4551"/>
                    </a:lnTo>
                    <a:cubicBezTo>
                      <a:pt x="96920" y="1526"/>
                      <a:pt x="93963" y="-478"/>
                      <a:pt x="90939" y="9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8" name="Google Shape;2031;p46">
                <a:extLst>
                  <a:ext uri="{FF2B5EF4-FFF2-40B4-BE49-F238E27FC236}">
                    <a16:creationId xmlns:a16="http://schemas.microsoft.com/office/drawing/2014/main" id="{77D6F154-57E6-7176-969C-15E177C2A566}"/>
                  </a:ext>
                </a:extLst>
              </p:cNvPr>
              <p:cNvSpPr/>
              <p:nvPr/>
            </p:nvSpPr>
            <p:spPr>
              <a:xfrm>
                <a:off x="4429531" y="1882948"/>
                <a:ext cx="90598" cy="49035"/>
              </a:xfrm>
              <a:custGeom>
                <a:avLst/>
                <a:gdLst/>
                <a:ahLst/>
                <a:cxnLst/>
                <a:rect l="l" t="t" r="r" b="b"/>
                <a:pathLst>
                  <a:path w="90598" h="49035" extrusionOk="0">
                    <a:moveTo>
                      <a:pt x="82580" y="542"/>
                    </a:moveTo>
                    <a:lnTo>
                      <a:pt x="3193" y="38366"/>
                    </a:lnTo>
                    <a:cubicBezTo>
                      <a:pt x="406" y="39692"/>
                      <a:pt x="-783" y="43056"/>
                      <a:pt x="542" y="45843"/>
                    </a:cubicBezTo>
                    <a:lnTo>
                      <a:pt x="542" y="45843"/>
                    </a:lnTo>
                    <a:cubicBezTo>
                      <a:pt x="1867" y="48630"/>
                      <a:pt x="5232" y="49819"/>
                      <a:pt x="8018" y="48494"/>
                    </a:cubicBezTo>
                    <a:lnTo>
                      <a:pt x="87405" y="10669"/>
                    </a:lnTo>
                    <a:cubicBezTo>
                      <a:pt x="90192" y="9344"/>
                      <a:pt x="91382" y="5980"/>
                      <a:pt x="90056" y="3193"/>
                    </a:cubicBezTo>
                    <a:lnTo>
                      <a:pt x="90056" y="3193"/>
                    </a:lnTo>
                    <a:cubicBezTo>
                      <a:pt x="88731" y="406"/>
                      <a:pt x="85332" y="-783"/>
                      <a:pt x="82546" y="5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9" name="Google Shape;2032;p46">
                <a:extLst>
                  <a:ext uri="{FF2B5EF4-FFF2-40B4-BE49-F238E27FC236}">
                    <a16:creationId xmlns:a16="http://schemas.microsoft.com/office/drawing/2014/main" id="{4DB97166-73E8-F8CD-EAA3-A431C3328F87}"/>
                  </a:ext>
                </a:extLst>
              </p:cNvPr>
              <p:cNvSpPr/>
              <p:nvPr/>
            </p:nvSpPr>
            <p:spPr>
              <a:xfrm>
                <a:off x="4422838" y="1855265"/>
                <a:ext cx="71972" cy="74814"/>
              </a:xfrm>
              <a:custGeom>
                <a:avLst/>
                <a:gdLst/>
                <a:ahLst/>
                <a:cxnLst/>
                <a:rect l="l" t="t" r="r" b="b"/>
                <a:pathLst>
                  <a:path w="71972" h="74814" extrusionOk="0">
                    <a:moveTo>
                      <a:pt x="62324" y="1718"/>
                    </a:moveTo>
                    <a:lnTo>
                      <a:pt x="1560" y="65302"/>
                    </a:lnTo>
                    <a:cubicBezTo>
                      <a:pt x="-581" y="67545"/>
                      <a:pt x="-513" y="71113"/>
                      <a:pt x="1730" y="73254"/>
                    </a:cubicBezTo>
                    <a:lnTo>
                      <a:pt x="1730" y="73254"/>
                    </a:lnTo>
                    <a:cubicBezTo>
                      <a:pt x="3973" y="75395"/>
                      <a:pt x="7541" y="75327"/>
                      <a:pt x="9682" y="73085"/>
                    </a:cubicBezTo>
                    <a:lnTo>
                      <a:pt x="70412" y="9500"/>
                    </a:lnTo>
                    <a:cubicBezTo>
                      <a:pt x="72553" y="7257"/>
                      <a:pt x="72485" y="3689"/>
                      <a:pt x="70242" y="1548"/>
                    </a:cubicBezTo>
                    <a:lnTo>
                      <a:pt x="70242" y="1548"/>
                    </a:lnTo>
                    <a:cubicBezTo>
                      <a:pt x="67999" y="-593"/>
                      <a:pt x="64431" y="-491"/>
                      <a:pt x="62324" y="17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0" name="Google Shape;2033;p46">
                <a:extLst>
                  <a:ext uri="{FF2B5EF4-FFF2-40B4-BE49-F238E27FC236}">
                    <a16:creationId xmlns:a16="http://schemas.microsoft.com/office/drawing/2014/main" id="{5706DFF8-E06E-21D6-E103-A934CD11971D}"/>
                  </a:ext>
                </a:extLst>
              </p:cNvPr>
              <p:cNvSpPr/>
              <p:nvPr/>
            </p:nvSpPr>
            <p:spPr>
              <a:xfrm>
                <a:off x="4416185" y="1835374"/>
                <a:ext cx="45386" cy="92221"/>
              </a:xfrm>
              <a:custGeom>
                <a:avLst/>
                <a:gdLst/>
                <a:ahLst/>
                <a:cxnLst/>
                <a:rect l="l" t="t" r="r" b="b"/>
                <a:pathLst>
                  <a:path w="45386" h="92221" extrusionOk="0">
                    <a:moveTo>
                      <a:pt x="34619" y="3427"/>
                    </a:moveTo>
                    <a:lnTo>
                      <a:pt x="431" y="84445"/>
                    </a:lnTo>
                    <a:cubicBezTo>
                      <a:pt x="-758" y="87299"/>
                      <a:pt x="601" y="90596"/>
                      <a:pt x="3422" y="91785"/>
                    </a:cubicBezTo>
                    <a:lnTo>
                      <a:pt x="3422" y="91785"/>
                    </a:lnTo>
                    <a:cubicBezTo>
                      <a:pt x="6277" y="92975"/>
                      <a:pt x="9573" y="91649"/>
                      <a:pt x="10762" y="88795"/>
                    </a:cubicBezTo>
                    <a:lnTo>
                      <a:pt x="44951" y="7777"/>
                    </a:lnTo>
                    <a:cubicBezTo>
                      <a:pt x="46140" y="4956"/>
                      <a:pt x="44815" y="1625"/>
                      <a:pt x="41960" y="436"/>
                    </a:cubicBezTo>
                    <a:lnTo>
                      <a:pt x="41960" y="436"/>
                    </a:lnTo>
                    <a:cubicBezTo>
                      <a:pt x="39105" y="-753"/>
                      <a:pt x="35809" y="572"/>
                      <a:pt x="34585" y="342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1" name="Google Shape;2034;p46">
                <a:extLst>
                  <a:ext uri="{FF2B5EF4-FFF2-40B4-BE49-F238E27FC236}">
                    <a16:creationId xmlns:a16="http://schemas.microsoft.com/office/drawing/2014/main" id="{63DF097B-B900-0D28-BAA6-1169ACD77134}"/>
                  </a:ext>
                </a:extLst>
              </p:cNvPr>
              <p:cNvSpPr/>
              <p:nvPr/>
            </p:nvSpPr>
            <p:spPr>
              <a:xfrm>
                <a:off x="4407685" y="1824165"/>
                <a:ext cx="19556" cy="98768"/>
              </a:xfrm>
              <a:custGeom>
                <a:avLst/>
                <a:gdLst/>
                <a:ahLst/>
                <a:cxnLst/>
                <a:rect l="l" t="t" r="r" b="b"/>
                <a:pathLst>
                  <a:path w="19556" h="98768" extrusionOk="0">
                    <a:moveTo>
                      <a:pt x="8354" y="5086"/>
                    </a:moveTo>
                    <a:lnTo>
                      <a:pt x="28" y="92629"/>
                    </a:lnTo>
                    <a:cubicBezTo>
                      <a:pt x="-279" y="95722"/>
                      <a:pt x="1999" y="98440"/>
                      <a:pt x="5091" y="98746"/>
                    </a:cubicBezTo>
                    <a:lnTo>
                      <a:pt x="5091" y="98746"/>
                    </a:lnTo>
                    <a:cubicBezTo>
                      <a:pt x="8149" y="99018"/>
                      <a:pt x="10902" y="96775"/>
                      <a:pt x="11208" y="93683"/>
                    </a:cubicBezTo>
                    <a:lnTo>
                      <a:pt x="19534" y="6140"/>
                    </a:lnTo>
                    <a:cubicBezTo>
                      <a:pt x="19806" y="3047"/>
                      <a:pt x="17563" y="294"/>
                      <a:pt x="14471" y="22"/>
                    </a:cubicBezTo>
                    <a:lnTo>
                      <a:pt x="14471" y="22"/>
                    </a:lnTo>
                    <a:cubicBezTo>
                      <a:pt x="11378" y="-250"/>
                      <a:pt x="8625" y="1993"/>
                      <a:pt x="8320" y="50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2" name="Google Shape;2035;p46">
                <a:extLst>
                  <a:ext uri="{FF2B5EF4-FFF2-40B4-BE49-F238E27FC236}">
                    <a16:creationId xmlns:a16="http://schemas.microsoft.com/office/drawing/2014/main" id="{768D9768-0B64-BBC5-7198-2A956F41730E}"/>
                  </a:ext>
                </a:extLst>
              </p:cNvPr>
              <p:cNvSpPr/>
              <p:nvPr/>
            </p:nvSpPr>
            <p:spPr>
              <a:xfrm>
                <a:off x="4380117" y="1825037"/>
                <a:ext cx="11486" cy="99165"/>
              </a:xfrm>
              <a:custGeom>
                <a:avLst/>
                <a:gdLst/>
                <a:ahLst/>
                <a:cxnLst/>
                <a:rect l="l" t="t" r="r" b="b"/>
                <a:pathLst>
                  <a:path w="11486" h="99165" extrusionOk="0">
                    <a:moveTo>
                      <a:pt x="238" y="5607"/>
                    </a:moveTo>
                    <a:lnTo>
                      <a:pt x="0" y="93524"/>
                    </a:lnTo>
                    <a:cubicBezTo>
                      <a:pt x="0" y="96617"/>
                      <a:pt x="2515" y="99166"/>
                      <a:pt x="5607" y="99166"/>
                    </a:cubicBezTo>
                    <a:lnTo>
                      <a:pt x="5607" y="99166"/>
                    </a:lnTo>
                    <a:cubicBezTo>
                      <a:pt x="8700" y="99166"/>
                      <a:pt x="11249" y="96651"/>
                      <a:pt x="11249" y="93558"/>
                    </a:cubicBezTo>
                    <a:lnTo>
                      <a:pt x="11486" y="5641"/>
                    </a:lnTo>
                    <a:cubicBezTo>
                      <a:pt x="11486" y="2549"/>
                      <a:pt x="8971" y="34"/>
                      <a:pt x="5879" y="0"/>
                    </a:cubicBezTo>
                    <a:lnTo>
                      <a:pt x="5879" y="0"/>
                    </a:lnTo>
                    <a:cubicBezTo>
                      <a:pt x="2787" y="0"/>
                      <a:pt x="272" y="2515"/>
                      <a:pt x="238" y="56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15" name="Google Shape;2036;p46">
              <a:extLst>
                <a:ext uri="{FF2B5EF4-FFF2-40B4-BE49-F238E27FC236}">
                  <a16:creationId xmlns:a16="http://schemas.microsoft.com/office/drawing/2014/main" id="{94C53B18-EFE4-25DE-2DC4-E477FE0DC7AC}"/>
                </a:ext>
              </a:extLst>
            </p:cNvPr>
            <p:cNvSpPr/>
            <p:nvPr/>
          </p:nvSpPr>
          <p:spPr>
            <a:xfrm>
              <a:off x="5448213" y="4417343"/>
              <a:ext cx="350418" cy="718149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6" name="Google Shape;2037;p46">
              <a:extLst>
                <a:ext uri="{FF2B5EF4-FFF2-40B4-BE49-F238E27FC236}">
                  <a16:creationId xmlns:a16="http://schemas.microsoft.com/office/drawing/2014/main" id="{57C549E3-809D-C90F-E2D7-7F93AC0CD65B}"/>
                </a:ext>
              </a:extLst>
            </p:cNvPr>
            <p:cNvSpPr/>
            <p:nvPr/>
          </p:nvSpPr>
          <p:spPr>
            <a:xfrm>
              <a:off x="6704083" y="4417343"/>
              <a:ext cx="350418" cy="718149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7" name="Google Shape;2038;p46">
              <a:extLst>
                <a:ext uri="{FF2B5EF4-FFF2-40B4-BE49-F238E27FC236}">
                  <a16:creationId xmlns:a16="http://schemas.microsoft.com/office/drawing/2014/main" id="{248E22BA-71A2-B7C9-A149-98717CB3D608}"/>
                </a:ext>
              </a:extLst>
            </p:cNvPr>
            <p:cNvSpPr/>
            <p:nvPr/>
          </p:nvSpPr>
          <p:spPr>
            <a:xfrm>
              <a:off x="6076185" y="4422877"/>
              <a:ext cx="350418" cy="718149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18" name="Google Shape;2039;p46">
              <a:extLst>
                <a:ext uri="{FF2B5EF4-FFF2-40B4-BE49-F238E27FC236}">
                  <a16:creationId xmlns:a16="http://schemas.microsoft.com/office/drawing/2014/main" id="{19A723C3-2D82-D128-A1A5-B9F26EC97453}"/>
                </a:ext>
              </a:extLst>
            </p:cNvPr>
            <p:cNvGrpSpPr/>
            <p:nvPr/>
          </p:nvGrpSpPr>
          <p:grpSpPr>
            <a:xfrm>
              <a:off x="5601356" y="3785583"/>
              <a:ext cx="1300432" cy="330190"/>
              <a:chOff x="2195175" y="2564277"/>
              <a:chExt cx="575181" cy="148034"/>
            </a:xfrm>
          </p:grpSpPr>
          <p:sp>
            <p:nvSpPr>
              <p:cNvPr id="1662" name="Google Shape;2040;p46">
                <a:extLst>
                  <a:ext uri="{FF2B5EF4-FFF2-40B4-BE49-F238E27FC236}">
                    <a16:creationId xmlns:a16="http://schemas.microsoft.com/office/drawing/2014/main" id="{B4220B8B-610A-71BB-F1D3-EC0C99BCE695}"/>
                  </a:ext>
                </a:extLst>
              </p:cNvPr>
              <p:cNvSpPr/>
              <p:nvPr/>
            </p:nvSpPr>
            <p:spPr>
              <a:xfrm>
                <a:off x="2692873" y="2596358"/>
                <a:ext cx="63822" cy="79828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79828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79829"/>
                    </a:lnTo>
                    <a:lnTo>
                      <a:pt x="0" y="7982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3" name="Google Shape;2041;p46">
                <a:extLst>
                  <a:ext uri="{FF2B5EF4-FFF2-40B4-BE49-F238E27FC236}">
                    <a16:creationId xmlns:a16="http://schemas.microsoft.com/office/drawing/2014/main" id="{E6A778FB-5BAC-6F09-342D-E5746B51734E}"/>
                  </a:ext>
                </a:extLst>
              </p:cNvPr>
              <p:cNvSpPr/>
              <p:nvPr/>
            </p:nvSpPr>
            <p:spPr>
              <a:xfrm>
                <a:off x="2692873" y="2606622"/>
                <a:ext cx="63822" cy="11384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11384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11385"/>
                    </a:lnTo>
                    <a:lnTo>
                      <a:pt x="0" y="11385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4" name="Google Shape;2042;p46">
                <a:extLst>
                  <a:ext uri="{FF2B5EF4-FFF2-40B4-BE49-F238E27FC236}">
                    <a16:creationId xmlns:a16="http://schemas.microsoft.com/office/drawing/2014/main" id="{67F41D61-6B5A-D7CD-45B6-CAB48139EEBD}"/>
                  </a:ext>
                </a:extLst>
              </p:cNvPr>
              <p:cNvSpPr/>
              <p:nvPr/>
            </p:nvSpPr>
            <p:spPr>
              <a:xfrm>
                <a:off x="2744731" y="2566146"/>
                <a:ext cx="25624" cy="143107"/>
              </a:xfrm>
              <a:custGeom>
                <a:avLst/>
                <a:gdLst/>
                <a:ahLst/>
                <a:cxnLst/>
                <a:rect l="l" t="t" r="r" b="b"/>
                <a:pathLst>
                  <a:path w="25624" h="143107" extrusionOk="0">
                    <a:moveTo>
                      <a:pt x="25624" y="0"/>
                    </a:moveTo>
                    <a:lnTo>
                      <a:pt x="12812" y="0"/>
                    </a:lnTo>
                    <a:cubicBezTo>
                      <a:pt x="5777" y="0"/>
                      <a:pt x="0" y="5777"/>
                      <a:pt x="0" y="12812"/>
                    </a:cubicBezTo>
                    <a:lnTo>
                      <a:pt x="0" y="130295"/>
                    </a:lnTo>
                    <a:cubicBezTo>
                      <a:pt x="0" y="137330"/>
                      <a:pt x="5777" y="143107"/>
                      <a:pt x="12812" y="143107"/>
                    </a:cubicBezTo>
                    <a:lnTo>
                      <a:pt x="25624" y="143107"/>
                    </a:lnTo>
                    <a:lnTo>
                      <a:pt x="2562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5" name="Google Shape;2043;p46">
                <a:extLst>
                  <a:ext uri="{FF2B5EF4-FFF2-40B4-BE49-F238E27FC236}">
                    <a16:creationId xmlns:a16="http://schemas.microsoft.com/office/drawing/2014/main" id="{1742CB3D-ADE5-7CD8-F0F4-FDF015CB4009}"/>
                  </a:ext>
                </a:extLst>
              </p:cNvPr>
              <p:cNvSpPr/>
              <p:nvPr/>
            </p:nvSpPr>
            <p:spPr>
              <a:xfrm>
                <a:off x="2744731" y="2632280"/>
                <a:ext cx="25624" cy="76974"/>
              </a:xfrm>
              <a:custGeom>
                <a:avLst/>
                <a:gdLst/>
                <a:ahLst/>
                <a:cxnLst/>
                <a:rect l="l" t="t" r="r" b="b"/>
                <a:pathLst>
                  <a:path w="25624" h="76974" extrusionOk="0">
                    <a:moveTo>
                      <a:pt x="0" y="0"/>
                    </a:moveTo>
                    <a:lnTo>
                      <a:pt x="0" y="64162"/>
                    </a:lnTo>
                    <a:cubicBezTo>
                      <a:pt x="0" y="71197"/>
                      <a:pt x="5777" y="76974"/>
                      <a:pt x="12812" y="76974"/>
                    </a:cubicBezTo>
                    <a:lnTo>
                      <a:pt x="25624" y="76974"/>
                    </a:lnTo>
                    <a:lnTo>
                      <a:pt x="25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6" name="Google Shape;2044;p46">
                <a:extLst>
                  <a:ext uri="{FF2B5EF4-FFF2-40B4-BE49-F238E27FC236}">
                    <a16:creationId xmlns:a16="http://schemas.microsoft.com/office/drawing/2014/main" id="{786567A7-E790-D47A-470A-6DA103410A7E}"/>
                  </a:ext>
                </a:extLst>
              </p:cNvPr>
              <p:cNvSpPr/>
              <p:nvPr/>
            </p:nvSpPr>
            <p:spPr>
              <a:xfrm>
                <a:off x="2272625" y="2564277"/>
                <a:ext cx="423680" cy="148034"/>
              </a:xfrm>
              <a:custGeom>
                <a:avLst/>
                <a:gdLst/>
                <a:ahLst/>
                <a:cxnLst/>
                <a:rect l="l" t="t" r="r" b="b"/>
                <a:pathLst>
                  <a:path w="423680" h="148034" extrusionOk="0">
                    <a:moveTo>
                      <a:pt x="14341" y="0"/>
                    </a:moveTo>
                    <a:lnTo>
                      <a:pt x="409339" y="0"/>
                    </a:lnTo>
                    <a:cubicBezTo>
                      <a:pt x="417257" y="0"/>
                      <a:pt x="423680" y="6661"/>
                      <a:pt x="423680" y="14783"/>
                    </a:cubicBezTo>
                    <a:lnTo>
                      <a:pt x="423680" y="133252"/>
                    </a:lnTo>
                    <a:cubicBezTo>
                      <a:pt x="423680" y="141408"/>
                      <a:pt x="417257" y="148035"/>
                      <a:pt x="409339" y="148035"/>
                    </a:cubicBezTo>
                    <a:lnTo>
                      <a:pt x="14341" y="148035"/>
                    </a:lnTo>
                    <a:cubicBezTo>
                      <a:pt x="6457" y="148035"/>
                      <a:pt x="0" y="141374"/>
                      <a:pt x="0" y="133252"/>
                    </a:cubicBezTo>
                    <a:lnTo>
                      <a:pt x="0" y="14783"/>
                    </a:lnTo>
                    <a:cubicBezTo>
                      <a:pt x="0" y="6661"/>
                      <a:pt x="6457" y="0"/>
                      <a:pt x="143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7" name="Google Shape;2045;p46">
                <a:extLst>
                  <a:ext uri="{FF2B5EF4-FFF2-40B4-BE49-F238E27FC236}">
                    <a16:creationId xmlns:a16="http://schemas.microsoft.com/office/drawing/2014/main" id="{A60C5180-7B56-5FCA-12A5-871012A861BC}"/>
                  </a:ext>
                </a:extLst>
              </p:cNvPr>
              <p:cNvSpPr/>
              <p:nvPr/>
            </p:nvSpPr>
            <p:spPr>
              <a:xfrm>
                <a:off x="2285267" y="2573283"/>
                <a:ext cx="397954" cy="130295"/>
              </a:xfrm>
              <a:custGeom>
                <a:avLst/>
                <a:gdLst/>
                <a:ahLst/>
                <a:cxnLst/>
                <a:rect l="l" t="t" r="r" b="b"/>
                <a:pathLst>
                  <a:path w="397954" h="130295" extrusionOk="0">
                    <a:moveTo>
                      <a:pt x="12608" y="0"/>
                    </a:moveTo>
                    <a:lnTo>
                      <a:pt x="385312" y="0"/>
                    </a:lnTo>
                    <a:cubicBezTo>
                      <a:pt x="392245" y="0"/>
                      <a:pt x="397954" y="5845"/>
                      <a:pt x="397954" y="13016"/>
                    </a:cubicBezTo>
                    <a:lnTo>
                      <a:pt x="397954" y="117279"/>
                    </a:lnTo>
                    <a:cubicBezTo>
                      <a:pt x="397954" y="124416"/>
                      <a:pt x="392245" y="130295"/>
                      <a:pt x="385312" y="130295"/>
                    </a:cubicBezTo>
                    <a:lnTo>
                      <a:pt x="12608" y="130295"/>
                    </a:lnTo>
                    <a:cubicBezTo>
                      <a:pt x="5675" y="130295"/>
                      <a:pt x="0" y="124416"/>
                      <a:pt x="0" y="117279"/>
                    </a:cubicBezTo>
                    <a:lnTo>
                      <a:pt x="0" y="13016"/>
                    </a:lnTo>
                    <a:cubicBezTo>
                      <a:pt x="0" y="5845"/>
                      <a:pt x="5675" y="0"/>
                      <a:pt x="12608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68" name="Google Shape;2046;p46">
                <a:extLst>
                  <a:ext uri="{FF2B5EF4-FFF2-40B4-BE49-F238E27FC236}">
                    <a16:creationId xmlns:a16="http://schemas.microsoft.com/office/drawing/2014/main" id="{F144D36E-6AA1-8703-2B0B-A35F5081FD5B}"/>
                  </a:ext>
                </a:extLst>
              </p:cNvPr>
              <p:cNvGrpSpPr/>
              <p:nvPr/>
            </p:nvGrpSpPr>
            <p:grpSpPr>
              <a:xfrm>
                <a:off x="2445264" y="2583716"/>
                <a:ext cx="207540" cy="106166"/>
                <a:chOff x="2445264" y="2583716"/>
                <a:chExt cx="207540" cy="106166"/>
              </a:xfrm>
            </p:grpSpPr>
            <p:sp>
              <p:nvSpPr>
                <p:cNvPr id="1675" name="Google Shape;2047;p46">
                  <a:extLst>
                    <a:ext uri="{FF2B5EF4-FFF2-40B4-BE49-F238E27FC236}">
                      <a16:creationId xmlns:a16="http://schemas.microsoft.com/office/drawing/2014/main" id="{E397E446-7BC0-991A-F143-57DE175A6463}"/>
                    </a:ext>
                  </a:extLst>
                </p:cNvPr>
                <p:cNvSpPr/>
                <p:nvPr/>
              </p:nvSpPr>
              <p:spPr>
                <a:xfrm>
                  <a:off x="2445264" y="2628813"/>
                  <a:ext cx="53694" cy="2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694" h="20900" extrusionOk="0">
                      <a:moveTo>
                        <a:pt x="0" y="0"/>
                      </a:moveTo>
                      <a:lnTo>
                        <a:pt x="53695" y="0"/>
                      </a:lnTo>
                      <a:lnTo>
                        <a:pt x="53695" y="20900"/>
                      </a:lnTo>
                      <a:lnTo>
                        <a:pt x="0" y="2090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6" name="Google Shape;2048;p46">
                  <a:extLst>
                    <a:ext uri="{FF2B5EF4-FFF2-40B4-BE49-F238E27FC236}">
                      <a16:creationId xmlns:a16="http://schemas.microsoft.com/office/drawing/2014/main" id="{16B2FEE7-E762-63B7-C72A-FFEA7A001DFB}"/>
                    </a:ext>
                  </a:extLst>
                </p:cNvPr>
                <p:cNvSpPr/>
                <p:nvPr/>
              </p:nvSpPr>
              <p:spPr>
                <a:xfrm>
                  <a:off x="2599110" y="2627216"/>
                  <a:ext cx="53694" cy="2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694" h="20900" extrusionOk="0">
                      <a:moveTo>
                        <a:pt x="0" y="0"/>
                      </a:moveTo>
                      <a:lnTo>
                        <a:pt x="53695" y="0"/>
                      </a:lnTo>
                      <a:lnTo>
                        <a:pt x="53695" y="20900"/>
                      </a:lnTo>
                      <a:lnTo>
                        <a:pt x="0" y="2090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7" name="Google Shape;2049;p46">
                  <a:extLst>
                    <a:ext uri="{FF2B5EF4-FFF2-40B4-BE49-F238E27FC236}">
                      <a16:creationId xmlns:a16="http://schemas.microsoft.com/office/drawing/2014/main" id="{08E4D8DD-5178-AA88-FE13-2AFD47B4EE34}"/>
                    </a:ext>
                  </a:extLst>
                </p:cNvPr>
                <p:cNvSpPr/>
                <p:nvPr/>
              </p:nvSpPr>
              <p:spPr>
                <a:xfrm>
                  <a:off x="2494643" y="2583716"/>
                  <a:ext cx="106166" cy="106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166" h="106166" extrusionOk="0">
                      <a:moveTo>
                        <a:pt x="53083" y="106166"/>
                      </a:moveTo>
                      <a:cubicBezTo>
                        <a:pt x="82309" y="106166"/>
                        <a:pt x="106166" y="82309"/>
                        <a:pt x="106166" y="53083"/>
                      </a:cubicBezTo>
                      <a:cubicBezTo>
                        <a:pt x="106166" y="23857"/>
                        <a:pt x="82309" y="0"/>
                        <a:pt x="53083" y="0"/>
                      </a:cubicBezTo>
                      <a:cubicBezTo>
                        <a:pt x="23857" y="0"/>
                        <a:pt x="0" y="23857"/>
                        <a:pt x="0" y="53083"/>
                      </a:cubicBezTo>
                      <a:cubicBezTo>
                        <a:pt x="0" y="82309"/>
                        <a:pt x="23823" y="106166"/>
                        <a:pt x="53083" y="10616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8" name="Google Shape;2050;p46">
                  <a:extLst>
                    <a:ext uri="{FF2B5EF4-FFF2-40B4-BE49-F238E27FC236}">
                      <a16:creationId xmlns:a16="http://schemas.microsoft.com/office/drawing/2014/main" id="{F446AC7E-F471-4DC2-FCE7-BBC0BA2F7B97}"/>
                    </a:ext>
                  </a:extLst>
                </p:cNvPr>
                <p:cNvSpPr/>
                <p:nvPr/>
              </p:nvSpPr>
              <p:spPr>
                <a:xfrm>
                  <a:off x="2503037" y="2592110"/>
                  <a:ext cx="89378" cy="89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78" h="89378" extrusionOk="0">
                      <a:moveTo>
                        <a:pt x="44689" y="89378"/>
                      </a:moveTo>
                      <a:cubicBezTo>
                        <a:pt x="69328" y="89378"/>
                        <a:pt x="89378" y="69294"/>
                        <a:pt x="89378" y="44689"/>
                      </a:cubicBezTo>
                      <a:cubicBezTo>
                        <a:pt x="89378" y="20085"/>
                        <a:pt x="69294" y="0"/>
                        <a:pt x="44689" y="0"/>
                      </a:cubicBezTo>
                      <a:cubicBezTo>
                        <a:pt x="20085" y="0"/>
                        <a:pt x="0" y="20085"/>
                        <a:pt x="0" y="44689"/>
                      </a:cubicBezTo>
                      <a:cubicBezTo>
                        <a:pt x="0" y="69294"/>
                        <a:pt x="20085" y="89378"/>
                        <a:pt x="44689" y="8937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9" name="Google Shape;2051;p46">
                  <a:extLst>
                    <a:ext uri="{FF2B5EF4-FFF2-40B4-BE49-F238E27FC236}">
                      <a16:creationId xmlns:a16="http://schemas.microsoft.com/office/drawing/2014/main" id="{FDFFD057-D3A4-4F63-C1CC-65AACF358E54}"/>
                    </a:ext>
                  </a:extLst>
                </p:cNvPr>
                <p:cNvSpPr/>
                <p:nvPr/>
              </p:nvSpPr>
              <p:spPr>
                <a:xfrm>
                  <a:off x="2503037" y="2592110"/>
                  <a:ext cx="89378" cy="46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78" h="46388" extrusionOk="0">
                      <a:moveTo>
                        <a:pt x="44689" y="0"/>
                      </a:moveTo>
                      <a:cubicBezTo>
                        <a:pt x="69362" y="0"/>
                        <a:pt x="89378" y="20017"/>
                        <a:pt x="89378" y="44689"/>
                      </a:cubicBezTo>
                      <a:cubicBezTo>
                        <a:pt x="89378" y="45267"/>
                        <a:pt x="89378" y="45811"/>
                        <a:pt x="89310" y="46388"/>
                      </a:cubicBezTo>
                      <a:lnTo>
                        <a:pt x="34" y="46388"/>
                      </a:lnTo>
                      <a:cubicBezTo>
                        <a:pt x="34" y="45811"/>
                        <a:pt x="0" y="45267"/>
                        <a:pt x="0" y="44689"/>
                      </a:cubicBezTo>
                      <a:cubicBezTo>
                        <a:pt x="0" y="20017"/>
                        <a:pt x="20017" y="0"/>
                        <a:pt x="44689" y="0"/>
                      </a:cubicBezTo>
                      <a:close/>
                    </a:path>
                  </a:pathLst>
                </a:custGeom>
                <a:solidFill>
                  <a:srgbClr val="74D9E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0" name="Google Shape;2052;p46">
                  <a:extLst>
                    <a:ext uri="{FF2B5EF4-FFF2-40B4-BE49-F238E27FC236}">
                      <a16:creationId xmlns:a16="http://schemas.microsoft.com/office/drawing/2014/main" id="{9E8B16B1-2FCE-4584-60EC-57B616E77684}"/>
                    </a:ext>
                  </a:extLst>
                </p:cNvPr>
                <p:cNvSpPr/>
                <p:nvPr/>
              </p:nvSpPr>
              <p:spPr>
                <a:xfrm>
                  <a:off x="2546877" y="2599961"/>
                  <a:ext cx="46223" cy="3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223" h="37994" extrusionOk="0">
                      <a:moveTo>
                        <a:pt x="42004" y="18318"/>
                      </a:moveTo>
                      <a:cubicBezTo>
                        <a:pt x="44961" y="24673"/>
                        <a:pt x="46320" y="31401"/>
                        <a:pt x="46218" y="37994"/>
                      </a:cubicBezTo>
                      <a:lnTo>
                        <a:pt x="0" y="37994"/>
                      </a:lnTo>
                      <a:lnTo>
                        <a:pt x="26168" y="0"/>
                      </a:lnTo>
                      <a:cubicBezTo>
                        <a:pt x="32829" y="4384"/>
                        <a:pt x="38368" y="10603"/>
                        <a:pt x="42004" y="183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1" name="Google Shape;2053;p46">
                  <a:extLst>
                    <a:ext uri="{FF2B5EF4-FFF2-40B4-BE49-F238E27FC236}">
                      <a16:creationId xmlns:a16="http://schemas.microsoft.com/office/drawing/2014/main" id="{B2DC9EF4-DF03-53A4-83D5-C089FC425ECA}"/>
                    </a:ext>
                  </a:extLst>
                </p:cNvPr>
                <p:cNvSpPr/>
                <p:nvPr/>
              </p:nvSpPr>
              <p:spPr>
                <a:xfrm>
                  <a:off x="2527812" y="2592375"/>
                  <a:ext cx="42887" cy="463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87" h="46361" extrusionOk="0">
                      <a:moveTo>
                        <a:pt x="23687" y="143"/>
                      </a:moveTo>
                      <a:cubicBezTo>
                        <a:pt x="30722" y="687"/>
                        <a:pt x="37212" y="2828"/>
                        <a:pt x="42888" y="6193"/>
                      </a:cubicBezTo>
                      <a:lnTo>
                        <a:pt x="20085" y="46362"/>
                      </a:lnTo>
                      <a:lnTo>
                        <a:pt x="0" y="4833"/>
                      </a:lnTo>
                      <a:cubicBezTo>
                        <a:pt x="7069" y="1231"/>
                        <a:pt x="15225" y="-536"/>
                        <a:pt x="23721" y="14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2" name="Google Shape;2054;p46">
                  <a:extLst>
                    <a:ext uri="{FF2B5EF4-FFF2-40B4-BE49-F238E27FC236}">
                      <a16:creationId xmlns:a16="http://schemas.microsoft.com/office/drawing/2014/main" id="{FCC8D0A3-CE33-EAE9-73D1-0AB017F6FE3E}"/>
                    </a:ext>
                  </a:extLst>
                </p:cNvPr>
                <p:cNvSpPr/>
                <p:nvPr/>
              </p:nvSpPr>
              <p:spPr>
                <a:xfrm>
                  <a:off x="2503770" y="2600402"/>
                  <a:ext cx="46199" cy="38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99" h="38572" extrusionOk="0">
                      <a:moveTo>
                        <a:pt x="5554" y="15021"/>
                      </a:moveTo>
                      <a:cubicBezTo>
                        <a:pt x="8953" y="8836"/>
                        <a:pt x="13540" y="3806"/>
                        <a:pt x="18944" y="0"/>
                      </a:cubicBezTo>
                      <a:lnTo>
                        <a:pt x="46199" y="37349"/>
                      </a:lnTo>
                      <a:lnTo>
                        <a:pt x="49" y="38572"/>
                      </a:lnTo>
                      <a:cubicBezTo>
                        <a:pt x="-325" y="30620"/>
                        <a:pt x="1442" y="22497"/>
                        <a:pt x="5520" y="1502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83" name="Google Shape;2055;p46">
                  <a:extLst>
                    <a:ext uri="{FF2B5EF4-FFF2-40B4-BE49-F238E27FC236}">
                      <a16:creationId xmlns:a16="http://schemas.microsoft.com/office/drawing/2014/main" id="{90CE6F7A-3B72-6D2D-044C-C33E251900F6}"/>
                    </a:ext>
                  </a:extLst>
                </p:cNvPr>
                <p:cNvGrpSpPr/>
                <p:nvPr/>
              </p:nvGrpSpPr>
              <p:grpSpPr>
                <a:xfrm>
                  <a:off x="2527089" y="2609748"/>
                  <a:ext cx="30439" cy="37610"/>
                  <a:chOff x="4840276" y="2840598"/>
                  <a:chExt cx="30439" cy="37610"/>
                </a:xfrm>
              </p:grpSpPr>
              <p:sp>
                <p:nvSpPr>
                  <p:cNvPr id="1684" name="Google Shape;2056;p46">
                    <a:extLst>
                      <a:ext uri="{FF2B5EF4-FFF2-40B4-BE49-F238E27FC236}">
                        <a16:creationId xmlns:a16="http://schemas.microsoft.com/office/drawing/2014/main" id="{CAD881EC-D030-7C8F-0BF3-2873176A0643}"/>
                      </a:ext>
                    </a:extLst>
                  </p:cNvPr>
                  <p:cNvSpPr/>
                  <p:nvPr/>
                </p:nvSpPr>
                <p:spPr>
                  <a:xfrm>
                    <a:off x="4850500" y="2857984"/>
                    <a:ext cx="20215" cy="202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15" h="20224" extrusionOk="0">
                        <a:moveTo>
                          <a:pt x="8171" y="184"/>
                        </a:moveTo>
                        <a:cubicBezTo>
                          <a:pt x="13642" y="-869"/>
                          <a:pt x="18978" y="2699"/>
                          <a:pt x="20031" y="8171"/>
                        </a:cubicBezTo>
                        <a:cubicBezTo>
                          <a:pt x="21085" y="13642"/>
                          <a:pt x="17516" y="18944"/>
                          <a:pt x="12045" y="20031"/>
                        </a:cubicBezTo>
                        <a:cubicBezTo>
                          <a:pt x="6573" y="21119"/>
                          <a:pt x="1238" y="17516"/>
                          <a:pt x="184" y="12045"/>
                        </a:cubicBezTo>
                        <a:cubicBezTo>
                          <a:pt x="-869" y="6573"/>
                          <a:pt x="2699" y="1238"/>
                          <a:pt x="8171" y="18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685" name="Google Shape;2057;p46">
                    <a:extLst>
                      <a:ext uri="{FF2B5EF4-FFF2-40B4-BE49-F238E27FC236}">
                        <a16:creationId xmlns:a16="http://schemas.microsoft.com/office/drawing/2014/main" id="{96497306-1BDB-EB15-3639-4D2767EFA836}"/>
                      </a:ext>
                    </a:extLst>
                  </p:cNvPr>
                  <p:cNvSpPr/>
                  <p:nvPr/>
                </p:nvSpPr>
                <p:spPr>
                  <a:xfrm>
                    <a:off x="4840276" y="2840598"/>
                    <a:ext cx="20501" cy="256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1" h="25692" extrusionOk="0">
                        <a:moveTo>
                          <a:pt x="14351" y="25692"/>
                        </a:moveTo>
                        <a:lnTo>
                          <a:pt x="20502" y="21410"/>
                        </a:lnTo>
                        <a:lnTo>
                          <a:pt x="6806" y="1597"/>
                        </a:lnTo>
                        <a:cubicBezTo>
                          <a:pt x="5651" y="-68"/>
                          <a:pt x="3306" y="-510"/>
                          <a:pt x="1606" y="646"/>
                        </a:cubicBezTo>
                        <a:lnTo>
                          <a:pt x="1606" y="646"/>
                        </a:lnTo>
                        <a:cubicBezTo>
                          <a:pt x="-93" y="1835"/>
                          <a:pt x="-501" y="4180"/>
                          <a:pt x="655" y="5845"/>
                        </a:cubicBezTo>
                        <a:lnTo>
                          <a:pt x="14317" y="25658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669" name="Google Shape;2058;p46">
                <a:extLst>
                  <a:ext uri="{FF2B5EF4-FFF2-40B4-BE49-F238E27FC236}">
                    <a16:creationId xmlns:a16="http://schemas.microsoft.com/office/drawing/2014/main" id="{8E6D0F85-8FDC-571A-BC06-4E97A84B1760}"/>
                  </a:ext>
                </a:extLst>
              </p:cNvPr>
              <p:cNvSpPr/>
              <p:nvPr/>
            </p:nvSpPr>
            <p:spPr>
              <a:xfrm>
                <a:off x="2310041" y="2586265"/>
                <a:ext cx="102360" cy="102360"/>
              </a:xfrm>
              <a:custGeom>
                <a:avLst/>
                <a:gdLst/>
                <a:ahLst/>
                <a:cxnLst/>
                <a:rect l="l" t="t" r="r" b="b"/>
                <a:pathLst>
                  <a:path w="102360" h="102360" extrusionOk="0">
                    <a:moveTo>
                      <a:pt x="51180" y="0"/>
                    </a:moveTo>
                    <a:cubicBezTo>
                      <a:pt x="79421" y="0"/>
                      <a:pt x="102360" y="22939"/>
                      <a:pt x="102360" y="51180"/>
                    </a:cubicBezTo>
                    <a:cubicBezTo>
                      <a:pt x="102360" y="79421"/>
                      <a:pt x="79421" y="102360"/>
                      <a:pt x="51180" y="102360"/>
                    </a:cubicBezTo>
                    <a:cubicBezTo>
                      <a:pt x="22939" y="102360"/>
                      <a:pt x="0" y="79421"/>
                      <a:pt x="0" y="51180"/>
                    </a:cubicBezTo>
                    <a:cubicBezTo>
                      <a:pt x="0" y="22939"/>
                      <a:pt x="22939" y="0"/>
                      <a:pt x="51180" y="0"/>
                    </a:cubicBezTo>
                    <a:lnTo>
                      <a:pt x="51180" y="0"/>
                    </a:lnTo>
                    <a:close/>
                    <a:moveTo>
                      <a:pt x="51180" y="41936"/>
                    </a:moveTo>
                    <a:cubicBezTo>
                      <a:pt x="46048" y="41936"/>
                      <a:pt x="41903" y="46082"/>
                      <a:pt x="41903" y="51180"/>
                    </a:cubicBezTo>
                    <a:cubicBezTo>
                      <a:pt x="41903" y="56278"/>
                      <a:pt x="46048" y="60458"/>
                      <a:pt x="51180" y="60458"/>
                    </a:cubicBezTo>
                    <a:cubicBezTo>
                      <a:pt x="56312" y="60458"/>
                      <a:pt x="60458" y="56312"/>
                      <a:pt x="60458" y="51180"/>
                    </a:cubicBezTo>
                    <a:cubicBezTo>
                      <a:pt x="60458" y="46048"/>
                      <a:pt x="56312" y="41936"/>
                      <a:pt x="51180" y="41936"/>
                    </a:cubicBezTo>
                    <a:lnTo>
                      <a:pt x="51180" y="41936"/>
                    </a:lnTo>
                    <a:close/>
                    <a:moveTo>
                      <a:pt x="57263" y="30110"/>
                    </a:moveTo>
                    <a:cubicBezTo>
                      <a:pt x="64502" y="32183"/>
                      <a:pt x="70177" y="37892"/>
                      <a:pt x="72284" y="45097"/>
                    </a:cubicBezTo>
                    <a:lnTo>
                      <a:pt x="89073" y="45097"/>
                    </a:lnTo>
                    <a:cubicBezTo>
                      <a:pt x="86490" y="28784"/>
                      <a:pt x="73576" y="15905"/>
                      <a:pt x="57297" y="13322"/>
                    </a:cubicBezTo>
                    <a:lnTo>
                      <a:pt x="57297" y="30110"/>
                    </a:lnTo>
                    <a:lnTo>
                      <a:pt x="57297" y="30110"/>
                    </a:lnTo>
                    <a:close/>
                    <a:moveTo>
                      <a:pt x="72284" y="57263"/>
                    </a:moveTo>
                    <a:cubicBezTo>
                      <a:pt x="70177" y="64502"/>
                      <a:pt x="64502" y="70177"/>
                      <a:pt x="57263" y="72284"/>
                    </a:cubicBezTo>
                    <a:lnTo>
                      <a:pt x="57263" y="89072"/>
                    </a:lnTo>
                    <a:cubicBezTo>
                      <a:pt x="73576" y="86456"/>
                      <a:pt x="86456" y="73576"/>
                      <a:pt x="89038" y="57263"/>
                    </a:cubicBezTo>
                    <a:lnTo>
                      <a:pt x="72250" y="57263"/>
                    </a:lnTo>
                    <a:close/>
                    <a:moveTo>
                      <a:pt x="45131" y="72284"/>
                    </a:moveTo>
                    <a:cubicBezTo>
                      <a:pt x="37926" y="70177"/>
                      <a:pt x="32217" y="64502"/>
                      <a:pt x="30144" y="57263"/>
                    </a:cubicBezTo>
                    <a:lnTo>
                      <a:pt x="13356" y="57263"/>
                    </a:lnTo>
                    <a:cubicBezTo>
                      <a:pt x="15939" y="73576"/>
                      <a:pt x="28853" y="86456"/>
                      <a:pt x="45131" y="89072"/>
                    </a:cubicBezTo>
                    <a:lnTo>
                      <a:pt x="45131" y="72284"/>
                    </a:lnTo>
                    <a:lnTo>
                      <a:pt x="45131" y="72284"/>
                    </a:lnTo>
                    <a:close/>
                    <a:moveTo>
                      <a:pt x="30144" y="45131"/>
                    </a:moveTo>
                    <a:cubicBezTo>
                      <a:pt x="32217" y="37892"/>
                      <a:pt x="37926" y="32217"/>
                      <a:pt x="45131" y="30144"/>
                    </a:cubicBezTo>
                    <a:lnTo>
                      <a:pt x="45131" y="13356"/>
                    </a:lnTo>
                    <a:cubicBezTo>
                      <a:pt x="28853" y="15939"/>
                      <a:pt x="15939" y="28853"/>
                      <a:pt x="13356" y="45131"/>
                    </a:cubicBezTo>
                    <a:lnTo>
                      <a:pt x="30144" y="4513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0" name="Google Shape;2059;p46">
                <a:extLst>
                  <a:ext uri="{FF2B5EF4-FFF2-40B4-BE49-F238E27FC236}">
                    <a16:creationId xmlns:a16="http://schemas.microsoft.com/office/drawing/2014/main" id="{050BBE17-6237-29AB-F99B-831630E5C348}"/>
                  </a:ext>
                </a:extLst>
              </p:cNvPr>
              <p:cNvSpPr/>
              <p:nvPr/>
            </p:nvSpPr>
            <p:spPr>
              <a:xfrm>
                <a:off x="2208836" y="2598499"/>
                <a:ext cx="63822" cy="79828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79828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79829"/>
                    </a:lnTo>
                    <a:lnTo>
                      <a:pt x="0" y="7982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1" name="Google Shape;2060;p46">
                <a:extLst>
                  <a:ext uri="{FF2B5EF4-FFF2-40B4-BE49-F238E27FC236}">
                    <a16:creationId xmlns:a16="http://schemas.microsoft.com/office/drawing/2014/main" id="{DA916250-AD81-566A-D879-6D6134F6B2DE}"/>
                  </a:ext>
                </a:extLst>
              </p:cNvPr>
              <p:cNvSpPr/>
              <p:nvPr/>
            </p:nvSpPr>
            <p:spPr>
              <a:xfrm>
                <a:off x="2208836" y="2608729"/>
                <a:ext cx="63822" cy="11418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11418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11419"/>
                    </a:lnTo>
                    <a:lnTo>
                      <a:pt x="0" y="11419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2" name="Google Shape;2061;p46">
                <a:extLst>
                  <a:ext uri="{FF2B5EF4-FFF2-40B4-BE49-F238E27FC236}">
                    <a16:creationId xmlns:a16="http://schemas.microsoft.com/office/drawing/2014/main" id="{9A6C3D66-1280-382C-D389-D397D88BCB85}"/>
                  </a:ext>
                </a:extLst>
              </p:cNvPr>
              <p:cNvSpPr/>
              <p:nvPr/>
            </p:nvSpPr>
            <p:spPr>
              <a:xfrm>
                <a:off x="2195175" y="2568219"/>
                <a:ext cx="25623" cy="143107"/>
              </a:xfrm>
              <a:custGeom>
                <a:avLst/>
                <a:gdLst/>
                <a:ahLst/>
                <a:cxnLst/>
                <a:rect l="l" t="t" r="r" b="b"/>
                <a:pathLst>
                  <a:path w="25623" h="143107" extrusionOk="0">
                    <a:moveTo>
                      <a:pt x="0" y="34"/>
                    </a:moveTo>
                    <a:lnTo>
                      <a:pt x="12812" y="34"/>
                    </a:lnTo>
                    <a:cubicBezTo>
                      <a:pt x="19847" y="34"/>
                      <a:pt x="25624" y="5811"/>
                      <a:pt x="25624" y="12846"/>
                    </a:cubicBezTo>
                    <a:lnTo>
                      <a:pt x="25624" y="130295"/>
                    </a:lnTo>
                    <a:cubicBezTo>
                      <a:pt x="25624" y="137330"/>
                      <a:pt x="19847" y="143107"/>
                      <a:pt x="12812" y="143107"/>
                    </a:cubicBezTo>
                    <a:lnTo>
                      <a:pt x="0" y="1431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3" name="Google Shape;2062;p46">
                <a:extLst>
                  <a:ext uri="{FF2B5EF4-FFF2-40B4-BE49-F238E27FC236}">
                    <a16:creationId xmlns:a16="http://schemas.microsoft.com/office/drawing/2014/main" id="{331BF025-9DF4-B580-7BFE-9ED940DDC571}"/>
                  </a:ext>
                </a:extLst>
              </p:cNvPr>
              <p:cNvSpPr/>
              <p:nvPr/>
            </p:nvSpPr>
            <p:spPr>
              <a:xfrm>
                <a:off x="2195175" y="2634387"/>
                <a:ext cx="25623" cy="76974"/>
              </a:xfrm>
              <a:custGeom>
                <a:avLst/>
                <a:gdLst/>
                <a:ahLst/>
                <a:cxnLst/>
                <a:rect l="l" t="t" r="r" b="b"/>
                <a:pathLst>
                  <a:path w="25623" h="76974" extrusionOk="0">
                    <a:moveTo>
                      <a:pt x="25624" y="0"/>
                    </a:moveTo>
                    <a:lnTo>
                      <a:pt x="25624" y="64162"/>
                    </a:lnTo>
                    <a:cubicBezTo>
                      <a:pt x="25624" y="71197"/>
                      <a:pt x="19847" y="76974"/>
                      <a:pt x="12812" y="76974"/>
                    </a:cubicBezTo>
                    <a:lnTo>
                      <a:pt x="0" y="76974"/>
                    </a:lnTo>
                    <a:lnTo>
                      <a:pt x="0" y="0"/>
                    </a:lnTo>
                    <a:lnTo>
                      <a:pt x="25624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4" name="Google Shape;2063;p46">
                <a:extLst>
                  <a:ext uri="{FF2B5EF4-FFF2-40B4-BE49-F238E27FC236}">
                    <a16:creationId xmlns:a16="http://schemas.microsoft.com/office/drawing/2014/main" id="{30C346E0-3BED-1162-D37E-B0CDA64A74C3}"/>
                  </a:ext>
                </a:extLst>
              </p:cNvPr>
              <p:cNvSpPr/>
              <p:nvPr/>
            </p:nvSpPr>
            <p:spPr>
              <a:xfrm>
                <a:off x="2350924" y="2627556"/>
                <a:ext cx="19982" cy="19948"/>
              </a:xfrm>
              <a:custGeom>
                <a:avLst/>
                <a:gdLst/>
                <a:ahLst/>
                <a:cxnLst/>
                <a:rect l="l" t="t" r="r" b="b"/>
                <a:pathLst>
                  <a:path w="19982" h="19948" extrusionOk="0">
                    <a:moveTo>
                      <a:pt x="9991" y="19949"/>
                    </a:moveTo>
                    <a:cubicBezTo>
                      <a:pt x="15463" y="19949"/>
                      <a:pt x="19983" y="15463"/>
                      <a:pt x="19983" y="9958"/>
                    </a:cubicBezTo>
                    <a:cubicBezTo>
                      <a:pt x="19983" y="4452"/>
                      <a:pt x="15497" y="0"/>
                      <a:pt x="9991" y="0"/>
                    </a:cubicBezTo>
                    <a:cubicBezTo>
                      <a:pt x="4486" y="0"/>
                      <a:pt x="0" y="4486"/>
                      <a:pt x="0" y="9958"/>
                    </a:cubicBezTo>
                    <a:cubicBezTo>
                      <a:pt x="0" y="15429"/>
                      <a:pt x="4486" y="19949"/>
                      <a:pt x="9991" y="199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19" name="Google Shape;2064;p46">
              <a:extLst>
                <a:ext uri="{FF2B5EF4-FFF2-40B4-BE49-F238E27FC236}">
                  <a16:creationId xmlns:a16="http://schemas.microsoft.com/office/drawing/2014/main" id="{C80F0EB9-5989-0B21-EDCF-CE72296FCB5F}"/>
                </a:ext>
              </a:extLst>
            </p:cNvPr>
            <p:cNvSpPr/>
            <p:nvPr/>
          </p:nvSpPr>
          <p:spPr>
            <a:xfrm>
              <a:off x="6482028" y="3204972"/>
              <a:ext cx="438330" cy="77411"/>
            </a:xfrm>
            <a:custGeom>
              <a:avLst/>
              <a:gdLst/>
              <a:ahLst/>
              <a:cxnLst/>
              <a:rect l="l" t="t" r="r" b="b"/>
              <a:pathLst>
                <a:path w="194015" h="34731" extrusionOk="0">
                  <a:moveTo>
                    <a:pt x="0" y="34732"/>
                  </a:moveTo>
                  <a:lnTo>
                    <a:pt x="0" y="17366"/>
                  </a:lnTo>
                  <a:cubicBezTo>
                    <a:pt x="0" y="7816"/>
                    <a:pt x="7816" y="0"/>
                    <a:pt x="17366" y="0"/>
                  </a:cubicBezTo>
                  <a:lnTo>
                    <a:pt x="176650" y="0"/>
                  </a:lnTo>
                  <a:cubicBezTo>
                    <a:pt x="186199" y="0"/>
                    <a:pt x="194016" y="7816"/>
                    <a:pt x="194016" y="17366"/>
                  </a:cubicBezTo>
                  <a:lnTo>
                    <a:pt x="194016" y="34732"/>
                  </a:lnTo>
                  <a:lnTo>
                    <a:pt x="0" y="3473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0" name="Google Shape;2065;p46">
              <a:extLst>
                <a:ext uri="{FF2B5EF4-FFF2-40B4-BE49-F238E27FC236}">
                  <a16:creationId xmlns:a16="http://schemas.microsoft.com/office/drawing/2014/main" id="{E923BE54-5E52-87C8-5561-74FF8D871EDD}"/>
                </a:ext>
              </a:extLst>
            </p:cNvPr>
            <p:cNvSpPr/>
            <p:nvPr/>
          </p:nvSpPr>
          <p:spPr>
            <a:xfrm>
              <a:off x="6684720" y="3204897"/>
              <a:ext cx="235788" cy="77411"/>
            </a:xfrm>
            <a:custGeom>
              <a:avLst/>
              <a:gdLst/>
              <a:ahLst/>
              <a:cxnLst/>
              <a:rect l="l" t="t" r="r" b="b"/>
              <a:pathLst>
                <a:path w="104365" h="34731" extrusionOk="0">
                  <a:moveTo>
                    <a:pt x="0" y="0"/>
                  </a:moveTo>
                  <a:lnTo>
                    <a:pt x="86999" y="0"/>
                  </a:lnTo>
                  <a:cubicBezTo>
                    <a:pt x="96549" y="0"/>
                    <a:pt x="104365" y="7816"/>
                    <a:pt x="104365" y="17366"/>
                  </a:cubicBezTo>
                  <a:lnTo>
                    <a:pt x="104365" y="34732"/>
                  </a:lnTo>
                  <a:lnTo>
                    <a:pt x="0" y="34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1" name="Google Shape;2066;p46">
              <a:extLst>
                <a:ext uri="{FF2B5EF4-FFF2-40B4-BE49-F238E27FC236}">
                  <a16:creationId xmlns:a16="http://schemas.microsoft.com/office/drawing/2014/main" id="{2668AF2C-7B01-147A-99E9-CCD8EF225B47}"/>
                </a:ext>
              </a:extLst>
            </p:cNvPr>
            <p:cNvSpPr/>
            <p:nvPr/>
          </p:nvSpPr>
          <p:spPr>
            <a:xfrm>
              <a:off x="6584142" y="1894210"/>
              <a:ext cx="244463" cy="1309804"/>
            </a:xfrm>
            <a:custGeom>
              <a:avLst/>
              <a:gdLst/>
              <a:ahLst/>
              <a:cxnLst/>
              <a:rect l="l" t="t" r="r" b="b"/>
              <a:pathLst>
                <a:path w="108205" h="587653" extrusionOk="0">
                  <a:moveTo>
                    <a:pt x="0" y="0"/>
                  </a:moveTo>
                  <a:lnTo>
                    <a:pt x="108206" y="0"/>
                  </a:lnTo>
                  <a:lnTo>
                    <a:pt x="108206" y="587654"/>
                  </a:lnTo>
                  <a:lnTo>
                    <a:pt x="0" y="5876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2" name="Google Shape;2067;p46">
              <a:extLst>
                <a:ext uri="{FF2B5EF4-FFF2-40B4-BE49-F238E27FC236}">
                  <a16:creationId xmlns:a16="http://schemas.microsoft.com/office/drawing/2014/main" id="{89C6A3BF-5463-9CE4-80F7-89D7D7F0A0D3}"/>
                </a:ext>
              </a:extLst>
            </p:cNvPr>
            <p:cNvSpPr/>
            <p:nvPr/>
          </p:nvSpPr>
          <p:spPr>
            <a:xfrm>
              <a:off x="6615568" y="1894210"/>
              <a:ext cx="34933" cy="1309804"/>
            </a:xfrm>
            <a:custGeom>
              <a:avLst/>
              <a:gdLst/>
              <a:ahLst/>
              <a:cxnLst/>
              <a:rect l="l" t="t" r="r" b="b"/>
              <a:pathLst>
                <a:path w="15462" h="587653" extrusionOk="0">
                  <a:moveTo>
                    <a:pt x="0" y="0"/>
                  </a:moveTo>
                  <a:lnTo>
                    <a:pt x="15463" y="0"/>
                  </a:lnTo>
                  <a:lnTo>
                    <a:pt x="15463" y="587654"/>
                  </a:lnTo>
                  <a:lnTo>
                    <a:pt x="0" y="587654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3" name="Google Shape;2068;p46">
              <a:extLst>
                <a:ext uri="{FF2B5EF4-FFF2-40B4-BE49-F238E27FC236}">
                  <a16:creationId xmlns:a16="http://schemas.microsoft.com/office/drawing/2014/main" id="{452CB1C7-5301-0CB3-3169-4EEB77A2A803}"/>
                </a:ext>
              </a:extLst>
            </p:cNvPr>
            <p:cNvSpPr/>
            <p:nvPr/>
          </p:nvSpPr>
          <p:spPr>
            <a:xfrm>
              <a:off x="6492247" y="1957429"/>
              <a:ext cx="438330" cy="77411"/>
            </a:xfrm>
            <a:custGeom>
              <a:avLst/>
              <a:gdLst/>
              <a:ahLst/>
              <a:cxnLst/>
              <a:rect l="l" t="t" r="r" b="b"/>
              <a:pathLst>
                <a:path w="194015" h="34731" extrusionOk="0">
                  <a:moveTo>
                    <a:pt x="0" y="0"/>
                  </a:moveTo>
                  <a:lnTo>
                    <a:pt x="0" y="17366"/>
                  </a:lnTo>
                  <a:cubicBezTo>
                    <a:pt x="0" y="26915"/>
                    <a:pt x="7816" y="34732"/>
                    <a:pt x="17366" y="34732"/>
                  </a:cubicBezTo>
                  <a:lnTo>
                    <a:pt x="176650" y="34732"/>
                  </a:lnTo>
                  <a:cubicBezTo>
                    <a:pt x="186199" y="34732"/>
                    <a:pt x="194015" y="26915"/>
                    <a:pt x="194015" y="17366"/>
                  </a:cubicBezTo>
                  <a:lnTo>
                    <a:pt x="19401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4" name="Google Shape;2069;p46">
              <a:extLst>
                <a:ext uri="{FF2B5EF4-FFF2-40B4-BE49-F238E27FC236}">
                  <a16:creationId xmlns:a16="http://schemas.microsoft.com/office/drawing/2014/main" id="{43637768-F956-7D69-A475-62A881D43BB1}"/>
                </a:ext>
              </a:extLst>
            </p:cNvPr>
            <p:cNvSpPr/>
            <p:nvPr/>
          </p:nvSpPr>
          <p:spPr>
            <a:xfrm>
              <a:off x="6694940" y="1957505"/>
              <a:ext cx="235788" cy="77411"/>
            </a:xfrm>
            <a:custGeom>
              <a:avLst/>
              <a:gdLst/>
              <a:ahLst/>
              <a:cxnLst/>
              <a:rect l="l" t="t" r="r" b="b"/>
              <a:pathLst>
                <a:path w="104365" h="34731" extrusionOk="0">
                  <a:moveTo>
                    <a:pt x="34" y="34732"/>
                  </a:moveTo>
                  <a:lnTo>
                    <a:pt x="86999" y="34732"/>
                  </a:lnTo>
                  <a:cubicBezTo>
                    <a:pt x="96549" y="34732"/>
                    <a:pt x="104365" y="26915"/>
                    <a:pt x="104365" y="17366"/>
                  </a:cubicBezTo>
                  <a:lnTo>
                    <a:pt x="104365" y="0"/>
                  </a:lnTo>
                  <a:lnTo>
                    <a:pt x="0" y="0"/>
                  </a:lnTo>
                  <a:lnTo>
                    <a:pt x="0" y="34732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5" name="Google Shape;2070;p46">
              <a:extLst>
                <a:ext uri="{FF2B5EF4-FFF2-40B4-BE49-F238E27FC236}">
                  <a16:creationId xmlns:a16="http://schemas.microsoft.com/office/drawing/2014/main" id="{D5FA6CFF-9C0A-8A47-F034-1B460B2CB2C7}"/>
                </a:ext>
              </a:extLst>
            </p:cNvPr>
            <p:cNvSpPr/>
            <p:nvPr/>
          </p:nvSpPr>
          <p:spPr>
            <a:xfrm>
              <a:off x="6578686" y="1296893"/>
              <a:ext cx="516952" cy="588623"/>
            </a:xfrm>
            <a:custGeom>
              <a:avLst/>
              <a:gdLst/>
              <a:ahLst/>
              <a:cxnLst/>
              <a:rect l="l" t="t" r="r" b="b"/>
              <a:pathLst>
                <a:path w="228815" h="264090" extrusionOk="0">
                  <a:moveTo>
                    <a:pt x="228781" y="0"/>
                  </a:moveTo>
                  <a:lnTo>
                    <a:pt x="199419" y="0"/>
                  </a:lnTo>
                  <a:cubicBezTo>
                    <a:pt x="89718" y="0"/>
                    <a:pt x="0" y="89718"/>
                    <a:pt x="0" y="199419"/>
                  </a:cubicBezTo>
                  <a:lnTo>
                    <a:pt x="0" y="264091"/>
                  </a:lnTo>
                  <a:lnTo>
                    <a:pt x="108817" y="264091"/>
                  </a:lnTo>
                  <a:lnTo>
                    <a:pt x="108817" y="236904"/>
                  </a:lnTo>
                  <a:cubicBezTo>
                    <a:pt x="108817" y="140491"/>
                    <a:pt x="157754" y="102258"/>
                    <a:pt x="228815" y="104603"/>
                  </a:cubicBezTo>
                  <a:lnTo>
                    <a:pt x="228815" y="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6" name="Google Shape;2071;p46">
              <a:extLst>
                <a:ext uri="{FF2B5EF4-FFF2-40B4-BE49-F238E27FC236}">
                  <a16:creationId xmlns:a16="http://schemas.microsoft.com/office/drawing/2014/main" id="{7F3C5822-71E9-6EBF-11AE-DE87FF87BC40}"/>
                </a:ext>
              </a:extLst>
            </p:cNvPr>
            <p:cNvSpPr/>
            <p:nvPr/>
          </p:nvSpPr>
          <p:spPr>
            <a:xfrm>
              <a:off x="6687255" y="1381801"/>
              <a:ext cx="408463" cy="503852"/>
            </a:xfrm>
            <a:custGeom>
              <a:avLst/>
              <a:gdLst/>
              <a:ahLst/>
              <a:cxnLst/>
              <a:rect l="l" t="t" r="r" b="b"/>
              <a:pathLst>
                <a:path w="180795" h="226057" extrusionOk="0">
                  <a:moveTo>
                    <a:pt x="0" y="226024"/>
                  </a:moveTo>
                  <a:lnTo>
                    <a:pt x="60797" y="226024"/>
                  </a:lnTo>
                  <a:lnTo>
                    <a:pt x="60797" y="198836"/>
                  </a:lnTo>
                  <a:cubicBezTo>
                    <a:pt x="60797" y="102423"/>
                    <a:pt x="109735" y="64191"/>
                    <a:pt x="180796" y="66536"/>
                  </a:cubicBezTo>
                  <a:lnTo>
                    <a:pt x="180796" y="29"/>
                  </a:lnTo>
                  <a:cubicBezTo>
                    <a:pt x="25420" y="-1908"/>
                    <a:pt x="34" y="93214"/>
                    <a:pt x="34" y="198599"/>
                  </a:cubicBezTo>
                  <a:lnTo>
                    <a:pt x="34" y="226058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7" name="Google Shape;2072;p46">
              <a:extLst>
                <a:ext uri="{FF2B5EF4-FFF2-40B4-BE49-F238E27FC236}">
                  <a16:creationId xmlns:a16="http://schemas.microsoft.com/office/drawing/2014/main" id="{C11F09B2-E4A3-3AE1-41E3-979C00655433}"/>
                </a:ext>
              </a:extLst>
            </p:cNvPr>
            <p:cNvSpPr/>
            <p:nvPr/>
          </p:nvSpPr>
          <p:spPr>
            <a:xfrm>
              <a:off x="6492093" y="1883294"/>
              <a:ext cx="436256" cy="77108"/>
            </a:xfrm>
            <a:custGeom>
              <a:avLst/>
              <a:gdLst/>
              <a:ahLst/>
              <a:cxnLst/>
              <a:rect l="l" t="t" r="r" b="b"/>
              <a:pathLst>
                <a:path w="193097" h="34595" extrusionOk="0">
                  <a:moveTo>
                    <a:pt x="0" y="34596"/>
                  </a:moveTo>
                  <a:lnTo>
                    <a:pt x="0" y="17298"/>
                  </a:lnTo>
                  <a:cubicBezTo>
                    <a:pt x="0" y="7783"/>
                    <a:pt x="7782" y="0"/>
                    <a:pt x="17298" y="0"/>
                  </a:cubicBezTo>
                  <a:lnTo>
                    <a:pt x="175800" y="0"/>
                  </a:lnTo>
                  <a:cubicBezTo>
                    <a:pt x="185316" y="0"/>
                    <a:pt x="193098" y="7783"/>
                    <a:pt x="193098" y="17298"/>
                  </a:cubicBezTo>
                  <a:lnTo>
                    <a:pt x="193098" y="34596"/>
                  </a:lnTo>
                  <a:lnTo>
                    <a:pt x="0" y="345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8" name="Google Shape;2073;p46">
              <a:extLst>
                <a:ext uri="{FF2B5EF4-FFF2-40B4-BE49-F238E27FC236}">
                  <a16:creationId xmlns:a16="http://schemas.microsoft.com/office/drawing/2014/main" id="{1F8517F5-E85F-C095-85A3-1B3F1A0C0F18}"/>
                </a:ext>
              </a:extLst>
            </p:cNvPr>
            <p:cNvSpPr/>
            <p:nvPr/>
          </p:nvSpPr>
          <p:spPr>
            <a:xfrm>
              <a:off x="6693863" y="1883294"/>
              <a:ext cx="234635" cy="77108"/>
            </a:xfrm>
            <a:custGeom>
              <a:avLst/>
              <a:gdLst/>
              <a:ahLst/>
              <a:cxnLst/>
              <a:rect l="l" t="t" r="r" b="b"/>
              <a:pathLst>
                <a:path w="103855" h="34595" extrusionOk="0">
                  <a:moveTo>
                    <a:pt x="0" y="0"/>
                  </a:moveTo>
                  <a:lnTo>
                    <a:pt x="86558" y="0"/>
                  </a:lnTo>
                  <a:cubicBezTo>
                    <a:pt x="96073" y="0"/>
                    <a:pt x="103856" y="7783"/>
                    <a:pt x="103856" y="17298"/>
                  </a:cubicBezTo>
                  <a:lnTo>
                    <a:pt x="103856" y="34596"/>
                  </a:lnTo>
                  <a:lnTo>
                    <a:pt x="0" y="34596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9" name="Google Shape;2074;p46">
              <a:extLst>
                <a:ext uri="{FF2B5EF4-FFF2-40B4-BE49-F238E27FC236}">
                  <a16:creationId xmlns:a16="http://schemas.microsoft.com/office/drawing/2014/main" id="{14D20448-2640-4C8F-B943-389D497AC267}"/>
                </a:ext>
              </a:extLst>
            </p:cNvPr>
            <p:cNvSpPr/>
            <p:nvPr/>
          </p:nvSpPr>
          <p:spPr>
            <a:xfrm>
              <a:off x="7095250" y="1205551"/>
              <a:ext cx="78159" cy="430389"/>
            </a:xfrm>
            <a:custGeom>
              <a:avLst/>
              <a:gdLst/>
              <a:ahLst/>
              <a:cxnLst/>
              <a:rect l="l" t="t" r="r" b="b"/>
              <a:pathLst>
                <a:path w="34595" h="193097" extrusionOk="0">
                  <a:moveTo>
                    <a:pt x="34596" y="0"/>
                  </a:moveTo>
                  <a:lnTo>
                    <a:pt x="17298" y="0"/>
                  </a:lnTo>
                  <a:cubicBezTo>
                    <a:pt x="7782" y="0"/>
                    <a:pt x="0" y="7782"/>
                    <a:pt x="0" y="17298"/>
                  </a:cubicBezTo>
                  <a:lnTo>
                    <a:pt x="0" y="175800"/>
                  </a:lnTo>
                  <a:cubicBezTo>
                    <a:pt x="0" y="185315"/>
                    <a:pt x="7782" y="193098"/>
                    <a:pt x="17298" y="193098"/>
                  </a:cubicBezTo>
                  <a:lnTo>
                    <a:pt x="34596" y="193098"/>
                  </a:lnTo>
                  <a:lnTo>
                    <a:pt x="345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0" name="Google Shape;2075;p46">
              <a:extLst>
                <a:ext uri="{FF2B5EF4-FFF2-40B4-BE49-F238E27FC236}">
                  <a16:creationId xmlns:a16="http://schemas.microsoft.com/office/drawing/2014/main" id="{4014C23B-55EC-85BA-C7F1-183953A2579F}"/>
                </a:ext>
              </a:extLst>
            </p:cNvPr>
            <p:cNvSpPr/>
            <p:nvPr/>
          </p:nvSpPr>
          <p:spPr>
            <a:xfrm>
              <a:off x="7095250" y="1404608"/>
              <a:ext cx="78159" cy="231480"/>
            </a:xfrm>
            <a:custGeom>
              <a:avLst/>
              <a:gdLst/>
              <a:ahLst/>
              <a:cxnLst/>
              <a:rect l="l" t="t" r="r" b="b"/>
              <a:pathLst>
                <a:path w="34595" h="103855" extrusionOk="0">
                  <a:moveTo>
                    <a:pt x="0" y="0"/>
                  </a:moveTo>
                  <a:lnTo>
                    <a:pt x="0" y="86558"/>
                  </a:lnTo>
                  <a:cubicBezTo>
                    <a:pt x="0" y="96073"/>
                    <a:pt x="7782" y="103856"/>
                    <a:pt x="17298" y="103856"/>
                  </a:cubicBezTo>
                  <a:lnTo>
                    <a:pt x="34596" y="103856"/>
                  </a:lnTo>
                  <a:lnTo>
                    <a:pt x="345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1" name="Google Shape;2076;p46">
              <a:extLst>
                <a:ext uri="{FF2B5EF4-FFF2-40B4-BE49-F238E27FC236}">
                  <a16:creationId xmlns:a16="http://schemas.microsoft.com/office/drawing/2014/main" id="{274D803F-25E3-A5B4-0A1D-6158BEA0A88C}"/>
                </a:ext>
              </a:extLst>
            </p:cNvPr>
            <p:cNvSpPr/>
            <p:nvPr/>
          </p:nvSpPr>
          <p:spPr>
            <a:xfrm>
              <a:off x="7359100" y="1207675"/>
              <a:ext cx="78159" cy="430389"/>
            </a:xfrm>
            <a:custGeom>
              <a:avLst/>
              <a:gdLst/>
              <a:ahLst/>
              <a:cxnLst/>
              <a:rect l="l" t="t" r="r" b="b"/>
              <a:pathLst>
                <a:path w="34595" h="193097" extrusionOk="0">
                  <a:moveTo>
                    <a:pt x="0" y="0"/>
                  </a:moveTo>
                  <a:lnTo>
                    <a:pt x="17298" y="0"/>
                  </a:lnTo>
                  <a:cubicBezTo>
                    <a:pt x="26814" y="0"/>
                    <a:pt x="34596" y="7782"/>
                    <a:pt x="34596" y="17298"/>
                  </a:cubicBezTo>
                  <a:lnTo>
                    <a:pt x="34596" y="175800"/>
                  </a:lnTo>
                  <a:cubicBezTo>
                    <a:pt x="34596" y="185316"/>
                    <a:pt x="26814" y="193098"/>
                    <a:pt x="17298" y="193098"/>
                  </a:cubicBezTo>
                  <a:lnTo>
                    <a:pt x="0" y="1930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2" name="Google Shape;2077;p46">
              <a:extLst>
                <a:ext uri="{FF2B5EF4-FFF2-40B4-BE49-F238E27FC236}">
                  <a16:creationId xmlns:a16="http://schemas.microsoft.com/office/drawing/2014/main" id="{5EF71F9E-5B6E-A7D1-E6FB-2DF0254784C0}"/>
                </a:ext>
              </a:extLst>
            </p:cNvPr>
            <p:cNvSpPr/>
            <p:nvPr/>
          </p:nvSpPr>
          <p:spPr>
            <a:xfrm>
              <a:off x="7359100" y="1406729"/>
              <a:ext cx="78159" cy="231480"/>
            </a:xfrm>
            <a:custGeom>
              <a:avLst/>
              <a:gdLst/>
              <a:ahLst/>
              <a:cxnLst/>
              <a:rect l="l" t="t" r="r" b="b"/>
              <a:pathLst>
                <a:path w="34595" h="103855" extrusionOk="0">
                  <a:moveTo>
                    <a:pt x="34596" y="0"/>
                  </a:moveTo>
                  <a:lnTo>
                    <a:pt x="34596" y="86558"/>
                  </a:lnTo>
                  <a:cubicBezTo>
                    <a:pt x="34596" y="96073"/>
                    <a:pt x="26814" y="103856"/>
                    <a:pt x="17298" y="103856"/>
                  </a:cubicBezTo>
                  <a:lnTo>
                    <a:pt x="0" y="103856"/>
                  </a:lnTo>
                  <a:lnTo>
                    <a:pt x="0" y="0"/>
                  </a:lnTo>
                  <a:lnTo>
                    <a:pt x="34562" y="0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3" name="Google Shape;2078;p46">
              <a:extLst>
                <a:ext uri="{FF2B5EF4-FFF2-40B4-BE49-F238E27FC236}">
                  <a16:creationId xmlns:a16="http://schemas.microsoft.com/office/drawing/2014/main" id="{6C141756-3CD6-9D32-B5FB-EE8F27000172}"/>
                </a:ext>
              </a:extLst>
            </p:cNvPr>
            <p:cNvSpPr/>
            <p:nvPr/>
          </p:nvSpPr>
          <p:spPr>
            <a:xfrm>
              <a:off x="7165476" y="1298637"/>
              <a:ext cx="206304" cy="241251"/>
            </a:xfrm>
            <a:custGeom>
              <a:avLst/>
              <a:gdLst/>
              <a:ahLst/>
              <a:cxnLst/>
              <a:rect l="l" t="t" r="r" b="b"/>
              <a:pathLst>
                <a:path w="91315" h="108239" extrusionOk="0">
                  <a:moveTo>
                    <a:pt x="0" y="0"/>
                  </a:moveTo>
                  <a:lnTo>
                    <a:pt x="91315" y="0"/>
                  </a:lnTo>
                  <a:lnTo>
                    <a:pt x="91315" y="108240"/>
                  </a:lnTo>
                  <a:lnTo>
                    <a:pt x="0" y="108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4" name="Google Shape;2079;p46">
              <a:extLst>
                <a:ext uri="{FF2B5EF4-FFF2-40B4-BE49-F238E27FC236}">
                  <a16:creationId xmlns:a16="http://schemas.microsoft.com/office/drawing/2014/main" id="{F1C1122A-C428-A07A-BA32-9764C18BCB57}"/>
                </a:ext>
              </a:extLst>
            </p:cNvPr>
            <p:cNvSpPr/>
            <p:nvPr/>
          </p:nvSpPr>
          <p:spPr>
            <a:xfrm>
              <a:off x="7469292" y="3284106"/>
              <a:ext cx="429270" cy="1859398"/>
            </a:xfrm>
            <a:custGeom>
              <a:avLst/>
              <a:gdLst/>
              <a:ahLst/>
              <a:cxnLst/>
              <a:rect l="l" t="t" r="r" b="b"/>
              <a:pathLst>
                <a:path w="190005" h="822959" extrusionOk="0">
                  <a:moveTo>
                    <a:pt x="0" y="0"/>
                  </a:moveTo>
                  <a:lnTo>
                    <a:pt x="190005" y="0"/>
                  </a:lnTo>
                  <a:lnTo>
                    <a:pt x="190005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35" name="Google Shape;2080;p46">
              <a:extLst>
                <a:ext uri="{FF2B5EF4-FFF2-40B4-BE49-F238E27FC236}">
                  <a16:creationId xmlns:a16="http://schemas.microsoft.com/office/drawing/2014/main" id="{6866942C-2A70-FE59-BB9F-2F51A9519E21}"/>
                </a:ext>
              </a:extLst>
            </p:cNvPr>
            <p:cNvGrpSpPr/>
            <p:nvPr/>
          </p:nvGrpSpPr>
          <p:grpSpPr>
            <a:xfrm>
              <a:off x="7375390" y="4525333"/>
              <a:ext cx="508187" cy="617327"/>
              <a:chOff x="5292342" y="3091129"/>
              <a:chExt cx="224771" cy="276766"/>
            </a:xfrm>
          </p:grpSpPr>
          <p:sp>
            <p:nvSpPr>
              <p:cNvPr id="1652" name="Google Shape;2081;p46">
                <a:extLst>
                  <a:ext uri="{FF2B5EF4-FFF2-40B4-BE49-F238E27FC236}">
                    <a16:creationId xmlns:a16="http://schemas.microsoft.com/office/drawing/2014/main" id="{0CD9F0F0-0799-1C6D-2212-F3C3E85EBEB6}"/>
                  </a:ext>
                </a:extLst>
              </p:cNvPr>
              <p:cNvSpPr/>
              <p:nvPr/>
            </p:nvSpPr>
            <p:spPr>
              <a:xfrm>
                <a:off x="5378390" y="3254253"/>
                <a:ext cx="44247" cy="113642"/>
              </a:xfrm>
              <a:custGeom>
                <a:avLst/>
                <a:gdLst/>
                <a:ahLst/>
                <a:cxnLst/>
                <a:rect l="l" t="t" r="r" b="b"/>
                <a:pathLst>
                  <a:path w="44247" h="113642" extrusionOk="0">
                    <a:moveTo>
                      <a:pt x="0" y="0"/>
                    </a:moveTo>
                    <a:lnTo>
                      <a:pt x="44247" y="0"/>
                    </a:lnTo>
                    <a:lnTo>
                      <a:pt x="44247" y="113643"/>
                    </a:lnTo>
                    <a:lnTo>
                      <a:pt x="0" y="11364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3" name="Google Shape;2082;p46">
                <a:extLst>
                  <a:ext uri="{FF2B5EF4-FFF2-40B4-BE49-F238E27FC236}">
                    <a16:creationId xmlns:a16="http://schemas.microsoft.com/office/drawing/2014/main" id="{DDDED0BF-3633-5CE0-7FC1-0869B7A7A276}"/>
                  </a:ext>
                </a:extLst>
              </p:cNvPr>
              <p:cNvSpPr/>
              <p:nvPr/>
            </p:nvSpPr>
            <p:spPr>
              <a:xfrm>
                <a:off x="5292342" y="3091129"/>
                <a:ext cx="224771" cy="224770"/>
              </a:xfrm>
              <a:custGeom>
                <a:avLst/>
                <a:gdLst/>
                <a:ahLst/>
                <a:cxnLst/>
                <a:rect l="l" t="t" r="r" b="b"/>
                <a:pathLst>
                  <a:path w="224771" h="224770" extrusionOk="0">
                    <a:moveTo>
                      <a:pt x="112385" y="224771"/>
                    </a:moveTo>
                    <a:cubicBezTo>
                      <a:pt x="174271" y="224771"/>
                      <a:pt x="224771" y="174305"/>
                      <a:pt x="224771" y="112386"/>
                    </a:cubicBezTo>
                    <a:cubicBezTo>
                      <a:pt x="224771" y="50466"/>
                      <a:pt x="174305" y="0"/>
                      <a:pt x="112385" y="0"/>
                    </a:cubicBezTo>
                    <a:cubicBezTo>
                      <a:pt x="50466" y="0"/>
                      <a:pt x="0" y="50500"/>
                      <a:pt x="0" y="112386"/>
                    </a:cubicBezTo>
                    <a:cubicBezTo>
                      <a:pt x="0" y="174271"/>
                      <a:pt x="50466" y="224771"/>
                      <a:pt x="112385" y="22477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4" name="Google Shape;2083;p46">
                <a:extLst>
                  <a:ext uri="{FF2B5EF4-FFF2-40B4-BE49-F238E27FC236}">
                    <a16:creationId xmlns:a16="http://schemas.microsoft.com/office/drawing/2014/main" id="{7652D939-09D5-B4D2-8455-C71CDBEB973D}"/>
                  </a:ext>
                </a:extLst>
              </p:cNvPr>
              <p:cNvSpPr/>
              <p:nvPr/>
            </p:nvSpPr>
            <p:spPr>
              <a:xfrm>
                <a:off x="5310116" y="3108903"/>
                <a:ext cx="189189" cy="189223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189223" extrusionOk="0">
                    <a:moveTo>
                      <a:pt x="94612" y="189224"/>
                    </a:moveTo>
                    <a:cubicBezTo>
                      <a:pt x="146710" y="189224"/>
                      <a:pt x="189190" y="146744"/>
                      <a:pt x="189190" y="94612"/>
                    </a:cubicBezTo>
                    <a:cubicBezTo>
                      <a:pt x="189190" y="42480"/>
                      <a:pt x="146710" y="0"/>
                      <a:pt x="94612" y="0"/>
                    </a:cubicBezTo>
                    <a:cubicBezTo>
                      <a:pt x="42514" y="0"/>
                      <a:pt x="0" y="42514"/>
                      <a:pt x="0" y="94612"/>
                    </a:cubicBezTo>
                    <a:cubicBezTo>
                      <a:pt x="0" y="146709"/>
                      <a:pt x="42480" y="189224"/>
                      <a:pt x="94612" y="18922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5" name="Google Shape;2084;p46">
                <a:extLst>
                  <a:ext uri="{FF2B5EF4-FFF2-40B4-BE49-F238E27FC236}">
                    <a16:creationId xmlns:a16="http://schemas.microsoft.com/office/drawing/2014/main" id="{25D3EF98-C54A-7D4C-BE24-B9389500FDCA}"/>
                  </a:ext>
                </a:extLst>
              </p:cNvPr>
              <p:cNvSpPr/>
              <p:nvPr/>
            </p:nvSpPr>
            <p:spPr>
              <a:xfrm>
                <a:off x="5310116" y="3108937"/>
                <a:ext cx="189189" cy="98180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98180" extrusionOk="0">
                    <a:moveTo>
                      <a:pt x="94578" y="0"/>
                    </a:moveTo>
                    <a:cubicBezTo>
                      <a:pt x="146845" y="0"/>
                      <a:pt x="189190" y="42378"/>
                      <a:pt x="189190" y="94612"/>
                    </a:cubicBezTo>
                    <a:cubicBezTo>
                      <a:pt x="189190" y="95801"/>
                      <a:pt x="189190" y="96991"/>
                      <a:pt x="189122" y="98180"/>
                    </a:cubicBezTo>
                    <a:lnTo>
                      <a:pt x="68" y="98180"/>
                    </a:lnTo>
                    <a:cubicBezTo>
                      <a:pt x="68" y="96991"/>
                      <a:pt x="0" y="95801"/>
                      <a:pt x="0" y="94612"/>
                    </a:cubicBezTo>
                    <a:cubicBezTo>
                      <a:pt x="0" y="42378"/>
                      <a:pt x="42378" y="0"/>
                      <a:pt x="946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6" name="Google Shape;2085;p46">
                <a:extLst>
                  <a:ext uri="{FF2B5EF4-FFF2-40B4-BE49-F238E27FC236}">
                    <a16:creationId xmlns:a16="http://schemas.microsoft.com/office/drawing/2014/main" id="{906C95E4-2000-D06B-0DE4-91E5FD8BDFDF}"/>
                  </a:ext>
                </a:extLst>
              </p:cNvPr>
              <p:cNvSpPr/>
              <p:nvPr/>
            </p:nvSpPr>
            <p:spPr>
              <a:xfrm>
                <a:off x="5402893" y="3125521"/>
                <a:ext cx="97853" cy="80440"/>
              </a:xfrm>
              <a:custGeom>
                <a:avLst/>
                <a:gdLst/>
                <a:ahLst/>
                <a:cxnLst/>
                <a:rect l="l" t="t" r="r" b="b"/>
                <a:pathLst>
                  <a:path w="97853" h="80440" extrusionOk="0">
                    <a:moveTo>
                      <a:pt x="88902" y="38810"/>
                    </a:moveTo>
                    <a:cubicBezTo>
                      <a:pt x="95223" y="52302"/>
                      <a:pt x="98078" y="66507"/>
                      <a:pt x="97840" y="80440"/>
                    </a:cubicBezTo>
                    <a:lnTo>
                      <a:pt x="0" y="80440"/>
                    </a:lnTo>
                    <a:lnTo>
                      <a:pt x="55428" y="0"/>
                    </a:lnTo>
                    <a:cubicBezTo>
                      <a:pt x="69497" y="9278"/>
                      <a:pt x="81256" y="22429"/>
                      <a:pt x="88902" y="3877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7" name="Google Shape;2086;p46">
                <a:extLst>
                  <a:ext uri="{FF2B5EF4-FFF2-40B4-BE49-F238E27FC236}">
                    <a16:creationId xmlns:a16="http://schemas.microsoft.com/office/drawing/2014/main" id="{7531D8A9-5384-1A64-6717-FACDE6E1B9B6}"/>
                  </a:ext>
                </a:extLst>
              </p:cNvPr>
              <p:cNvSpPr/>
              <p:nvPr/>
            </p:nvSpPr>
            <p:spPr>
              <a:xfrm>
                <a:off x="5362485" y="3109487"/>
                <a:ext cx="90873" cy="98173"/>
              </a:xfrm>
              <a:custGeom>
                <a:avLst/>
                <a:gdLst/>
                <a:ahLst/>
                <a:cxnLst/>
                <a:rect l="l" t="t" r="r" b="b"/>
                <a:pathLst>
                  <a:path w="90873" h="98173" extrusionOk="0">
                    <a:moveTo>
                      <a:pt x="50228" y="299"/>
                    </a:moveTo>
                    <a:cubicBezTo>
                      <a:pt x="65080" y="1455"/>
                      <a:pt x="78877" y="6008"/>
                      <a:pt x="90874" y="13111"/>
                    </a:cubicBezTo>
                    <a:lnTo>
                      <a:pt x="42548" y="98173"/>
                    </a:lnTo>
                    <a:lnTo>
                      <a:pt x="0" y="10257"/>
                    </a:lnTo>
                    <a:cubicBezTo>
                      <a:pt x="15055" y="2610"/>
                      <a:pt x="32217" y="-1128"/>
                      <a:pt x="50228" y="29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8" name="Google Shape;2087;p46">
                <a:extLst>
                  <a:ext uri="{FF2B5EF4-FFF2-40B4-BE49-F238E27FC236}">
                    <a16:creationId xmlns:a16="http://schemas.microsoft.com/office/drawing/2014/main" id="{8086C3BE-0F74-BE26-0329-3E5F825819ED}"/>
                  </a:ext>
                </a:extLst>
              </p:cNvPr>
              <p:cNvSpPr/>
              <p:nvPr/>
            </p:nvSpPr>
            <p:spPr>
              <a:xfrm>
                <a:off x="5311712" y="3126507"/>
                <a:ext cx="97738" cy="81629"/>
              </a:xfrm>
              <a:custGeom>
                <a:avLst/>
                <a:gdLst/>
                <a:ahLst/>
                <a:cxnLst/>
                <a:rect l="l" t="t" r="r" b="b"/>
                <a:pathLst>
                  <a:path w="97738" h="81629" extrusionOk="0">
                    <a:moveTo>
                      <a:pt x="11657" y="31775"/>
                    </a:moveTo>
                    <a:cubicBezTo>
                      <a:pt x="18862" y="18725"/>
                      <a:pt x="28649" y="8054"/>
                      <a:pt x="40068" y="0"/>
                    </a:cubicBezTo>
                    <a:lnTo>
                      <a:pt x="97739" y="79047"/>
                    </a:lnTo>
                    <a:lnTo>
                      <a:pt x="103" y="81630"/>
                    </a:lnTo>
                    <a:cubicBezTo>
                      <a:pt x="-679" y="64808"/>
                      <a:pt x="2991" y="47578"/>
                      <a:pt x="11691" y="3174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59" name="Google Shape;2088;p46">
                <a:extLst>
                  <a:ext uri="{FF2B5EF4-FFF2-40B4-BE49-F238E27FC236}">
                    <a16:creationId xmlns:a16="http://schemas.microsoft.com/office/drawing/2014/main" id="{49C25856-1C32-1854-0DC8-4285DAEA2099}"/>
                  </a:ext>
                </a:extLst>
              </p:cNvPr>
              <p:cNvGrpSpPr/>
              <p:nvPr/>
            </p:nvGrpSpPr>
            <p:grpSpPr>
              <a:xfrm>
                <a:off x="5361045" y="3146273"/>
                <a:ext cx="64409" cy="79667"/>
                <a:chOff x="5361045" y="3146273"/>
                <a:chExt cx="64409" cy="79667"/>
              </a:xfrm>
            </p:grpSpPr>
            <p:sp>
              <p:nvSpPr>
                <p:cNvPr id="1660" name="Google Shape;2089;p46">
                  <a:extLst>
                    <a:ext uri="{FF2B5EF4-FFF2-40B4-BE49-F238E27FC236}">
                      <a16:creationId xmlns:a16="http://schemas.microsoft.com/office/drawing/2014/main" id="{55F61627-942F-E1F3-599E-9EEACFBF75DE}"/>
                    </a:ext>
                  </a:extLst>
                </p:cNvPr>
                <p:cNvSpPr/>
                <p:nvPr/>
              </p:nvSpPr>
              <p:spPr>
                <a:xfrm>
                  <a:off x="5382608" y="3183094"/>
                  <a:ext cx="42846" cy="42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46" h="42846" extrusionOk="0">
                      <a:moveTo>
                        <a:pt x="17328" y="404"/>
                      </a:moveTo>
                      <a:cubicBezTo>
                        <a:pt x="28951" y="-1873"/>
                        <a:pt x="40166" y="5705"/>
                        <a:pt x="42442" y="17328"/>
                      </a:cubicBezTo>
                      <a:cubicBezTo>
                        <a:pt x="44719" y="28951"/>
                        <a:pt x="37141" y="40199"/>
                        <a:pt x="25518" y="42442"/>
                      </a:cubicBezTo>
                      <a:cubicBezTo>
                        <a:pt x="13896" y="44719"/>
                        <a:pt x="2647" y="37141"/>
                        <a:pt x="404" y="25518"/>
                      </a:cubicBezTo>
                      <a:cubicBezTo>
                        <a:pt x="-1873" y="13930"/>
                        <a:pt x="5706" y="2681"/>
                        <a:pt x="17328" y="43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1" name="Google Shape;2090;p46">
                  <a:extLst>
                    <a:ext uri="{FF2B5EF4-FFF2-40B4-BE49-F238E27FC236}">
                      <a16:creationId xmlns:a16="http://schemas.microsoft.com/office/drawing/2014/main" id="{DBFBDDD2-C1C2-1145-7D7B-68512C22D9EB}"/>
                    </a:ext>
                  </a:extLst>
                </p:cNvPr>
                <p:cNvSpPr/>
                <p:nvPr/>
              </p:nvSpPr>
              <p:spPr>
                <a:xfrm>
                  <a:off x="5361045" y="3146273"/>
                  <a:ext cx="43376" cy="54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76" h="54353" extrusionOk="0">
                      <a:moveTo>
                        <a:pt x="30327" y="54353"/>
                      </a:moveTo>
                      <a:lnTo>
                        <a:pt x="43376" y="45348"/>
                      </a:lnTo>
                      <a:lnTo>
                        <a:pt x="14456" y="3411"/>
                      </a:lnTo>
                      <a:cubicBezTo>
                        <a:pt x="11975" y="-191"/>
                        <a:pt x="6980" y="-1075"/>
                        <a:pt x="3411" y="1406"/>
                      </a:cubicBezTo>
                      <a:lnTo>
                        <a:pt x="3411" y="1406"/>
                      </a:lnTo>
                      <a:cubicBezTo>
                        <a:pt x="-191" y="3853"/>
                        <a:pt x="-1075" y="8815"/>
                        <a:pt x="1406" y="12451"/>
                      </a:cubicBezTo>
                      <a:lnTo>
                        <a:pt x="30361" y="5435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36" name="Google Shape;2091;p46">
              <a:extLst>
                <a:ext uri="{FF2B5EF4-FFF2-40B4-BE49-F238E27FC236}">
                  <a16:creationId xmlns:a16="http://schemas.microsoft.com/office/drawing/2014/main" id="{B9C3BE43-22FF-6DB2-774A-A0586CE7F54E}"/>
                </a:ext>
              </a:extLst>
            </p:cNvPr>
            <p:cNvGrpSpPr/>
            <p:nvPr/>
          </p:nvGrpSpPr>
          <p:grpSpPr>
            <a:xfrm>
              <a:off x="7173424" y="2351130"/>
              <a:ext cx="1068467" cy="932361"/>
              <a:chOff x="4168463" y="2302169"/>
              <a:chExt cx="472583" cy="418005"/>
            </a:xfrm>
          </p:grpSpPr>
          <p:sp>
            <p:nvSpPr>
              <p:cNvPr id="1637" name="Google Shape;2092;p46">
                <a:extLst>
                  <a:ext uri="{FF2B5EF4-FFF2-40B4-BE49-F238E27FC236}">
                    <a16:creationId xmlns:a16="http://schemas.microsoft.com/office/drawing/2014/main" id="{575FAA4B-E5FF-9040-744C-490DFDF5FB50}"/>
                  </a:ext>
                </a:extLst>
              </p:cNvPr>
              <p:cNvSpPr/>
              <p:nvPr/>
            </p:nvSpPr>
            <p:spPr>
              <a:xfrm>
                <a:off x="4193679" y="2335916"/>
                <a:ext cx="425889" cy="372126"/>
              </a:xfrm>
              <a:custGeom>
                <a:avLst/>
                <a:gdLst/>
                <a:ahLst/>
                <a:cxnLst/>
                <a:rect l="l" t="t" r="r" b="b"/>
                <a:pathLst>
                  <a:path w="425889" h="372126" extrusionOk="0">
                    <a:moveTo>
                      <a:pt x="150618" y="0"/>
                    </a:moveTo>
                    <a:lnTo>
                      <a:pt x="269324" y="0"/>
                    </a:lnTo>
                    <a:lnTo>
                      <a:pt x="425889" y="123396"/>
                    </a:lnTo>
                    <a:lnTo>
                      <a:pt x="425889" y="372126"/>
                    </a:lnTo>
                    <a:lnTo>
                      <a:pt x="0" y="372126"/>
                    </a:lnTo>
                    <a:lnTo>
                      <a:pt x="0" y="123396"/>
                    </a:lnTo>
                    <a:lnTo>
                      <a:pt x="15061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8" name="Google Shape;2093;p46">
                <a:extLst>
                  <a:ext uri="{FF2B5EF4-FFF2-40B4-BE49-F238E27FC236}">
                    <a16:creationId xmlns:a16="http://schemas.microsoft.com/office/drawing/2014/main" id="{45F38F06-1FA2-A528-55FF-CB7525226475}"/>
                  </a:ext>
                </a:extLst>
              </p:cNvPr>
              <p:cNvSpPr/>
              <p:nvPr/>
            </p:nvSpPr>
            <p:spPr>
              <a:xfrm>
                <a:off x="4193679" y="2459312"/>
                <a:ext cx="425889" cy="248695"/>
              </a:xfrm>
              <a:custGeom>
                <a:avLst/>
                <a:gdLst/>
                <a:ahLst/>
                <a:cxnLst/>
                <a:rect l="l" t="t" r="r" b="b"/>
                <a:pathLst>
                  <a:path w="425889" h="248695" extrusionOk="0">
                    <a:moveTo>
                      <a:pt x="0" y="0"/>
                    </a:moveTo>
                    <a:lnTo>
                      <a:pt x="425889" y="0"/>
                    </a:lnTo>
                    <a:lnTo>
                      <a:pt x="425889" y="248696"/>
                    </a:lnTo>
                    <a:lnTo>
                      <a:pt x="0" y="248696"/>
                    </a:lnTo>
                    <a:close/>
                  </a:path>
                </a:pathLst>
              </a:custGeom>
              <a:solidFill>
                <a:srgbClr val="161D1E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9" name="Google Shape;2094;p46">
                <a:extLst>
                  <a:ext uri="{FF2B5EF4-FFF2-40B4-BE49-F238E27FC236}">
                    <a16:creationId xmlns:a16="http://schemas.microsoft.com/office/drawing/2014/main" id="{6676E537-DE21-8A1B-26AF-5757E984B7B7}"/>
                  </a:ext>
                </a:extLst>
              </p:cNvPr>
              <p:cNvSpPr/>
              <p:nvPr/>
            </p:nvSpPr>
            <p:spPr>
              <a:xfrm>
                <a:off x="4488798" y="2459312"/>
                <a:ext cx="87781" cy="216920"/>
              </a:xfrm>
              <a:custGeom>
                <a:avLst/>
                <a:gdLst/>
                <a:ahLst/>
                <a:cxnLst/>
                <a:rect l="l" t="t" r="r" b="b"/>
                <a:pathLst>
                  <a:path w="87781" h="216920" extrusionOk="0">
                    <a:moveTo>
                      <a:pt x="0" y="0"/>
                    </a:moveTo>
                    <a:lnTo>
                      <a:pt x="87781" y="0"/>
                    </a:lnTo>
                    <a:lnTo>
                      <a:pt x="87781" y="216921"/>
                    </a:lnTo>
                    <a:lnTo>
                      <a:pt x="0" y="216921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2095;p46">
                <a:extLst>
                  <a:ext uri="{FF2B5EF4-FFF2-40B4-BE49-F238E27FC236}">
                    <a16:creationId xmlns:a16="http://schemas.microsoft.com/office/drawing/2014/main" id="{16E4F841-D409-EE54-C9F5-66A73AB46D23}"/>
                  </a:ext>
                </a:extLst>
              </p:cNvPr>
              <p:cNvSpPr/>
              <p:nvPr/>
            </p:nvSpPr>
            <p:spPr>
              <a:xfrm>
                <a:off x="4250229" y="2458904"/>
                <a:ext cx="60151" cy="216920"/>
              </a:xfrm>
              <a:custGeom>
                <a:avLst/>
                <a:gdLst/>
                <a:ahLst/>
                <a:cxnLst/>
                <a:rect l="l" t="t" r="r" b="b"/>
                <a:pathLst>
                  <a:path w="60151" h="216920" extrusionOk="0">
                    <a:moveTo>
                      <a:pt x="0" y="0"/>
                    </a:moveTo>
                    <a:lnTo>
                      <a:pt x="60152" y="0"/>
                    </a:lnTo>
                    <a:lnTo>
                      <a:pt x="60152" y="216921"/>
                    </a:lnTo>
                    <a:lnTo>
                      <a:pt x="0" y="216921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1" name="Google Shape;2096;p46">
                <a:extLst>
                  <a:ext uri="{FF2B5EF4-FFF2-40B4-BE49-F238E27FC236}">
                    <a16:creationId xmlns:a16="http://schemas.microsoft.com/office/drawing/2014/main" id="{133105A6-19F0-2E9A-DAAB-68626229F470}"/>
                  </a:ext>
                </a:extLst>
              </p:cNvPr>
              <p:cNvSpPr/>
              <p:nvPr/>
            </p:nvSpPr>
            <p:spPr>
              <a:xfrm>
                <a:off x="4423412" y="2335916"/>
                <a:ext cx="153166" cy="123396"/>
              </a:xfrm>
              <a:custGeom>
                <a:avLst/>
                <a:gdLst/>
                <a:ahLst/>
                <a:cxnLst/>
                <a:rect l="l" t="t" r="r" b="b"/>
                <a:pathLst>
                  <a:path w="153166" h="123396" extrusionOk="0">
                    <a:moveTo>
                      <a:pt x="0" y="0"/>
                    </a:moveTo>
                    <a:lnTo>
                      <a:pt x="65385" y="123396"/>
                    </a:lnTo>
                    <a:lnTo>
                      <a:pt x="153167" y="123396"/>
                    </a:lnTo>
                    <a:lnTo>
                      <a:pt x="224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2" name="Google Shape;2097;p46">
                <a:extLst>
                  <a:ext uri="{FF2B5EF4-FFF2-40B4-BE49-F238E27FC236}">
                    <a16:creationId xmlns:a16="http://schemas.microsoft.com/office/drawing/2014/main" id="{4DFED4D8-E560-F438-5566-7F47BA6178D4}"/>
                  </a:ext>
                </a:extLst>
              </p:cNvPr>
              <p:cNvSpPr/>
              <p:nvPr/>
            </p:nvSpPr>
            <p:spPr>
              <a:xfrm>
                <a:off x="4250229" y="2335916"/>
                <a:ext cx="114356" cy="122988"/>
              </a:xfrm>
              <a:custGeom>
                <a:avLst/>
                <a:gdLst/>
                <a:ahLst/>
                <a:cxnLst/>
                <a:rect l="l" t="t" r="r" b="b"/>
                <a:pathLst>
                  <a:path w="114356" h="122988" extrusionOk="0">
                    <a:moveTo>
                      <a:pt x="0" y="122989"/>
                    </a:moveTo>
                    <a:lnTo>
                      <a:pt x="114357" y="0"/>
                    </a:lnTo>
                    <a:lnTo>
                      <a:pt x="60186" y="122989"/>
                    </a:lnTo>
                    <a:lnTo>
                      <a:pt x="0" y="122989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3" name="Google Shape;2098;p46">
                <a:extLst>
                  <a:ext uri="{FF2B5EF4-FFF2-40B4-BE49-F238E27FC236}">
                    <a16:creationId xmlns:a16="http://schemas.microsoft.com/office/drawing/2014/main" id="{14CD78DE-6359-16B2-482C-7FB91AD0417F}"/>
                  </a:ext>
                </a:extLst>
              </p:cNvPr>
              <p:cNvSpPr/>
              <p:nvPr/>
            </p:nvSpPr>
            <p:spPr>
              <a:xfrm>
                <a:off x="4177741" y="2448267"/>
                <a:ext cx="8394" cy="241219"/>
              </a:xfrm>
              <a:custGeom>
                <a:avLst/>
                <a:gdLst/>
                <a:ahLst/>
                <a:cxnLst/>
                <a:rect l="l" t="t" r="r" b="b"/>
                <a:pathLst>
                  <a:path w="8394" h="241219" extrusionOk="0">
                    <a:moveTo>
                      <a:pt x="0" y="0"/>
                    </a:moveTo>
                    <a:lnTo>
                      <a:pt x="8394" y="0"/>
                    </a:lnTo>
                    <a:lnTo>
                      <a:pt x="8394" y="241219"/>
                    </a:lnTo>
                    <a:lnTo>
                      <a:pt x="0" y="24121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4" name="Google Shape;2099;p46">
                <a:extLst>
                  <a:ext uri="{FF2B5EF4-FFF2-40B4-BE49-F238E27FC236}">
                    <a16:creationId xmlns:a16="http://schemas.microsoft.com/office/drawing/2014/main" id="{691B5F9C-2859-DC58-58E8-0AB52BC44662}"/>
                  </a:ext>
                </a:extLst>
              </p:cNvPr>
              <p:cNvSpPr/>
              <p:nvPr/>
            </p:nvSpPr>
            <p:spPr>
              <a:xfrm>
                <a:off x="4627351" y="2449660"/>
                <a:ext cx="8428" cy="241219"/>
              </a:xfrm>
              <a:custGeom>
                <a:avLst/>
                <a:gdLst/>
                <a:ahLst/>
                <a:cxnLst/>
                <a:rect l="l" t="t" r="r" b="b"/>
                <a:pathLst>
                  <a:path w="8428" h="241219" extrusionOk="0">
                    <a:moveTo>
                      <a:pt x="0" y="0"/>
                    </a:moveTo>
                    <a:lnTo>
                      <a:pt x="8428" y="0"/>
                    </a:lnTo>
                    <a:lnTo>
                      <a:pt x="8428" y="241219"/>
                    </a:lnTo>
                    <a:lnTo>
                      <a:pt x="0" y="24121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5" name="Google Shape;2100;p46">
                <a:extLst>
                  <a:ext uri="{FF2B5EF4-FFF2-40B4-BE49-F238E27FC236}">
                    <a16:creationId xmlns:a16="http://schemas.microsoft.com/office/drawing/2014/main" id="{834425FF-ED24-BE4E-91DB-460507C26877}"/>
                  </a:ext>
                </a:extLst>
              </p:cNvPr>
              <p:cNvSpPr/>
              <p:nvPr/>
            </p:nvSpPr>
            <p:spPr>
              <a:xfrm>
                <a:off x="4177809" y="2324463"/>
                <a:ext cx="159657" cy="131858"/>
              </a:xfrm>
              <a:custGeom>
                <a:avLst/>
                <a:gdLst/>
                <a:ahLst/>
                <a:cxnLst/>
                <a:rect l="l" t="t" r="r" b="b"/>
                <a:pathLst>
                  <a:path w="159657" h="131858" extrusionOk="0">
                    <a:moveTo>
                      <a:pt x="0" y="125231"/>
                    </a:moveTo>
                    <a:lnTo>
                      <a:pt x="5166" y="131858"/>
                    </a:lnTo>
                    <a:lnTo>
                      <a:pt x="159658" y="10705"/>
                    </a:lnTo>
                    <a:lnTo>
                      <a:pt x="159658" y="0"/>
                    </a:lnTo>
                    <a:lnTo>
                      <a:pt x="0" y="12523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6" name="Google Shape;2101;p46">
                <a:extLst>
                  <a:ext uri="{FF2B5EF4-FFF2-40B4-BE49-F238E27FC236}">
                    <a16:creationId xmlns:a16="http://schemas.microsoft.com/office/drawing/2014/main" id="{2B9F9BF4-D7FF-08C4-2CDF-609C37ED4290}"/>
                  </a:ext>
                </a:extLst>
              </p:cNvPr>
              <p:cNvSpPr/>
              <p:nvPr/>
            </p:nvSpPr>
            <p:spPr>
              <a:xfrm>
                <a:off x="4476086" y="2325890"/>
                <a:ext cx="159623" cy="131824"/>
              </a:xfrm>
              <a:custGeom>
                <a:avLst/>
                <a:gdLst/>
                <a:ahLst/>
                <a:cxnLst/>
                <a:rect l="l" t="t" r="r" b="b"/>
                <a:pathLst>
                  <a:path w="159623" h="131824" extrusionOk="0">
                    <a:moveTo>
                      <a:pt x="159623" y="125231"/>
                    </a:moveTo>
                    <a:lnTo>
                      <a:pt x="154458" y="131824"/>
                    </a:lnTo>
                    <a:lnTo>
                      <a:pt x="0" y="10671"/>
                    </a:lnTo>
                    <a:lnTo>
                      <a:pt x="0" y="0"/>
                    </a:lnTo>
                    <a:lnTo>
                      <a:pt x="159623" y="12523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7" name="Google Shape;2102;p46">
                <a:extLst>
                  <a:ext uri="{FF2B5EF4-FFF2-40B4-BE49-F238E27FC236}">
                    <a16:creationId xmlns:a16="http://schemas.microsoft.com/office/drawing/2014/main" id="{9DE4E506-CDE1-62C3-E1CC-D56FF5290C70}"/>
                  </a:ext>
                </a:extLst>
              </p:cNvPr>
              <p:cNvSpPr/>
              <p:nvPr/>
            </p:nvSpPr>
            <p:spPr>
              <a:xfrm>
                <a:off x="4337398" y="2324089"/>
                <a:ext cx="138417" cy="11690"/>
              </a:xfrm>
              <a:custGeom>
                <a:avLst/>
                <a:gdLst/>
                <a:ahLst/>
                <a:cxnLst/>
                <a:rect l="l" t="t" r="r" b="b"/>
                <a:pathLst>
                  <a:path w="138417" h="11690" extrusionOk="0">
                    <a:moveTo>
                      <a:pt x="0" y="0"/>
                    </a:moveTo>
                    <a:lnTo>
                      <a:pt x="138417" y="0"/>
                    </a:lnTo>
                    <a:lnTo>
                      <a:pt x="138417" y="11690"/>
                    </a:lnTo>
                    <a:lnTo>
                      <a:pt x="0" y="1169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8" name="Google Shape;2103;p46">
                <a:extLst>
                  <a:ext uri="{FF2B5EF4-FFF2-40B4-BE49-F238E27FC236}">
                    <a16:creationId xmlns:a16="http://schemas.microsoft.com/office/drawing/2014/main" id="{A62FFED7-606E-422A-E4B1-1CFFC0701095}"/>
                  </a:ext>
                </a:extLst>
              </p:cNvPr>
              <p:cNvSpPr/>
              <p:nvPr/>
            </p:nvSpPr>
            <p:spPr>
              <a:xfrm>
                <a:off x="4337398" y="2302169"/>
                <a:ext cx="138417" cy="11690"/>
              </a:xfrm>
              <a:custGeom>
                <a:avLst/>
                <a:gdLst/>
                <a:ahLst/>
                <a:cxnLst/>
                <a:rect l="l" t="t" r="r" b="b"/>
                <a:pathLst>
                  <a:path w="138417" h="11690" extrusionOk="0">
                    <a:moveTo>
                      <a:pt x="0" y="0"/>
                    </a:moveTo>
                    <a:lnTo>
                      <a:pt x="138417" y="0"/>
                    </a:lnTo>
                    <a:lnTo>
                      <a:pt x="138417" y="11691"/>
                    </a:lnTo>
                    <a:lnTo>
                      <a:pt x="0" y="1169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9" name="Google Shape;2104;p46">
                <a:extLst>
                  <a:ext uri="{FF2B5EF4-FFF2-40B4-BE49-F238E27FC236}">
                    <a16:creationId xmlns:a16="http://schemas.microsoft.com/office/drawing/2014/main" id="{553CA403-2303-2C4D-E6AE-F4375B68D8E2}"/>
                  </a:ext>
                </a:extLst>
              </p:cNvPr>
              <p:cNvSpPr/>
              <p:nvPr/>
            </p:nvSpPr>
            <p:spPr>
              <a:xfrm>
                <a:off x="4168463" y="2676233"/>
                <a:ext cx="472583" cy="43941"/>
              </a:xfrm>
              <a:custGeom>
                <a:avLst/>
                <a:gdLst/>
                <a:ahLst/>
                <a:cxnLst/>
                <a:rect l="l" t="t" r="r" b="b"/>
                <a:pathLst>
                  <a:path w="472583" h="43941" extrusionOk="0">
                    <a:moveTo>
                      <a:pt x="0" y="0"/>
                    </a:moveTo>
                    <a:lnTo>
                      <a:pt x="472584" y="0"/>
                    </a:lnTo>
                    <a:lnTo>
                      <a:pt x="472584" y="43942"/>
                    </a:lnTo>
                    <a:lnTo>
                      <a:pt x="0" y="4394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2105;p46">
                <a:extLst>
                  <a:ext uri="{FF2B5EF4-FFF2-40B4-BE49-F238E27FC236}">
                    <a16:creationId xmlns:a16="http://schemas.microsoft.com/office/drawing/2014/main" id="{86A09A60-E01C-5A7D-0284-F568C9ADF092}"/>
                  </a:ext>
                </a:extLst>
              </p:cNvPr>
              <p:cNvSpPr/>
              <p:nvPr/>
            </p:nvSpPr>
            <p:spPr>
              <a:xfrm>
                <a:off x="4350549" y="2313010"/>
                <a:ext cx="111162" cy="11690"/>
              </a:xfrm>
              <a:custGeom>
                <a:avLst/>
                <a:gdLst/>
                <a:ahLst/>
                <a:cxnLst/>
                <a:rect l="l" t="t" r="r" b="b"/>
                <a:pathLst>
                  <a:path w="111162" h="11690" extrusionOk="0">
                    <a:moveTo>
                      <a:pt x="0" y="0"/>
                    </a:moveTo>
                    <a:lnTo>
                      <a:pt x="111162" y="0"/>
                    </a:lnTo>
                    <a:lnTo>
                      <a:pt x="111162" y="11691"/>
                    </a:lnTo>
                    <a:lnTo>
                      <a:pt x="0" y="1169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2106;p46">
                <a:extLst>
                  <a:ext uri="{FF2B5EF4-FFF2-40B4-BE49-F238E27FC236}">
                    <a16:creationId xmlns:a16="http://schemas.microsoft.com/office/drawing/2014/main" id="{3633A768-5BB7-22BE-4B7B-6439C2A574C2}"/>
                  </a:ext>
                </a:extLst>
              </p:cNvPr>
              <p:cNvSpPr/>
              <p:nvPr/>
            </p:nvSpPr>
            <p:spPr>
              <a:xfrm>
                <a:off x="4351049" y="2313010"/>
                <a:ext cx="111162" cy="11690"/>
              </a:xfrm>
              <a:custGeom>
                <a:avLst/>
                <a:gdLst/>
                <a:ahLst/>
                <a:cxnLst/>
                <a:rect l="l" t="t" r="r" b="b"/>
                <a:pathLst>
                  <a:path w="111162" h="11690" extrusionOk="0">
                    <a:moveTo>
                      <a:pt x="0" y="0"/>
                    </a:moveTo>
                    <a:lnTo>
                      <a:pt x="111162" y="0"/>
                    </a:lnTo>
                    <a:lnTo>
                      <a:pt x="111162" y="11691"/>
                    </a:lnTo>
                    <a:lnTo>
                      <a:pt x="0" y="11691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52496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03;p41">
            <a:extLst>
              <a:ext uri="{FF2B5EF4-FFF2-40B4-BE49-F238E27FC236}">
                <a16:creationId xmlns:a16="http://schemas.microsoft.com/office/drawing/2014/main" id="{457FE30A-691A-C93B-031B-DE2818E8E87C}"/>
              </a:ext>
            </a:extLst>
          </p:cNvPr>
          <p:cNvSpPr txBox="1">
            <a:spLocks/>
          </p:cNvSpPr>
          <p:nvPr/>
        </p:nvSpPr>
        <p:spPr>
          <a:xfrm>
            <a:off x="477139" y="248356"/>
            <a:ext cx="8776743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514350" indent="-514350">
              <a:buClr>
                <a:schemeClr val="accent2">
                  <a:lumMod val="50000"/>
                </a:schemeClr>
              </a:buClr>
              <a:buFont typeface="+mj-lt"/>
              <a:buAutoNum type="arabicPeriod" startAt="4"/>
            </a:pPr>
            <a:r>
              <a:rPr lang="en-US" dirty="0">
                <a:solidFill>
                  <a:schemeClr val="bg2"/>
                </a:solidFill>
              </a:rPr>
              <a:t>Conversion Funnel Analysis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500C7D-EC86-18D9-6031-3A29029CEA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3" t="114" r="1421" b="1103"/>
          <a:stretch>
            <a:fillRect/>
          </a:stretch>
        </p:blipFill>
        <p:spPr>
          <a:xfrm>
            <a:off x="534780" y="1263948"/>
            <a:ext cx="3907031" cy="29782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Google Shape;1745;p36">
            <a:extLst>
              <a:ext uri="{FF2B5EF4-FFF2-40B4-BE49-F238E27FC236}">
                <a16:creationId xmlns:a16="http://schemas.microsoft.com/office/drawing/2014/main" id="{4F1E3746-FC13-080B-0588-3A91C8C6D9D1}"/>
              </a:ext>
            </a:extLst>
          </p:cNvPr>
          <p:cNvSpPr txBox="1">
            <a:spLocks/>
          </p:cNvSpPr>
          <p:nvPr/>
        </p:nvSpPr>
        <p:spPr>
          <a:xfrm>
            <a:off x="4702190" y="849401"/>
            <a:ext cx="4949810" cy="339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100" dirty="0">
                <a:latin typeface="Montserrat" panose="00000500000000000000" pitchFamily="2" charset="0"/>
              </a:rPr>
              <a:t>Funnel Base Sessions → 266,356 (100%)</a:t>
            </a:r>
          </a:p>
          <a:p>
            <a:pPr algn="just">
              <a:lnSpc>
                <a:spcPct val="150000"/>
              </a:lnSpc>
            </a:pPr>
            <a:r>
              <a:rPr lang="en-US" sz="1100" dirty="0">
                <a:latin typeface="Montserrat" panose="00000500000000000000" pitchFamily="2" charset="0"/>
              </a:rPr>
              <a:t>                          ↓</a:t>
            </a:r>
          </a:p>
          <a:p>
            <a:pPr algn="just">
              <a:lnSpc>
                <a:spcPct val="150000"/>
              </a:lnSpc>
            </a:pPr>
            <a:r>
              <a:rPr lang="en-US" sz="1100" b="1" dirty="0">
                <a:solidFill>
                  <a:srgbClr val="FF0000"/>
                </a:solidFill>
                <a:latin typeface="Montserrat" panose="00000500000000000000" pitchFamily="2" charset="0"/>
              </a:rPr>
              <a:t>Funnel 1 - Products </a:t>
            </a:r>
            <a:r>
              <a:rPr lang="en-US" sz="1100" b="1" dirty="0">
                <a:latin typeface="Montserrat" panose="00000500000000000000" pitchFamily="2" charset="0"/>
              </a:rPr>
              <a:t>→ 149,089 (55.97%) ↓ </a:t>
            </a:r>
            <a:r>
              <a:rPr lang="en-US" sz="1100" b="1" dirty="0">
                <a:solidFill>
                  <a:srgbClr val="FF0000"/>
                </a:solidFill>
                <a:latin typeface="Montserrat" panose="00000500000000000000" pitchFamily="2" charset="0"/>
              </a:rPr>
              <a:t>44.03% drop</a:t>
            </a:r>
          </a:p>
          <a:p>
            <a:pPr algn="just">
              <a:lnSpc>
                <a:spcPct val="150000"/>
              </a:lnSpc>
            </a:pPr>
            <a:r>
              <a:rPr lang="en-US" sz="1100" dirty="0">
                <a:latin typeface="Montserrat" panose="00000500000000000000" pitchFamily="2" charset="0"/>
              </a:rPr>
              <a:t>                          ↓</a:t>
            </a:r>
          </a:p>
          <a:p>
            <a:pPr algn="just">
              <a:lnSpc>
                <a:spcPct val="150000"/>
              </a:lnSpc>
            </a:pPr>
            <a:r>
              <a:rPr lang="en-US" sz="1100" dirty="0">
                <a:latin typeface="Montserrat" panose="00000500000000000000" pitchFamily="2" charset="0"/>
              </a:rPr>
              <a:t>Funnel 2 - Product Details → 107,849 (40.49%) ↓ 15.48% drop</a:t>
            </a:r>
          </a:p>
          <a:p>
            <a:pPr algn="just">
              <a:lnSpc>
                <a:spcPct val="150000"/>
              </a:lnSpc>
            </a:pPr>
            <a:r>
              <a:rPr lang="en-US" sz="1100" dirty="0">
                <a:latin typeface="Montserrat" panose="00000500000000000000" pitchFamily="2" charset="0"/>
              </a:rPr>
              <a:t>                          ↓</a:t>
            </a:r>
          </a:p>
          <a:p>
            <a:pPr algn="just">
              <a:lnSpc>
                <a:spcPct val="150000"/>
              </a:lnSpc>
            </a:pPr>
            <a:r>
              <a:rPr lang="en-US" sz="1100" dirty="0">
                <a:latin typeface="Montserrat" panose="00000500000000000000" pitchFamily="2" charset="0"/>
              </a:rPr>
              <a:t>Funnel 3 - Cart → 54,038 (20.29%) ↓ 20.20% drop </a:t>
            </a:r>
          </a:p>
          <a:p>
            <a:pPr algn="just">
              <a:lnSpc>
                <a:spcPct val="150000"/>
              </a:lnSpc>
            </a:pPr>
            <a:r>
              <a:rPr lang="en-US" sz="1100" dirty="0">
                <a:latin typeface="Montserrat" panose="00000500000000000000" pitchFamily="2" charset="0"/>
              </a:rPr>
              <a:t>                          ↓</a:t>
            </a:r>
          </a:p>
          <a:p>
            <a:pPr algn="just">
              <a:lnSpc>
                <a:spcPct val="150000"/>
              </a:lnSpc>
            </a:pPr>
            <a:r>
              <a:rPr lang="en-US" sz="1100" dirty="0">
                <a:latin typeface="Montserrat" panose="00000500000000000000" pitchFamily="2" charset="0"/>
              </a:rPr>
              <a:t>Funnel 4 - Shipping → 36,547 (13.72%) ↓ 6.57% drop</a:t>
            </a:r>
          </a:p>
          <a:p>
            <a:pPr algn="just">
              <a:lnSpc>
                <a:spcPct val="150000"/>
              </a:lnSpc>
            </a:pPr>
            <a:r>
              <a:rPr lang="en-US" sz="1100" dirty="0">
                <a:latin typeface="Montserrat" panose="00000500000000000000" pitchFamily="2" charset="0"/>
              </a:rPr>
              <a:t>                          ↓</a:t>
            </a:r>
          </a:p>
          <a:p>
            <a:pPr algn="just">
              <a:lnSpc>
                <a:spcPct val="150000"/>
              </a:lnSpc>
            </a:pPr>
            <a:r>
              <a:rPr lang="en-US" sz="1100" dirty="0">
                <a:latin typeface="Montserrat" panose="00000500000000000000" pitchFamily="2" charset="0"/>
              </a:rPr>
              <a:t>Funnel 5 - Billing → 29,451 (11.06%) ↓ 2.66% drop</a:t>
            </a:r>
          </a:p>
          <a:p>
            <a:pPr algn="just">
              <a:lnSpc>
                <a:spcPct val="150000"/>
              </a:lnSpc>
            </a:pPr>
            <a:r>
              <a:rPr lang="en-US" sz="1100" dirty="0">
                <a:latin typeface="Montserrat" panose="00000500000000000000" pitchFamily="2" charset="0"/>
              </a:rPr>
              <a:t>                          ↓</a:t>
            </a:r>
          </a:p>
          <a:p>
            <a:pPr algn="just">
              <a:lnSpc>
                <a:spcPct val="150000"/>
              </a:lnSpc>
            </a:pPr>
            <a:r>
              <a:rPr lang="en-US" sz="1100" dirty="0">
                <a:latin typeface="Montserrat" panose="00000500000000000000" pitchFamily="2" charset="0"/>
              </a:rPr>
              <a:t>Funnel 6 - Thank You → 18,304 (6.87%) ↓ 4.19% drop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706DD7-A9D1-8104-6C57-89AB0B2D0A4D}"/>
              </a:ext>
            </a:extLst>
          </p:cNvPr>
          <p:cNvSpPr txBox="1"/>
          <p:nvPr/>
        </p:nvSpPr>
        <p:spPr>
          <a:xfrm>
            <a:off x="639233" y="4355696"/>
            <a:ext cx="7865534" cy="7878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just">
              <a:lnSpc>
                <a:spcPct val="150000"/>
              </a:lnSpc>
              <a:defRPr sz="1200" b="1">
                <a:latin typeface="Montserrat" panose="00000500000000000000" pitchFamily="2" charset="0"/>
              </a:defRPr>
            </a:lvl1pPr>
          </a:lstStyle>
          <a:p>
            <a:pPr algn="ctr"/>
            <a:r>
              <a:rPr lang="en-US" sz="1100" b="0" i="1" dirty="0"/>
              <a:t>“If we could improve the conversion rate at this step by </a:t>
            </a:r>
            <a:r>
              <a:rPr lang="en-US" sz="1100" i="1" dirty="0"/>
              <a:t>10 percentage points</a:t>
            </a:r>
            <a:r>
              <a:rPr lang="en-US" sz="1100" b="0" i="1" dirty="0"/>
              <a:t>, </a:t>
            </a:r>
          </a:p>
          <a:p>
            <a:pPr algn="ctr"/>
            <a:r>
              <a:rPr lang="en-US" sz="1100" b="0" i="1" dirty="0"/>
              <a:t>it would generate approximately </a:t>
            </a:r>
            <a:r>
              <a:rPr lang="en-US" sz="1100" i="1" dirty="0"/>
              <a:t>$77.51K </a:t>
            </a:r>
            <a:r>
              <a:rPr lang="en-US" sz="1100" b="0" i="1" dirty="0"/>
              <a:t>in additional monthly revenue”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2">
          <a:extLst>
            <a:ext uri="{FF2B5EF4-FFF2-40B4-BE49-F238E27FC236}">
              <a16:creationId xmlns:a16="http://schemas.microsoft.com/office/drawing/2014/main" id="{9316A822-1F0F-48B3-6011-6E7382233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03;p41">
            <a:extLst>
              <a:ext uri="{FF2B5EF4-FFF2-40B4-BE49-F238E27FC236}">
                <a16:creationId xmlns:a16="http://schemas.microsoft.com/office/drawing/2014/main" id="{C80D270C-77FF-CE71-C099-00856918431F}"/>
              </a:ext>
            </a:extLst>
          </p:cNvPr>
          <p:cNvSpPr txBox="1">
            <a:spLocks/>
          </p:cNvSpPr>
          <p:nvPr/>
        </p:nvSpPr>
        <p:spPr>
          <a:xfrm>
            <a:off x="183625" y="132202"/>
            <a:ext cx="8776743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514350" indent="-514350">
              <a:buClr>
                <a:schemeClr val="accent2">
                  <a:lumMod val="50000"/>
                </a:schemeClr>
              </a:buClr>
              <a:buFont typeface="+mj-lt"/>
              <a:buAutoNum type="arabicPeriod" startAt="5"/>
            </a:pPr>
            <a:r>
              <a:rPr lang="en-US" dirty="0">
                <a:solidFill>
                  <a:schemeClr val="bg2"/>
                </a:solidFill>
              </a:rPr>
              <a:t>Landing Page / Billing Page Test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EC9EDA-5573-8F20-8BF9-EC2146281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292" y="963305"/>
            <a:ext cx="4055413" cy="23020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8F4264-DB48-B570-AC9F-AE90D44C27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08" t="65593" r="7169" b="12316"/>
          <a:stretch>
            <a:fillRect/>
          </a:stretch>
        </p:blipFill>
        <p:spPr>
          <a:xfrm>
            <a:off x="2805286" y="3782501"/>
            <a:ext cx="3533423" cy="7953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7047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6">
          <a:extLst>
            <a:ext uri="{FF2B5EF4-FFF2-40B4-BE49-F238E27FC236}">
              <a16:creationId xmlns:a16="http://schemas.microsoft.com/office/drawing/2014/main" id="{96F9F2F4-0988-127F-EE0D-089A9F2A1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03;p41">
            <a:extLst>
              <a:ext uri="{FF2B5EF4-FFF2-40B4-BE49-F238E27FC236}">
                <a16:creationId xmlns:a16="http://schemas.microsoft.com/office/drawing/2014/main" id="{FE00F14E-2273-82B0-E6E8-D5CBA295BC89}"/>
              </a:ext>
            </a:extLst>
          </p:cNvPr>
          <p:cNvSpPr txBox="1">
            <a:spLocks/>
          </p:cNvSpPr>
          <p:nvPr/>
        </p:nvSpPr>
        <p:spPr>
          <a:xfrm>
            <a:off x="457887" y="270933"/>
            <a:ext cx="8147572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514350" indent="-514350">
              <a:buClr>
                <a:schemeClr val="accent2">
                  <a:lumMod val="50000"/>
                </a:schemeClr>
              </a:buClr>
              <a:buFont typeface="+mj-lt"/>
              <a:buAutoNum type="arabicPeriod" startAt="6"/>
            </a:pPr>
            <a:r>
              <a:rPr lang="en-US" dirty="0">
                <a:solidFill>
                  <a:schemeClr val="bg2"/>
                </a:solidFill>
              </a:rPr>
              <a:t>1. Product revenue &amp; margin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B5E9AE-A571-EDD2-D0BF-9843A483D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399" y="808522"/>
            <a:ext cx="4643059" cy="18861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3251C5-76D7-D06F-A416-8C22B28D3D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4"/>
          <a:stretch>
            <a:fillRect/>
          </a:stretch>
        </p:blipFill>
        <p:spPr>
          <a:xfrm>
            <a:off x="3962399" y="2920161"/>
            <a:ext cx="4643060" cy="20100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EEAB9A-45C5-339B-B37D-5DE4265E6FCF}"/>
              </a:ext>
            </a:extLst>
          </p:cNvPr>
          <p:cNvSpPr txBox="1"/>
          <p:nvPr/>
        </p:nvSpPr>
        <p:spPr>
          <a:xfrm>
            <a:off x="124069" y="1328754"/>
            <a:ext cx="3722511" cy="273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just">
              <a:lnSpc>
                <a:spcPct val="150000"/>
              </a:lnSpc>
              <a:defRPr sz="1200" b="1">
                <a:latin typeface="Montserrat" panose="00000500000000000000" pitchFamily="2" charset="0"/>
              </a:defRPr>
            </a:lvl1pPr>
          </a:lstStyle>
          <a:p>
            <a:r>
              <a:rPr lang="en-US" b="0" dirty="0"/>
              <a:t>The priority product is </a:t>
            </a:r>
            <a:r>
              <a:rPr lang="en-US" dirty="0"/>
              <a:t>The Original Mr. Fuzzy</a:t>
            </a:r>
            <a:r>
              <a:rPr lang="en-US" b="0" dirty="0"/>
              <a:t>, as it generates the </a:t>
            </a:r>
            <a:r>
              <a:rPr lang="en-US" dirty="0"/>
              <a:t>highest total revenue </a:t>
            </a:r>
            <a:r>
              <a:rPr lang="en-US" b="0" dirty="0"/>
              <a:t>(about 170K), significantly outperforming all other products. This strong sales performance, combined with its high margin, indicates it is the most valuable product to focus on.</a:t>
            </a:r>
          </a:p>
        </p:txBody>
      </p:sp>
    </p:spTree>
    <p:extLst>
      <p:ext uri="{BB962C8B-B14F-4D97-AF65-F5344CB8AC3E}">
        <p14:creationId xmlns:p14="http://schemas.microsoft.com/office/powerpoint/2010/main" val="3412969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03;p41">
            <a:extLst>
              <a:ext uri="{FF2B5EF4-FFF2-40B4-BE49-F238E27FC236}">
                <a16:creationId xmlns:a16="http://schemas.microsoft.com/office/drawing/2014/main" id="{0EB374D9-B8CD-9C7A-75E6-6EACBC29A1E4}"/>
              </a:ext>
            </a:extLst>
          </p:cNvPr>
          <p:cNvSpPr txBox="1">
            <a:spLocks/>
          </p:cNvSpPr>
          <p:nvPr/>
        </p:nvSpPr>
        <p:spPr>
          <a:xfrm>
            <a:off x="457887" y="270933"/>
            <a:ext cx="8147572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514350" indent="-514350">
              <a:buClr>
                <a:schemeClr val="accent2">
                  <a:lumMod val="50000"/>
                </a:schemeClr>
              </a:buClr>
              <a:buFont typeface="+mj-lt"/>
              <a:buAutoNum type="arabicPeriod" startAt="6"/>
            </a:pPr>
            <a:r>
              <a:rPr lang="en-US" dirty="0">
                <a:solidFill>
                  <a:schemeClr val="bg2"/>
                </a:solidFill>
              </a:rPr>
              <a:t>2. Seasonal demand patterns &amp; refund rate trend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D77275-2D57-EE9C-DBCB-61B697FA99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2" r="1463"/>
          <a:stretch>
            <a:fillRect/>
          </a:stretch>
        </p:blipFill>
        <p:spPr>
          <a:xfrm>
            <a:off x="1698161" y="1333500"/>
            <a:ext cx="5667023" cy="2476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03;p41">
            <a:extLst>
              <a:ext uri="{FF2B5EF4-FFF2-40B4-BE49-F238E27FC236}">
                <a16:creationId xmlns:a16="http://schemas.microsoft.com/office/drawing/2014/main" id="{4F485EDC-0267-62D7-D47C-CE773141263C}"/>
              </a:ext>
            </a:extLst>
          </p:cNvPr>
          <p:cNvSpPr txBox="1">
            <a:spLocks/>
          </p:cNvSpPr>
          <p:nvPr/>
        </p:nvSpPr>
        <p:spPr>
          <a:xfrm>
            <a:off x="457887" y="270933"/>
            <a:ext cx="8147572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514350" indent="-514350">
              <a:buClr>
                <a:schemeClr val="accent2">
                  <a:lumMod val="50000"/>
                </a:schemeClr>
              </a:buClr>
              <a:buFont typeface="+mj-lt"/>
              <a:buAutoNum type="arabicPeriod" startAt="7"/>
            </a:pPr>
            <a:r>
              <a:rPr lang="en-US" dirty="0">
                <a:solidFill>
                  <a:schemeClr val="bg2"/>
                </a:solidFill>
              </a:rPr>
              <a:t>Repeat Customer Behavior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13D8CA-6B50-4EE3-A5A8-445A08AED0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56" t="1026" r="2790" b="3727"/>
          <a:stretch>
            <a:fillRect/>
          </a:stretch>
        </p:blipFill>
        <p:spPr>
          <a:xfrm>
            <a:off x="5061864" y="3057127"/>
            <a:ext cx="3156407" cy="16729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F764A3-9465-1E0C-2CF3-DF6EA2A05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854" y="898833"/>
            <a:ext cx="2857899" cy="38312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292A55-3F78-693A-0A3A-3650BBA3E7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33" t="7104" r="5126" b="13182"/>
          <a:stretch>
            <a:fillRect/>
          </a:stretch>
        </p:blipFill>
        <p:spPr>
          <a:xfrm>
            <a:off x="5061865" y="1402100"/>
            <a:ext cx="3156406" cy="835202"/>
          </a:xfrm>
          <a:prstGeom prst="roundRect">
            <a:avLst>
              <a:gd name="adj" fmla="val 1126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13" name="Google Shape;2122;p47">
            <a:extLst>
              <a:ext uri="{FF2B5EF4-FFF2-40B4-BE49-F238E27FC236}">
                <a16:creationId xmlns:a16="http://schemas.microsoft.com/office/drawing/2014/main" id="{D2DA3DDC-DBA7-5DE7-6687-692E5C1D319D}"/>
              </a:ext>
            </a:extLst>
          </p:cNvPr>
          <p:cNvGrpSpPr/>
          <p:nvPr/>
        </p:nvGrpSpPr>
        <p:grpSpPr>
          <a:xfrm rot="9475069">
            <a:off x="3422990" y="-1513134"/>
            <a:ext cx="1423667" cy="1422703"/>
            <a:chOff x="2529992" y="3333695"/>
            <a:chExt cx="367436" cy="370053"/>
          </a:xfrm>
        </p:grpSpPr>
        <p:sp>
          <p:nvSpPr>
            <p:cNvPr id="14" name="Google Shape;2123;p47">
              <a:extLst>
                <a:ext uri="{FF2B5EF4-FFF2-40B4-BE49-F238E27FC236}">
                  <a16:creationId xmlns:a16="http://schemas.microsoft.com/office/drawing/2014/main" id="{4BE30359-1DF3-5835-B05B-3B596A748A09}"/>
                </a:ext>
              </a:extLst>
            </p:cNvPr>
            <p:cNvSpPr/>
            <p:nvPr/>
          </p:nvSpPr>
          <p:spPr>
            <a:xfrm>
              <a:off x="2529992" y="3333695"/>
              <a:ext cx="367402" cy="370053"/>
            </a:xfrm>
            <a:custGeom>
              <a:avLst/>
              <a:gdLst/>
              <a:ahLst/>
              <a:cxnLst/>
              <a:rect l="l" t="t" r="r" b="b"/>
              <a:pathLst>
                <a:path w="367402" h="370053" extrusionOk="0">
                  <a:moveTo>
                    <a:pt x="199827" y="32319"/>
                  </a:moveTo>
                  <a:cubicBezTo>
                    <a:pt x="206793" y="33032"/>
                    <a:pt x="213624" y="34222"/>
                    <a:pt x="220285" y="35853"/>
                  </a:cubicBezTo>
                  <a:lnTo>
                    <a:pt x="238908" y="8224"/>
                  </a:lnTo>
                  <a:lnTo>
                    <a:pt x="254337" y="13831"/>
                  </a:lnTo>
                  <a:lnTo>
                    <a:pt x="251075" y="47034"/>
                  </a:lnTo>
                  <a:cubicBezTo>
                    <a:pt x="257328" y="50093"/>
                    <a:pt x="263309" y="53559"/>
                    <a:pt x="269086" y="57399"/>
                  </a:cubicBezTo>
                  <a:lnTo>
                    <a:pt x="296036" y="37790"/>
                  </a:lnTo>
                  <a:lnTo>
                    <a:pt x="308610" y="48325"/>
                  </a:lnTo>
                  <a:lnTo>
                    <a:pt x="294201" y="78435"/>
                  </a:lnTo>
                  <a:cubicBezTo>
                    <a:pt x="298992" y="83397"/>
                    <a:pt x="303445" y="88699"/>
                    <a:pt x="307557" y="94306"/>
                  </a:cubicBezTo>
                  <a:lnTo>
                    <a:pt x="339637" y="85062"/>
                  </a:lnTo>
                  <a:lnTo>
                    <a:pt x="347828" y="99302"/>
                  </a:lnTo>
                  <a:lnTo>
                    <a:pt x="324005" y="122649"/>
                  </a:lnTo>
                  <a:cubicBezTo>
                    <a:pt x="326792" y="128936"/>
                    <a:pt x="329204" y="135461"/>
                    <a:pt x="331141" y="142156"/>
                  </a:cubicBezTo>
                  <a:lnTo>
                    <a:pt x="364378" y="144467"/>
                  </a:lnTo>
                  <a:lnTo>
                    <a:pt x="367232" y="160643"/>
                  </a:lnTo>
                  <a:lnTo>
                    <a:pt x="336851" y="174440"/>
                  </a:lnTo>
                  <a:cubicBezTo>
                    <a:pt x="337089" y="177975"/>
                    <a:pt x="337225" y="181509"/>
                    <a:pt x="337225" y="185078"/>
                  </a:cubicBezTo>
                  <a:cubicBezTo>
                    <a:pt x="337225" y="188476"/>
                    <a:pt x="337089" y="191840"/>
                    <a:pt x="336885" y="195171"/>
                  </a:cubicBezTo>
                  <a:lnTo>
                    <a:pt x="367403" y="208731"/>
                  </a:lnTo>
                  <a:lnTo>
                    <a:pt x="364548" y="224907"/>
                  </a:lnTo>
                  <a:lnTo>
                    <a:pt x="331277" y="227456"/>
                  </a:lnTo>
                  <a:cubicBezTo>
                    <a:pt x="329340" y="234151"/>
                    <a:pt x="326995" y="240676"/>
                    <a:pt x="324209" y="246963"/>
                  </a:cubicBezTo>
                  <a:lnTo>
                    <a:pt x="348201" y="270106"/>
                  </a:lnTo>
                  <a:lnTo>
                    <a:pt x="340011" y="284345"/>
                  </a:lnTo>
                  <a:lnTo>
                    <a:pt x="307794" y="275374"/>
                  </a:lnTo>
                  <a:cubicBezTo>
                    <a:pt x="303716" y="280981"/>
                    <a:pt x="299298" y="286282"/>
                    <a:pt x="294507" y="291278"/>
                  </a:cubicBezTo>
                  <a:lnTo>
                    <a:pt x="309188" y="321286"/>
                  </a:lnTo>
                  <a:lnTo>
                    <a:pt x="296614" y="331821"/>
                  </a:lnTo>
                  <a:lnTo>
                    <a:pt x="269460" y="312382"/>
                  </a:lnTo>
                  <a:cubicBezTo>
                    <a:pt x="263751" y="316256"/>
                    <a:pt x="257770" y="319723"/>
                    <a:pt x="251551" y="322815"/>
                  </a:cubicBezTo>
                  <a:lnTo>
                    <a:pt x="255051" y="355984"/>
                  </a:lnTo>
                  <a:lnTo>
                    <a:pt x="239622" y="361591"/>
                  </a:lnTo>
                  <a:lnTo>
                    <a:pt x="220761" y="334064"/>
                  </a:lnTo>
                  <a:cubicBezTo>
                    <a:pt x="214100" y="335729"/>
                    <a:pt x="207269" y="336953"/>
                    <a:pt x="200302" y="337700"/>
                  </a:cubicBezTo>
                  <a:lnTo>
                    <a:pt x="192282" y="370053"/>
                  </a:lnTo>
                  <a:lnTo>
                    <a:pt x="175868" y="370053"/>
                  </a:lnTo>
                  <a:lnTo>
                    <a:pt x="167542" y="337734"/>
                  </a:lnTo>
                  <a:cubicBezTo>
                    <a:pt x="160575" y="336987"/>
                    <a:pt x="153744" y="335797"/>
                    <a:pt x="147083" y="334200"/>
                  </a:cubicBezTo>
                  <a:lnTo>
                    <a:pt x="128460" y="361863"/>
                  </a:lnTo>
                  <a:lnTo>
                    <a:pt x="113031" y="356256"/>
                  </a:lnTo>
                  <a:lnTo>
                    <a:pt x="116294" y="323053"/>
                  </a:lnTo>
                  <a:cubicBezTo>
                    <a:pt x="110041" y="319995"/>
                    <a:pt x="104059" y="316528"/>
                    <a:pt x="98316" y="312688"/>
                  </a:cubicBezTo>
                  <a:lnTo>
                    <a:pt x="71333" y="332331"/>
                  </a:lnTo>
                  <a:lnTo>
                    <a:pt x="58759" y="321762"/>
                  </a:lnTo>
                  <a:lnTo>
                    <a:pt x="73202" y="291618"/>
                  </a:lnTo>
                  <a:cubicBezTo>
                    <a:pt x="68410" y="286656"/>
                    <a:pt x="63924" y="281389"/>
                    <a:pt x="59846" y="275815"/>
                  </a:cubicBezTo>
                  <a:lnTo>
                    <a:pt x="27765" y="285025"/>
                  </a:lnTo>
                  <a:lnTo>
                    <a:pt x="19541" y="270819"/>
                  </a:lnTo>
                  <a:lnTo>
                    <a:pt x="43364" y="247472"/>
                  </a:lnTo>
                  <a:cubicBezTo>
                    <a:pt x="40577" y="241185"/>
                    <a:pt x="38164" y="234694"/>
                    <a:pt x="36227" y="228000"/>
                  </a:cubicBezTo>
                  <a:lnTo>
                    <a:pt x="2991" y="225689"/>
                  </a:lnTo>
                  <a:lnTo>
                    <a:pt x="136" y="209512"/>
                  </a:lnTo>
                  <a:lnTo>
                    <a:pt x="30518" y="195715"/>
                  </a:lnTo>
                  <a:cubicBezTo>
                    <a:pt x="30280" y="192181"/>
                    <a:pt x="30144" y="188646"/>
                    <a:pt x="30144" y="185078"/>
                  </a:cubicBezTo>
                  <a:cubicBezTo>
                    <a:pt x="30144" y="181509"/>
                    <a:pt x="30280" y="178281"/>
                    <a:pt x="30484" y="174950"/>
                  </a:cubicBezTo>
                  <a:lnTo>
                    <a:pt x="0" y="161391"/>
                  </a:lnTo>
                  <a:lnTo>
                    <a:pt x="2855" y="145214"/>
                  </a:lnTo>
                  <a:lnTo>
                    <a:pt x="36091" y="142665"/>
                  </a:lnTo>
                  <a:cubicBezTo>
                    <a:pt x="38028" y="135937"/>
                    <a:pt x="40373" y="129445"/>
                    <a:pt x="43160" y="123124"/>
                  </a:cubicBezTo>
                  <a:lnTo>
                    <a:pt x="19167" y="99982"/>
                  </a:lnTo>
                  <a:lnTo>
                    <a:pt x="27357" y="85776"/>
                  </a:lnTo>
                  <a:lnTo>
                    <a:pt x="59506" y="94748"/>
                  </a:lnTo>
                  <a:cubicBezTo>
                    <a:pt x="63584" y="89140"/>
                    <a:pt x="68036" y="83839"/>
                    <a:pt x="72828" y="78843"/>
                  </a:cubicBezTo>
                  <a:lnTo>
                    <a:pt x="58181" y="48835"/>
                  </a:lnTo>
                  <a:lnTo>
                    <a:pt x="70755" y="38300"/>
                  </a:lnTo>
                  <a:lnTo>
                    <a:pt x="97874" y="57705"/>
                  </a:lnTo>
                  <a:cubicBezTo>
                    <a:pt x="103584" y="53831"/>
                    <a:pt x="109599" y="50364"/>
                    <a:pt x="115818" y="47272"/>
                  </a:cubicBezTo>
                  <a:lnTo>
                    <a:pt x="112317" y="14104"/>
                  </a:lnTo>
                  <a:lnTo>
                    <a:pt x="127746" y="8496"/>
                  </a:lnTo>
                  <a:lnTo>
                    <a:pt x="146574" y="35989"/>
                  </a:lnTo>
                  <a:cubicBezTo>
                    <a:pt x="153234" y="34324"/>
                    <a:pt x="160031" y="33101"/>
                    <a:pt x="166998" y="32353"/>
                  </a:cubicBezTo>
                  <a:lnTo>
                    <a:pt x="175052" y="0"/>
                  </a:lnTo>
                  <a:lnTo>
                    <a:pt x="191467" y="0"/>
                  </a:lnTo>
                  <a:lnTo>
                    <a:pt x="199793" y="32285"/>
                  </a:lnTo>
                  <a:lnTo>
                    <a:pt x="199793" y="32285"/>
                  </a:lnTo>
                  <a:close/>
                  <a:moveTo>
                    <a:pt x="243870" y="150312"/>
                  </a:moveTo>
                  <a:cubicBezTo>
                    <a:pt x="239690" y="143073"/>
                    <a:pt x="230412" y="140592"/>
                    <a:pt x="223174" y="144772"/>
                  </a:cubicBezTo>
                  <a:cubicBezTo>
                    <a:pt x="215935" y="148952"/>
                    <a:pt x="213420" y="158230"/>
                    <a:pt x="217635" y="165469"/>
                  </a:cubicBezTo>
                  <a:cubicBezTo>
                    <a:pt x="221815" y="172707"/>
                    <a:pt x="231058" y="175188"/>
                    <a:pt x="238331" y="171008"/>
                  </a:cubicBezTo>
                  <a:cubicBezTo>
                    <a:pt x="245569" y="166828"/>
                    <a:pt x="248050" y="157584"/>
                    <a:pt x="243870" y="150312"/>
                  </a:cubicBezTo>
                  <a:lnTo>
                    <a:pt x="243870" y="150312"/>
                  </a:lnTo>
                  <a:close/>
                  <a:moveTo>
                    <a:pt x="183684" y="115546"/>
                  </a:moveTo>
                  <a:cubicBezTo>
                    <a:pt x="175324" y="115546"/>
                    <a:pt x="168527" y="122343"/>
                    <a:pt x="168527" y="130703"/>
                  </a:cubicBezTo>
                  <a:cubicBezTo>
                    <a:pt x="168527" y="139063"/>
                    <a:pt x="175324" y="145860"/>
                    <a:pt x="183684" y="145860"/>
                  </a:cubicBezTo>
                  <a:cubicBezTo>
                    <a:pt x="192044" y="145860"/>
                    <a:pt x="198841" y="139063"/>
                    <a:pt x="198841" y="130703"/>
                  </a:cubicBezTo>
                  <a:cubicBezTo>
                    <a:pt x="198841" y="122343"/>
                    <a:pt x="192044" y="115546"/>
                    <a:pt x="183684" y="115546"/>
                  </a:cubicBezTo>
                  <a:lnTo>
                    <a:pt x="183684" y="115546"/>
                  </a:lnTo>
                  <a:close/>
                  <a:moveTo>
                    <a:pt x="123498" y="150278"/>
                  </a:moveTo>
                  <a:cubicBezTo>
                    <a:pt x="119318" y="157516"/>
                    <a:pt x="121799" y="166794"/>
                    <a:pt x="129038" y="170940"/>
                  </a:cubicBezTo>
                  <a:cubicBezTo>
                    <a:pt x="136276" y="175154"/>
                    <a:pt x="145554" y="172673"/>
                    <a:pt x="149734" y="165401"/>
                  </a:cubicBezTo>
                  <a:cubicBezTo>
                    <a:pt x="153914" y="158162"/>
                    <a:pt x="151433" y="148884"/>
                    <a:pt x="144194" y="144738"/>
                  </a:cubicBezTo>
                  <a:cubicBezTo>
                    <a:pt x="136956" y="140558"/>
                    <a:pt x="127678" y="143039"/>
                    <a:pt x="123464" y="150278"/>
                  </a:cubicBezTo>
                  <a:lnTo>
                    <a:pt x="123464" y="150278"/>
                  </a:lnTo>
                  <a:close/>
                  <a:moveTo>
                    <a:pt x="123498" y="219776"/>
                  </a:moveTo>
                  <a:cubicBezTo>
                    <a:pt x="127678" y="227014"/>
                    <a:pt x="136956" y="229495"/>
                    <a:pt x="144194" y="225315"/>
                  </a:cubicBezTo>
                  <a:cubicBezTo>
                    <a:pt x="151433" y="221135"/>
                    <a:pt x="153914" y="211857"/>
                    <a:pt x="149734" y="204618"/>
                  </a:cubicBezTo>
                  <a:cubicBezTo>
                    <a:pt x="145554" y="197380"/>
                    <a:pt x="136276" y="194899"/>
                    <a:pt x="129038" y="199079"/>
                  </a:cubicBezTo>
                  <a:cubicBezTo>
                    <a:pt x="121799" y="203259"/>
                    <a:pt x="119318" y="212503"/>
                    <a:pt x="123498" y="219776"/>
                  </a:cubicBezTo>
                  <a:lnTo>
                    <a:pt x="123498" y="219776"/>
                  </a:lnTo>
                  <a:close/>
                  <a:moveTo>
                    <a:pt x="183684" y="162003"/>
                  </a:moveTo>
                  <a:cubicBezTo>
                    <a:pt x="170974" y="162003"/>
                    <a:pt x="160677" y="172299"/>
                    <a:pt x="160677" y="185043"/>
                  </a:cubicBezTo>
                  <a:cubicBezTo>
                    <a:pt x="160677" y="197788"/>
                    <a:pt x="171008" y="208051"/>
                    <a:pt x="183684" y="208051"/>
                  </a:cubicBezTo>
                  <a:cubicBezTo>
                    <a:pt x="196360" y="208051"/>
                    <a:pt x="206725" y="197720"/>
                    <a:pt x="206725" y="185043"/>
                  </a:cubicBezTo>
                  <a:cubicBezTo>
                    <a:pt x="206725" y="172367"/>
                    <a:pt x="196395" y="162003"/>
                    <a:pt x="183684" y="162003"/>
                  </a:cubicBezTo>
                  <a:lnTo>
                    <a:pt x="183684" y="162003"/>
                  </a:lnTo>
                  <a:close/>
                  <a:moveTo>
                    <a:pt x="183684" y="254541"/>
                  </a:moveTo>
                  <a:cubicBezTo>
                    <a:pt x="192044" y="254541"/>
                    <a:pt x="198841" y="247744"/>
                    <a:pt x="198841" y="239384"/>
                  </a:cubicBezTo>
                  <a:cubicBezTo>
                    <a:pt x="198841" y="231024"/>
                    <a:pt x="192044" y="224227"/>
                    <a:pt x="183684" y="224227"/>
                  </a:cubicBezTo>
                  <a:cubicBezTo>
                    <a:pt x="175324" y="224227"/>
                    <a:pt x="168561" y="231024"/>
                    <a:pt x="168561" y="239384"/>
                  </a:cubicBezTo>
                  <a:cubicBezTo>
                    <a:pt x="168561" y="247744"/>
                    <a:pt x="175324" y="254541"/>
                    <a:pt x="183684" y="254541"/>
                  </a:cubicBezTo>
                  <a:lnTo>
                    <a:pt x="183684" y="254541"/>
                  </a:lnTo>
                  <a:close/>
                  <a:moveTo>
                    <a:pt x="243870" y="219809"/>
                  </a:moveTo>
                  <a:cubicBezTo>
                    <a:pt x="248084" y="212571"/>
                    <a:pt x="245603" y="203293"/>
                    <a:pt x="238331" y="199113"/>
                  </a:cubicBezTo>
                  <a:cubicBezTo>
                    <a:pt x="231092" y="194933"/>
                    <a:pt x="221849" y="197414"/>
                    <a:pt x="217635" y="204652"/>
                  </a:cubicBezTo>
                  <a:cubicBezTo>
                    <a:pt x="213454" y="211891"/>
                    <a:pt x="215935" y="221169"/>
                    <a:pt x="223208" y="225349"/>
                  </a:cubicBezTo>
                  <a:cubicBezTo>
                    <a:pt x="230446" y="229529"/>
                    <a:pt x="239724" y="227048"/>
                    <a:pt x="243870" y="219809"/>
                  </a:cubicBezTo>
                  <a:lnTo>
                    <a:pt x="243870" y="219809"/>
                  </a:lnTo>
                  <a:close/>
                  <a:moveTo>
                    <a:pt x="191535" y="101884"/>
                  </a:moveTo>
                  <a:cubicBezTo>
                    <a:pt x="196088" y="102326"/>
                    <a:pt x="200506" y="103074"/>
                    <a:pt x="204823" y="104196"/>
                  </a:cubicBezTo>
                  <a:lnTo>
                    <a:pt x="220319" y="61613"/>
                  </a:lnTo>
                  <a:cubicBezTo>
                    <a:pt x="211144" y="58894"/>
                    <a:pt x="201492" y="57161"/>
                    <a:pt x="191535" y="56584"/>
                  </a:cubicBezTo>
                  <a:lnTo>
                    <a:pt x="191535" y="101918"/>
                  </a:lnTo>
                  <a:lnTo>
                    <a:pt x="191535" y="101918"/>
                  </a:lnTo>
                  <a:close/>
                  <a:moveTo>
                    <a:pt x="219503" y="109531"/>
                  </a:moveTo>
                  <a:cubicBezTo>
                    <a:pt x="223582" y="111468"/>
                    <a:pt x="227456" y="113745"/>
                    <a:pt x="231160" y="116294"/>
                  </a:cubicBezTo>
                  <a:lnTo>
                    <a:pt x="260284" y="81562"/>
                  </a:lnTo>
                  <a:cubicBezTo>
                    <a:pt x="252502" y="75785"/>
                    <a:pt x="244040" y="70857"/>
                    <a:pt x="235000" y="66915"/>
                  </a:cubicBezTo>
                  <a:lnTo>
                    <a:pt x="219503" y="109497"/>
                  </a:lnTo>
                  <a:lnTo>
                    <a:pt x="219503" y="109497"/>
                  </a:lnTo>
                  <a:close/>
                  <a:moveTo>
                    <a:pt x="243156" y="126353"/>
                  </a:moveTo>
                  <a:cubicBezTo>
                    <a:pt x="246317" y="129548"/>
                    <a:pt x="249206" y="132980"/>
                    <a:pt x="251822" y="136650"/>
                  </a:cubicBezTo>
                  <a:lnTo>
                    <a:pt x="291074" y="113983"/>
                  </a:lnTo>
                  <a:cubicBezTo>
                    <a:pt x="285671" y="105827"/>
                    <a:pt x="279350" y="98316"/>
                    <a:pt x="272281" y="91621"/>
                  </a:cubicBezTo>
                  <a:lnTo>
                    <a:pt x="243190" y="126353"/>
                  </a:lnTo>
                  <a:lnTo>
                    <a:pt x="243190" y="126353"/>
                  </a:lnTo>
                  <a:close/>
                  <a:moveTo>
                    <a:pt x="259639" y="150210"/>
                  </a:moveTo>
                  <a:cubicBezTo>
                    <a:pt x="261474" y="154254"/>
                    <a:pt x="263037" y="158502"/>
                    <a:pt x="264261" y="162852"/>
                  </a:cubicBezTo>
                  <a:lnTo>
                    <a:pt x="308916" y="155002"/>
                  </a:lnTo>
                  <a:cubicBezTo>
                    <a:pt x="306639" y="145384"/>
                    <a:pt x="303240" y="136208"/>
                    <a:pt x="298924" y="127543"/>
                  </a:cubicBezTo>
                  <a:lnTo>
                    <a:pt x="259673" y="150210"/>
                  </a:lnTo>
                  <a:lnTo>
                    <a:pt x="259673" y="150210"/>
                  </a:lnTo>
                  <a:close/>
                  <a:moveTo>
                    <a:pt x="266945" y="178281"/>
                  </a:moveTo>
                  <a:cubicBezTo>
                    <a:pt x="267115" y="180490"/>
                    <a:pt x="267217" y="182767"/>
                    <a:pt x="267217" y="185043"/>
                  </a:cubicBezTo>
                  <a:cubicBezTo>
                    <a:pt x="267217" y="187321"/>
                    <a:pt x="267115" y="189564"/>
                    <a:pt x="266945" y="191772"/>
                  </a:cubicBezTo>
                  <a:lnTo>
                    <a:pt x="311600" y="199623"/>
                  </a:lnTo>
                  <a:cubicBezTo>
                    <a:pt x="312144" y="194831"/>
                    <a:pt x="312450" y="189971"/>
                    <a:pt x="312450" y="185043"/>
                  </a:cubicBezTo>
                  <a:cubicBezTo>
                    <a:pt x="312450" y="180116"/>
                    <a:pt x="312144" y="175222"/>
                    <a:pt x="311600" y="170431"/>
                  </a:cubicBezTo>
                  <a:lnTo>
                    <a:pt x="266945" y="178281"/>
                  </a:lnTo>
                  <a:lnTo>
                    <a:pt x="266945" y="178281"/>
                  </a:lnTo>
                  <a:close/>
                  <a:moveTo>
                    <a:pt x="264261" y="207167"/>
                  </a:moveTo>
                  <a:cubicBezTo>
                    <a:pt x="263037" y="211551"/>
                    <a:pt x="261508" y="215765"/>
                    <a:pt x="259639" y="219809"/>
                  </a:cubicBezTo>
                  <a:lnTo>
                    <a:pt x="298890" y="242477"/>
                  </a:lnTo>
                  <a:cubicBezTo>
                    <a:pt x="303206" y="233845"/>
                    <a:pt x="306605" y="224635"/>
                    <a:pt x="308882" y="215018"/>
                  </a:cubicBezTo>
                  <a:lnTo>
                    <a:pt x="264227" y="207167"/>
                  </a:lnTo>
                  <a:lnTo>
                    <a:pt x="264227" y="207167"/>
                  </a:lnTo>
                  <a:close/>
                  <a:moveTo>
                    <a:pt x="251822" y="233369"/>
                  </a:moveTo>
                  <a:cubicBezTo>
                    <a:pt x="249206" y="237005"/>
                    <a:pt x="246317" y="240506"/>
                    <a:pt x="243156" y="243666"/>
                  </a:cubicBezTo>
                  <a:lnTo>
                    <a:pt x="272247" y="278398"/>
                  </a:lnTo>
                  <a:cubicBezTo>
                    <a:pt x="279350" y="271703"/>
                    <a:pt x="285636" y="264193"/>
                    <a:pt x="291040" y="256036"/>
                  </a:cubicBezTo>
                  <a:lnTo>
                    <a:pt x="251788" y="233369"/>
                  </a:lnTo>
                  <a:lnTo>
                    <a:pt x="251788" y="233369"/>
                  </a:lnTo>
                  <a:close/>
                  <a:moveTo>
                    <a:pt x="231160" y="253760"/>
                  </a:moveTo>
                  <a:cubicBezTo>
                    <a:pt x="227456" y="256309"/>
                    <a:pt x="223582" y="258585"/>
                    <a:pt x="219503" y="260489"/>
                  </a:cubicBezTo>
                  <a:lnTo>
                    <a:pt x="235000" y="303104"/>
                  </a:lnTo>
                  <a:cubicBezTo>
                    <a:pt x="244006" y="299163"/>
                    <a:pt x="252502" y="294235"/>
                    <a:pt x="260284" y="288457"/>
                  </a:cubicBezTo>
                  <a:lnTo>
                    <a:pt x="231160" y="253760"/>
                  </a:lnTo>
                  <a:lnTo>
                    <a:pt x="231160" y="253760"/>
                  </a:lnTo>
                  <a:close/>
                  <a:moveTo>
                    <a:pt x="204823" y="265858"/>
                  </a:moveTo>
                  <a:cubicBezTo>
                    <a:pt x="200506" y="266979"/>
                    <a:pt x="196088" y="267761"/>
                    <a:pt x="191535" y="268169"/>
                  </a:cubicBezTo>
                  <a:lnTo>
                    <a:pt x="191535" y="313504"/>
                  </a:lnTo>
                  <a:cubicBezTo>
                    <a:pt x="201492" y="312926"/>
                    <a:pt x="211109" y="311193"/>
                    <a:pt x="220319" y="308440"/>
                  </a:cubicBezTo>
                  <a:lnTo>
                    <a:pt x="204823" y="265858"/>
                  </a:lnTo>
                  <a:lnTo>
                    <a:pt x="204823" y="265858"/>
                  </a:lnTo>
                  <a:close/>
                  <a:moveTo>
                    <a:pt x="175936" y="268169"/>
                  </a:moveTo>
                  <a:cubicBezTo>
                    <a:pt x="171382" y="267761"/>
                    <a:pt x="166930" y="266979"/>
                    <a:pt x="162648" y="265858"/>
                  </a:cubicBezTo>
                  <a:lnTo>
                    <a:pt x="147151" y="308474"/>
                  </a:lnTo>
                  <a:cubicBezTo>
                    <a:pt x="156361" y="311193"/>
                    <a:pt x="165978" y="312926"/>
                    <a:pt x="175936" y="313538"/>
                  </a:cubicBezTo>
                  <a:lnTo>
                    <a:pt x="175936" y="268203"/>
                  </a:lnTo>
                  <a:lnTo>
                    <a:pt x="175936" y="268203"/>
                  </a:lnTo>
                  <a:close/>
                  <a:moveTo>
                    <a:pt x="147967" y="260489"/>
                  </a:moveTo>
                  <a:cubicBezTo>
                    <a:pt x="143889" y="258551"/>
                    <a:pt x="139980" y="256309"/>
                    <a:pt x="136310" y="253726"/>
                  </a:cubicBezTo>
                  <a:lnTo>
                    <a:pt x="107186" y="288457"/>
                  </a:lnTo>
                  <a:cubicBezTo>
                    <a:pt x="115002" y="294235"/>
                    <a:pt x="123430" y="299163"/>
                    <a:pt x="132470" y="303104"/>
                  </a:cubicBezTo>
                  <a:lnTo>
                    <a:pt x="148001" y="260489"/>
                  </a:lnTo>
                  <a:lnTo>
                    <a:pt x="148001" y="260489"/>
                  </a:lnTo>
                  <a:close/>
                  <a:moveTo>
                    <a:pt x="124314" y="243666"/>
                  </a:moveTo>
                  <a:cubicBezTo>
                    <a:pt x="121188" y="240472"/>
                    <a:pt x="118265" y="237039"/>
                    <a:pt x="115648" y="233335"/>
                  </a:cubicBezTo>
                  <a:lnTo>
                    <a:pt x="76396" y="256002"/>
                  </a:lnTo>
                  <a:cubicBezTo>
                    <a:pt x="81800" y="264159"/>
                    <a:pt x="88087" y="271669"/>
                    <a:pt x="95156" y="278364"/>
                  </a:cubicBezTo>
                  <a:lnTo>
                    <a:pt x="124280" y="243632"/>
                  </a:lnTo>
                  <a:lnTo>
                    <a:pt x="124280" y="243632"/>
                  </a:lnTo>
                  <a:close/>
                  <a:moveTo>
                    <a:pt x="107832" y="219809"/>
                  </a:moveTo>
                  <a:cubicBezTo>
                    <a:pt x="105962" y="215765"/>
                    <a:pt x="104399" y="211517"/>
                    <a:pt x="103210" y="207167"/>
                  </a:cubicBezTo>
                  <a:lnTo>
                    <a:pt x="58555" y="215018"/>
                  </a:lnTo>
                  <a:cubicBezTo>
                    <a:pt x="60866" y="224635"/>
                    <a:pt x="64230" y="233845"/>
                    <a:pt x="68580" y="242477"/>
                  </a:cubicBezTo>
                  <a:lnTo>
                    <a:pt x="107832" y="219809"/>
                  </a:lnTo>
                  <a:lnTo>
                    <a:pt x="107832" y="219809"/>
                  </a:lnTo>
                  <a:close/>
                  <a:moveTo>
                    <a:pt x="100525" y="191772"/>
                  </a:moveTo>
                  <a:cubicBezTo>
                    <a:pt x="100355" y="189530"/>
                    <a:pt x="100253" y="187287"/>
                    <a:pt x="100253" y="185043"/>
                  </a:cubicBezTo>
                  <a:cubicBezTo>
                    <a:pt x="100253" y="182801"/>
                    <a:pt x="100355" y="180524"/>
                    <a:pt x="100525" y="178315"/>
                  </a:cubicBezTo>
                  <a:lnTo>
                    <a:pt x="55870" y="170431"/>
                  </a:lnTo>
                  <a:cubicBezTo>
                    <a:pt x="55326" y="175222"/>
                    <a:pt x="55054" y="180082"/>
                    <a:pt x="55054" y="185043"/>
                  </a:cubicBezTo>
                  <a:cubicBezTo>
                    <a:pt x="55054" y="190005"/>
                    <a:pt x="55360" y="194831"/>
                    <a:pt x="55870" y="199657"/>
                  </a:cubicBezTo>
                  <a:lnTo>
                    <a:pt x="100525" y="191806"/>
                  </a:lnTo>
                  <a:lnTo>
                    <a:pt x="100525" y="191806"/>
                  </a:lnTo>
                  <a:close/>
                  <a:moveTo>
                    <a:pt x="103210" y="162886"/>
                  </a:moveTo>
                  <a:cubicBezTo>
                    <a:pt x="104399" y="158502"/>
                    <a:pt x="105962" y="154288"/>
                    <a:pt x="107832" y="150244"/>
                  </a:cubicBezTo>
                  <a:lnTo>
                    <a:pt x="68580" y="127577"/>
                  </a:lnTo>
                  <a:cubicBezTo>
                    <a:pt x="64264" y="136242"/>
                    <a:pt x="60900" y="145418"/>
                    <a:pt x="58589" y="155036"/>
                  </a:cubicBezTo>
                  <a:lnTo>
                    <a:pt x="103244" y="162886"/>
                  </a:lnTo>
                  <a:lnTo>
                    <a:pt x="103244" y="162886"/>
                  </a:lnTo>
                  <a:close/>
                  <a:moveTo>
                    <a:pt x="115648" y="136684"/>
                  </a:moveTo>
                  <a:cubicBezTo>
                    <a:pt x="118265" y="133014"/>
                    <a:pt x="121154" y="129582"/>
                    <a:pt x="124314" y="126387"/>
                  </a:cubicBezTo>
                  <a:lnTo>
                    <a:pt x="95190" y="91655"/>
                  </a:lnTo>
                  <a:cubicBezTo>
                    <a:pt x="88121" y="98384"/>
                    <a:pt x="81834" y="105861"/>
                    <a:pt x="76430" y="114017"/>
                  </a:cubicBezTo>
                  <a:lnTo>
                    <a:pt x="115682" y="136684"/>
                  </a:lnTo>
                  <a:lnTo>
                    <a:pt x="115682" y="136684"/>
                  </a:lnTo>
                  <a:close/>
                  <a:moveTo>
                    <a:pt x="136276" y="116294"/>
                  </a:moveTo>
                  <a:cubicBezTo>
                    <a:pt x="139946" y="113745"/>
                    <a:pt x="143855" y="111468"/>
                    <a:pt x="147967" y="109531"/>
                  </a:cubicBezTo>
                  <a:lnTo>
                    <a:pt x="132436" y="66949"/>
                  </a:lnTo>
                  <a:cubicBezTo>
                    <a:pt x="123430" y="70891"/>
                    <a:pt x="114968" y="75785"/>
                    <a:pt x="107152" y="81596"/>
                  </a:cubicBezTo>
                  <a:lnTo>
                    <a:pt x="136276" y="116294"/>
                  </a:lnTo>
                  <a:lnTo>
                    <a:pt x="136276" y="116294"/>
                  </a:lnTo>
                  <a:close/>
                  <a:moveTo>
                    <a:pt x="162614" y="104196"/>
                  </a:moveTo>
                  <a:cubicBezTo>
                    <a:pt x="166930" y="103074"/>
                    <a:pt x="171348" y="102292"/>
                    <a:pt x="175902" y="101884"/>
                  </a:cubicBezTo>
                  <a:lnTo>
                    <a:pt x="175902" y="56550"/>
                  </a:lnTo>
                  <a:cubicBezTo>
                    <a:pt x="165978" y="57127"/>
                    <a:pt x="156361" y="58860"/>
                    <a:pt x="147151" y="61613"/>
                  </a:cubicBezTo>
                  <a:lnTo>
                    <a:pt x="162648" y="1041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124;p47">
              <a:extLst>
                <a:ext uri="{FF2B5EF4-FFF2-40B4-BE49-F238E27FC236}">
                  <a16:creationId xmlns:a16="http://schemas.microsoft.com/office/drawing/2014/main" id="{D172EC82-191F-45C9-86B6-2D0E86227A0B}"/>
                </a:ext>
              </a:extLst>
            </p:cNvPr>
            <p:cNvSpPr/>
            <p:nvPr/>
          </p:nvSpPr>
          <p:spPr>
            <a:xfrm>
              <a:off x="2592795" y="3379676"/>
              <a:ext cx="304633" cy="324038"/>
            </a:xfrm>
            <a:custGeom>
              <a:avLst/>
              <a:gdLst/>
              <a:ahLst/>
              <a:cxnLst/>
              <a:rect l="l" t="t" r="r" b="b"/>
              <a:pathLst>
                <a:path w="304633" h="324038" extrusionOk="0">
                  <a:moveTo>
                    <a:pt x="243089" y="34"/>
                  </a:moveTo>
                  <a:lnTo>
                    <a:pt x="245841" y="2311"/>
                  </a:lnTo>
                  <a:lnTo>
                    <a:pt x="231432" y="32421"/>
                  </a:lnTo>
                  <a:cubicBezTo>
                    <a:pt x="236224" y="37383"/>
                    <a:pt x="240676" y="42684"/>
                    <a:pt x="244788" y="48291"/>
                  </a:cubicBezTo>
                  <a:lnTo>
                    <a:pt x="276869" y="39048"/>
                  </a:lnTo>
                  <a:lnTo>
                    <a:pt x="285059" y="53287"/>
                  </a:lnTo>
                  <a:lnTo>
                    <a:pt x="261236" y="76634"/>
                  </a:lnTo>
                  <a:cubicBezTo>
                    <a:pt x="264023" y="82921"/>
                    <a:pt x="266436" y="89446"/>
                    <a:pt x="268373" y="96141"/>
                  </a:cubicBezTo>
                  <a:lnTo>
                    <a:pt x="301609" y="98452"/>
                  </a:lnTo>
                  <a:lnTo>
                    <a:pt x="304464" y="114628"/>
                  </a:lnTo>
                  <a:lnTo>
                    <a:pt x="274082" y="128426"/>
                  </a:lnTo>
                  <a:cubicBezTo>
                    <a:pt x="274320" y="131960"/>
                    <a:pt x="274456" y="135495"/>
                    <a:pt x="274456" y="139063"/>
                  </a:cubicBezTo>
                  <a:cubicBezTo>
                    <a:pt x="274456" y="142461"/>
                    <a:pt x="274320" y="145826"/>
                    <a:pt x="274116" y="149156"/>
                  </a:cubicBezTo>
                  <a:lnTo>
                    <a:pt x="304634" y="162716"/>
                  </a:lnTo>
                  <a:lnTo>
                    <a:pt x="301779" y="178893"/>
                  </a:lnTo>
                  <a:lnTo>
                    <a:pt x="268509" y="181441"/>
                  </a:lnTo>
                  <a:cubicBezTo>
                    <a:pt x="266572" y="188136"/>
                    <a:pt x="264227" y="194661"/>
                    <a:pt x="261440" y="200948"/>
                  </a:cubicBezTo>
                  <a:lnTo>
                    <a:pt x="285433" y="224091"/>
                  </a:lnTo>
                  <a:lnTo>
                    <a:pt x="277243" y="238331"/>
                  </a:lnTo>
                  <a:lnTo>
                    <a:pt x="245026" y="229359"/>
                  </a:lnTo>
                  <a:cubicBezTo>
                    <a:pt x="240948" y="234966"/>
                    <a:pt x="236530" y="240268"/>
                    <a:pt x="231738" y="245263"/>
                  </a:cubicBezTo>
                  <a:lnTo>
                    <a:pt x="246419" y="275272"/>
                  </a:lnTo>
                  <a:lnTo>
                    <a:pt x="233845" y="285807"/>
                  </a:lnTo>
                  <a:lnTo>
                    <a:pt x="206691" y="266368"/>
                  </a:lnTo>
                  <a:cubicBezTo>
                    <a:pt x="200982" y="270242"/>
                    <a:pt x="195001" y="273708"/>
                    <a:pt x="188782" y="276801"/>
                  </a:cubicBezTo>
                  <a:lnTo>
                    <a:pt x="192282" y="309969"/>
                  </a:lnTo>
                  <a:lnTo>
                    <a:pt x="176854" y="315577"/>
                  </a:lnTo>
                  <a:lnTo>
                    <a:pt x="157992" y="288050"/>
                  </a:lnTo>
                  <a:cubicBezTo>
                    <a:pt x="151331" y="289715"/>
                    <a:pt x="144501" y="290938"/>
                    <a:pt x="137534" y="291686"/>
                  </a:cubicBezTo>
                  <a:lnTo>
                    <a:pt x="129514" y="324039"/>
                  </a:lnTo>
                  <a:lnTo>
                    <a:pt x="113099" y="324039"/>
                  </a:lnTo>
                  <a:lnTo>
                    <a:pt x="104773" y="291720"/>
                  </a:lnTo>
                  <a:cubicBezTo>
                    <a:pt x="97806" y="290972"/>
                    <a:pt x="90976" y="289783"/>
                    <a:pt x="84315" y="288185"/>
                  </a:cubicBezTo>
                  <a:lnTo>
                    <a:pt x="65691" y="315848"/>
                  </a:lnTo>
                  <a:lnTo>
                    <a:pt x="50263" y="310241"/>
                  </a:lnTo>
                  <a:lnTo>
                    <a:pt x="53525" y="277039"/>
                  </a:lnTo>
                  <a:cubicBezTo>
                    <a:pt x="47272" y="273980"/>
                    <a:pt x="41291" y="270514"/>
                    <a:pt x="35547" y="266673"/>
                  </a:cubicBezTo>
                  <a:lnTo>
                    <a:pt x="8564" y="286316"/>
                  </a:lnTo>
                  <a:lnTo>
                    <a:pt x="0" y="279112"/>
                  </a:lnTo>
                  <a:lnTo>
                    <a:pt x="106438" y="156905"/>
                  </a:lnTo>
                  <a:cubicBezTo>
                    <a:pt x="110380" y="160133"/>
                    <a:pt x="115444" y="162036"/>
                    <a:pt x="120915" y="162036"/>
                  </a:cubicBezTo>
                  <a:cubicBezTo>
                    <a:pt x="133625" y="162036"/>
                    <a:pt x="143957" y="151705"/>
                    <a:pt x="143957" y="139029"/>
                  </a:cubicBezTo>
                  <a:cubicBezTo>
                    <a:pt x="143957" y="132402"/>
                    <a:pt x="141170" y="126421"/>
                    <a:pt x="136650" y="122207"/>
                  </a:cubicBezTo>
                  <a:lnTo>
                    <a:pt x="243089" y="0"/>
                  </a:lnTo>
                  <a:lnTo>
                    <a:pt x="243089" y="0"/>
                  </a:lnTo>
                  <a:close/>
                  <a:moveTo>
                    <a:pt x="181102" y="104331"/>
                  </a:moveTo>
                  <a:cubicBezTo>
                    <a:pt x="176922" y="97093"/>
                    <a:pt x="167644" y="94612"/>
                    <a:pt x="160405" y="98792"/>
                  </a:cubicBezTo>
                  <a:cubicBezTo>
                    <a:pt x="153166" y="102972"/>
                    <a:pt x="150652" y="112249"/>
                    <a:pt x="154866" y="119488"/>
                  </a:cubicBezTo>
                  <a:cubicBezTo>
                    <a:pt x="159046" y="126727"/>
                    <a:pt x="168290" y="129208"/>
                    <a:pt x="175562" y="125027"/>
                  </a:cubicBezTo>
                  <a:cubicBezTo>
                    <a:pt x="182801" y="120847"/>
                    <a:pt x="185282" y="111604"/>
                    <a:pt x="181102" y="104331"/>
                  </a:cubicBezTo>
                  <a:lnTo>
                    <a:pt x="181102" y="104331"/>
                  </a:lnTo>
                  <a:close/>
                  <a:moveTo>
                    <a:pt x="120915" y="208561"/>
                  </a:moveTo>
                  <a:cubicBezTo>
                    <a:pt x="129276" y="208561"/>
                    <a:pt x="136073" y="201764"/>
                    <a:pt x="136073" y="193403"/>
                  </a:cubicBezTo>
                  <a:cubicBezTo>
                    <a:pt x="136073" y="185043"/>
                    <a:pt x="129276" y="178247"/>
                    <a:pt x="120915" y="178247"/>
                  </a:cubicBezTo>
                  <a:cubicBezTo>
                    <a:pt x="112555" y="178247"/>
                    <a:pt x="105793" y="185043"/>
                    <a:pt x="105793" y="193403"/>
                  </a:cubicBezTo>
                  <a:cubicBezTo>
                    <a:pt x="105793" y="201764"/>
                    <a:pt x="112555" y="208561"/>
                    <a:pt x="120915" y="208561"/>
                  </a:cubicBezTo>
                  <a:lnTo>
                    <a:pt x="120915" y="208561"/>
                  </a:lnTo>
                  <a:close/>
                  <a:moveTo>
                    <a:pt x="181102" y="173829"/>
                  </a:moveTo>
                  <a:cubicBezTo>
                    <a:pt x="185316" y="166590"/>
                    <a:pt x="182835" y="157312"/>
                    <a:pt x="175562" y="153132"/>
                  </a:cubicBezTo>
                  <a:cubicBezTo>
                    <a:pt x="168324" y="148952"/>
                    <a:pt x="159080" y="151433"/>
                    <a:pt x="154866" y="158672"/>
                  </a:cubicBezTo>
                  <a:cubicBezTo>
                    <a:pt x="150686" y="165910"/>
                    <a:pt x="153166" y="175188"/>
                    <a:pt x="160439" y="179368"/>
                  </a:cubicBezTo>
                  <a:cubicBezTo>
                    <a:pt x="167678" y="183548"/>
                    <a:pt x="176955" y="181067"/>
                    <a:pt x="181102" y="173829"/>
                  </a:cubicBezTo>
                  <a:lnTo>
                    <a:pt x="181102" y="173829"/>
                  </a:lnTo>
                  <a:close/>
                  <a:moveTo>
                    <a:pt x="180388" y="80406"/>
                  </a:moveTo>
                  <a:cubicBezTo>
                    <a:pt x="183548" y="83601"/>
                    <a:pt x="186437" y="87033"/>
                    <a:pt x="189054" y="90703"/>
                  </a:cubicBezTo>
                  <a:lnTo>
                    <a:pt x="228306" y="68036"/>
                  </a:lnTo>
                  <a:cubicBezTo>
                    <a:pt x="222902" y="59880"/>
                    <a:pt x="216581" y="52369"/>
                    <a:pt x="209512" y="45674"/>
                  </a:cubicBezTo>
                  <a:lnTo>
                    <a:pt x="180422" y="80406"/>
                  </a:lnTo>
                  <a:lnTo>
                    <a:pt x="180422" y="80406"/>
                  </a:lnTo>
                  <a:close/>
                  <a:moveTo>
                    <a:pt x="196870" y="104263"/>
                  </a:moveTo>
                  <a:cubicBezTo>
                    <a:pt x="198705" y="108307"/>
                    <a:pt x="200269" y="112555"/>
                    <a:pt x="201492" y="116905"/>
                  </a:cubicBezTo>
                  <a:lnTo>
                    <a:pt x="246147" y="109055"/>
                  </a:lnTo>
                  <a:cubicBezTo>
                    <a:pt x="243870" y="99438"/>
                    <a:pt x="240472" y="90262"/>
                    <a:pt x="236156" y="81596"/>
                  </a:cubicBezTo>
                  <a:lnTo>
                    <a:pt x="196904" y="104263"/>
                  </a:lnTo>
                  <a:lnTo>
                    <a:pt x="196904" y="104263"/>
                  </a:lnTo>
                  <a:close/>
                  <a:moveTo>
                    <a:pt x="204177" y="132334"/>
                  </a:moveTo>
                  <a:cubicBezTo>
                    <a:pt x="204347" y="134543"/>
                    <a:pt x="204449" y="136820"/>
                    <a:pt x="204449" y="139097"/>
                  </a:cubicBezTo>
                  <a:cubicBezTo>
                    <a:pt x="204449" y="141374"/>
                    <a:pt x="204347" y="143617"/>
                    <a:pt x="204177" y="145826"/>
                  </a:cubicBezTo>
                  <a:lnTo>
                    <a:pt x="248832" y="153676"/>
                  </a:lnTo>
                  <a:cubicBezTo>
                    <a:pt x="249376" y="148884"/>
                    <a:pt x="249681" y="144025"/>
                    <a:pt x="249681" y="139097"/>
                  </a:cubicBezTo>
                  <a:cubicBezTo>
                    <a:pt x="249681" y="134169"/>
                    <a:pt x="249376" y="129275"/>
                    <a:pt x="248832" y="124484"/>
                  </a:cubicBezTo>
                  <a:lnTo>
                    <a:pt x="204177" y="132334"/>
                  </a:lnTo>
                  <a:lnTo>
                    <a:pt x="204177" y="132334"/>
                  </a:lnTo>
                  <a:close/>
                  <a:moveTo>
                    <a:pt x="201492" y="161221"/>
                  </a:moveTo>
                  <a:cubicBezTo>
                    <a:pt x="200269" y="165605"/>
                    <a:pt x="198739" y="169819"/>
                    <a:pt x="196870" y="173863"/>
                  </a:cubicBezTo>
                  <a:lnTo>
                    <a:pt x="236122" y="196530"/>
                  </a:lnTo>
                  <a:cubicBezTo>
                    <a:pt x="240438" y="187898"/>
                    <a:pt x="243836" y="178688"/>
                    <a:pt x="246113" y="169071"/>
                  </a:cubicBezTo>
                  <a:lnTo>
                    <a:pt x="201458" y="161221"/>
                  </a:lnTo>
                  <a:lnTo>
                    <a:pt x="201458" y="161221"/>
                  </a:lnTo>
                  <a:close/>
                  <a:moveTo>
                    <a:pt x="189054" y="187422"/>
                  </a:moveTo>
                  <a:cubicBezTo>
                    <a:pt x="186437" y="191059"/>
                    <a:pt x="183548" y="194559"/>
                    <a:pt x="180388" y="197720"/>
                  </a:cubicBezTo>
                  <a:lnTo>
                    <a:pt x="209478" y="232451"/>
                  </a:lnTo>
                  <a:cubicBezTo>
                    <a:pt x="216581" y="225756"/>
                    <a:pt x="222868" y="218246"/>
                    <a:pt x="228272" y="210090"/>
                  </a:cubicBezTo>
                  <a:lnTo>
                    <a:pt x="189020" y="187422"/>
                  </a:lnTo>
                  <a:lnTo>
                    <a:pt x="189020" y="187422"/>
                  </a:lnTo>
                  <a:close/>
                  <a:moveTo>
                    <a:pt x="168392" y="207813"/>
                  </a:moveTo>
                  <a:cubicBezTo>
                    <a:pt x="164687" y="210362"/>
                    <a:pt x="160813" y="212639"/>
                    <a:pt x="156735" y="214542"/>
                  </a:cubicBezTo>
                  <a:lnTo>
                    <a:pt x="172232" y="257158"/>
                  </a:lnTo>
                  <a:cubicBezTo>
                    <a:pt x="181237" y="253216"/>
                    <a:pt x="189733" y="248288"/>
                    <a:pt x="197516" y="242511"/>
                  </a:cubicBezTo>
                  <a:lnTo>
                    <a:pt x="168392" y="207813"/>
                  </a:lnTo>
                  <a:lnTo>
                    <a:pt x="168392" y="207813"/>
                  </a:lnTo>
                  <a:close/>
                  <a:moveTo>
                    <a:pt x="142054" y="219911"/>
                  </a:moveTo>
                  <a:cubicBezTo>
                    <a:pt x="137738" y="221033"/>
                    <a:pt x="133320" y="221815"/>
                    <a:pt x="128766" y="222222"/>
                  </a:cubicBezTo>
                  <a:lnTo>
                    <a:pt x="128766" y="267557"/>
                  </a:lnTo>
                  <a:cubicBezTo>
                    <a:pt x="138723" y="266979"/>
                    <a:pt x="148341" y="265246"/>
                    <a:pt x="157550" y="262494"/>
                  </a:cubicBezTo>
                  <a:lnTo>
                    <a:pt x="142054" y="219911"/>
                  </a:lnTo>
                  <a:lnTo>
                    <a:pt x="142054" y="219911"/>
                  </a:lnTo>
                  <a:close/>
                  <a:moveTo>
                    <a:pt x="113167" y="222222"/>
                  </a:moveTo>
                  <a:cubicBezTo>
                    <a:pt x="108613" y="221815"/>
                    <a:pt x="104161" y="221033"/>
                    <a:pt x="99879" y="219911"/>
                  </a:cubicBezTo>
                  <a:lnTo>
                    <a:pt x="84382" y="262528"/>
                  </a:lnTo>
                  <a:cubicBezTo>
                    <a:pt x="93592" y="265246"/>
                    <a:pt x="103210" y="266979"/>
                    <a:pt x="113167" y="267591"/>
                  </a:cubicBezTo>
                  <a:lnTo>
                    <a:pt x="113167" y="222256"/>
                  </a:lnTo>
                  <a:lnTo>
                    <a:pt x="113167" y="222256"/>
                  </a:lnTo>
                  <a:close/>
                  <a:moveTo>
                    <a:pt x="85198" y="214542"/>
                  </a:moveTo>
                  <a:cubicBezTo>
                    <a:pt x="81120" y="212605"/>
                    <a:pt x="77212" y="210362"/>
                    <a:pt x="73542" y="207779"/>
                  </a:cubicBezTo>
                  <a:lnTo>
                    <a:pt x="44417" y="242511"/>
                  </a:lnTo>
                  <a:cubicBezTo>
                    <a:pt x="52234" y="248288"/>
                    <a:pt x="60662" y="253216"/>
                    <a:pt x="69702" y="257158"/>
                  </a:cubicBezTo>
                  <a:lnTo>
                    <a:pt x="85232" y="21454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45"/>
          <p:cNvSpPr txBox="1">
            <a:spLocks noGrp="1"/>
          </p:cNvSpPr>
          <p:nvPr>
            <p:ph type="title"/>
          </p:nvPr>
        </p:nvSpPr>
        <p:spPr>
          <a:xfrm>
            <a:off x="720000" y="209708"/>
            <a:ext cx="77040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</a:rPr>
              <a:t>Conclusion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6589BA-FA99-B79F-A4D0-222872E27273}"/>
              </a:ext>
            </a:extLst>
          </p:cNvPr>
          <p:cNvSpPr txBox="1"/>
          <p:nvPr/>
        </p:nvSpPr>
        <p:spPr>
          <a:xfrm>
            <a:off x="643467" y="1015717"/>
            <a:ext cx="3928533" cy="41237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b">
            <a:spAutoFit/>
          </a:bodyPr>
          <a:lstStyle/>
          <a:p>
            <a:pPr lvl="2" algn="just">
              <a:lnSpc>
                <a:spcPct val="150000"/>
              </a:lnSpc>
            </a:pPr>
            <a:r>
              <a:rPr lang="en-US" sz="1200" b="1" u="sng" dirty="0">
                <a:latin typeface="Montserrat" panose="00000500000000000000" pitchFamily="2" charset="0"/>
              </a:rPr>
              <a:t>Key Risks to Manage</a:t>
            </a:r>
            <a:r>
              <a:rPr lang="en-US" sz="1200" b="1" dirty="0">
                <a:latin typeface="Montserrat" panose="00000500000000000000" pitchFamily="2" charset="0"/>
              </a:rPr>
              <a:t>: </a:t>
            </a:r>
            <a:r>
              <a:rPr lang="en-US" sz="1200" dirty="0">
                <a:latin typeface="Montserrat" panose="00000500000000000000" pitchFamily="2" charset="0"/>
              </a:rPr>
              <a:t>Over-reliance on </a:t>
            </a:r>
            <a:r>
              <a:rPr lang="en-US" sz="1200" dirty="0" err="1">
                <a:latin typeface="Montserrat" panose="00000500000000000000" pitchFamily="2" charset="0"/>
              </a:rPr>
              <a:t>Gsearch</a:t>
            </a:r>
            <a:r>
              <a:rPr lang="en-US" sz="1200" dirty="0">
                <a:latin typeface="Montserrat" panose="00000500000000000000" pitchFamily="2" charset="0"/>
              </a:rPr>
              <a:t>: </a:t>
            </a:r>
            <a:r>
              <a:rPr lang="en-US" sz="1200" b="1" dirty="0">
                <a:latin typeface="Montserrat" panose="00000500000000000000" pitchFamily="2" charset="0"/>
              </a:rPr>
              <a:t>~75% </a:t>
            </a:r>
            <a:r>
              <a:rPr lang="en-US" sz="1200" dirty="0">
                <a:latin typeface="Montserrat" panose="00000500000000000000" pitchFamily="2" charset="0"/>
              </a:rPr>
              <a:t>of new traffic comes from Google Search.</a:t>
            </a:r>
          </a:p>
          <a:p>
            <a:pPr lvl="2" algn="ctr">
              <a:lnSpc>
                <a:spcPct val="150000"/>
              </a:lnSpc>
            </a:pPr>
            <a:r>
              <a:rPr lang="en-US" sz="1600" b="1" dirty="0">
                <a:latin typeface="Montserrat" panose="00000500000000000000" pitchFamily="2" charset="0"/>
              </a:rPr>
              <a:t> ↓</a:t>
            </a:r>
          </a:p>
          <a:p>
            <a:pPr lvl="2" algn="just">
              <a:lnSpc>
                <a:spcPct val="150000"/>
              </a:lnSpc>
            </a:pPr>
            <a:r>
              <a:rPr lang="en-US" sz="1200" dirty="0">
                <a:solidFill>
                  <a:srgbClr val="F41706"/>
                </a:solidFill>
                <a:latin typeface="Montserrat" panose="00000500000000000000" pitchFamily="2" charset="0"/>
              </a:rPr>
              <a:t>Mitigation: </a:t>
            </a:r>
            <a:r>
              <a:rPr lang="en-US" sz="1200" dirty="0">
                <a:latin typeface="Montserrat" panose="00000500000000000000" pitchFamily="2" charset="0"/>
              </a:rPr>
              <a:t>Diversify spend into social and brand awareness.</a:t>
            </a:r>
          </a:p>
          <a:p>
            <a:pPr lvl="2" algn="just">
              <a:lnSpc>
                <a:spcPct val="150000"/>
              </a:lnSpc>
            </a:pPr>
            <a:endParaRPr lang="en-US" sz="1200" dirty="0">
              <a:latin typeface="Montserrat" panose="000005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n-US" sz="1200" dirty="0">
                <a:latin typeface="Montserrat" panose="00000500000000000000" pitchFamily="2" charset="0"/>
              </a:rPr>
              <a:t>Supplier Quality: Past defects in "Mr. Fuzzy" caused refund spikes. </a:t>
            </a:r>
          </a:p>
          <a:p>
            <a:pPr lvl="2" algn="ctr">
              <a:lnSpc>
                <a:spcPct val="150000"/>
              </a:lnSpc>
            </a:pPr>
            <a:r>
              <a:rPr lang="en-US" sz="1600" b="1" dirty="0">
                <a:latin typeface="Montserrat" panose="00000500000000000000" pitchFamily="2" charset="0"/>
              </a:rPr>
              <a:t>↓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rgbClr val="F41706"/>
                </a:solidFill>
                <a:latin typeface="Montserrat" panose="00000500000000000000" pitchFamily="2" charset="0"/>
              </a:rPr>
              <a:t>Mitigation: </a:t>
            </a:r>
            <a:r>
              <a:rPr lang="en-US" sz="1200" dirty="0">
                <a:latin typeface="Montserrat" panose="00000500000000000000" pitchFamily="2" charset="0"/>
              </a:rPr>
              <a:t>Strict QA protocols with our new supplier.</a:t>
            </a:r>
          </a:p>
          <a:p>
            <a:pPr algn="just">
              <a:lnSpc>
                <a:spcPct val="150000"/>
              </a:lnSpc>
            </a:pPr>
            <a:endParaRPr lang="en-US" sz="1200" dirty="0">
              <a:latin typeface="Montserrat" panose="000005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n-US" sz="1200" dirty="0">
              <a:latin typeface="Montserrat" panose="00000500000000000000" pitchFamily="2" charset="0"/>
            </a:endParaRPr>
          </a:p>
          <a:p>
            <a:pPr algn="just">
              <a:lnSpc>
                <a:spcPct val="150000"/>
              </a:lnSpc>
            </a:pPr>
            <a:endParaRPr lang="en-US" sz="1200" dirty="0">
              <a:latin typeface="Montserrat" panose="000005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44D20D-A3F8-8C2F-5F1E-493C666F7872}"/>
              </a:ext>
            </a:extLst>
          </p:cNvPr>
          <p:cNvSpPr txBox="1"/>
          <p:nvPr/>
        </p:nvSpPr>
        <p:spPr>
          <a:xfrm>
            <a:off x="4984318" y="1629408"/>
            <a:ext cx="3739111" cy="188468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just">
              <a:lnSpc>
                <a:spcPct val="150000"/>
              </a:lnSpc>
              <a:defRPr sz="1200" u="sng">
                <a:latin typeface="Montserrat" panose="00000500000000000000" pitchFamily="2" charset="0"/>
              </a:defRPr>
            </a:lvl1pPr>
          </a:lstStyle>
          <a:p>
            <a:pPr>
              <a:lnSpc>
                <a:spcPct val="200000"/>
              </a:lnSpc>
            </a:pPr>
            <a:r>
              <a:rPr lang="en-US" b="1" dirty="0"/>
              <a:t>Missing Data for Next Steps:</a:t>
            </a:r>
            <a:r>
              <a:rPr lang="en-US" u="none" dirty="0"/>
              <a:t> To optimize further, we need Customer Demographics (age, location) to target ads better, and Cart Abandonment Surveys/Heatmaps to know exactly why users leave the billing page.</a:t>
            </a:r>
          </a:p>
        </p:txBody>
      </p:sp>
      <p:grpSp>
        <p:nvGrpSpPr>
          <p:cNvPr id="39" name="Google Shape;2122;p47">
            <a:extLst>
              <a:ext uri="{FF2B5EF4-FFF2-40B4-BE49-F238E27FC236}">
                <a16:creationId xmlns:a16="http://schemas.microsoft.com/office/drawing/2014/main" id="{C173A3D3-7FB8-C13A-CB57-E39745230BEF}"/>
              </a:ext>
            </a:extLst>
          </p:cNvPr>
          <p:cNvGrpSpPr/>
          <p:nvPr/>
        </p:nvGrpSpPr>
        <p:grpSpPr>
          <a:xfrm rot="15848292">
            <a:off x="7696952" y="3782965"/>
            <a:ext cx="1832941" cy="2040337"/>
            <a:chOff x="2529992" y="3333695"/>
            <a:chExt cx="367436" cy="370053"/>
          </a:xfrm>
        </p:grpSpPr>
        <p:sp>
          <p:nvSpPr>
            <p:cNvPr id="40" name="Google Shape;2123;p47">
              <a:extLst>
                <a:ext uri="{FF2B5EF4-FFF2-40B4-BE49-F238E27FC236}">
                  <a16:creationId xmlns:a16="http://schemas.microsoft.com/office/drawing/2014/main" id="{0AA7DEC1-4481-D79E-C348-D3FC27BC3AAA}"/>
                </a:ext>
              </a:extLst>
            </p:cNvPr>
            <p:cNvSpPr/>
            <p:nvPr/>
          </p:nvSpPr>
          <p:spPr>
            <a:xfrm>
              <a:off x="2529992" y="3333695"/>
              <a:ext cx="367402" cy="370053"/>
            </a:xfrm>
            <a:custGeom>
              <a:avLst/>
              <a:gdLst/>
              <a:ahLst/>
              <a:cxnLst/>
              <a:rect l="l" t="t" r="r" b="b"/>
              <a:pathLst>
                <a:path w="367402" h="370053" extrusionOk="0">
                  <a:moveTo>
                    <a:pt x="199827" y="32319"/>
                  </a:moveTo>
                  <a:cubicBezTo>
                    <a:pt x="206793" y="33032"/>
                    <a:pt x="213624" y="34222"/>
                    <a:pt x="220285" y="35853"/>
                  </a:cubicBezTo>
                  <a:lnTo>
                    <a:pt x="238908" y="8224"/>
                  </a:lnTo>
                  <a:lnTo>
                    <a:pt x="254337" y="13831"/>
                  </a:lnTo>
                  <a:lnTo>
                    <a:pt x="251075" y="47034"/>
                  </a:lnTo>
                  <a:cubicBezTo>
                    <a:pt x="257328" y="50093"/>
                    <a:pt x="263309" y="53559"/>
                    <a:pt x="269086" y="57399"/>
                  </a:cubicBezTo>
                  <a:lnTo>
                    <a:pt x="296036" y="37790"/>
                  </a:lnTo>
                  <a:lnTo>
                    <a:pt x="308610" y="48325"/>
                  </a:lnTo>
                  <a:lnTo>
                    <a:pt x="294201" y="78435"/>
                  </a:lnTo>
                  <a:cubicBezTo>
                    <a:pt x="298992" y="83397"/>
                    <a:pt x="303445" y="88699"/>
                    <a:pt x="307557" y="94306"/>
                  </a:cubicBezTo>
                  <a:lnTo>
                    <a:pt x="339637" y="85062"/>
                  </a:lnTo>
                  <a:lnTo>
                    <a:pt x="347828" y="99302"/>
                  </a:lnTo>
                  <a:lnTo>
                    <a:pt x="324005" y="122649"/>
                  </a:lnTo>
                  <a:cubicBezTo>
                    <a:pt x="326792" y="128936"/>
                    <a:pt x="329204" y="135461"/>
                    <a:pt x="331141" y="142156"/>
                  </a:cubicBezTo>
                  <a:lnTo>
                    <a:pt x="364378" y="144467"/>
                  </a:lnTo>
                  <a:lnTo>
                    <a:pt x="367232" y="160643"/>
                  </a:lnTo>
                  <a:lnTo>
                    <a:pt x="336851" y="174440"/>
                  </a:lnTo>
                  <a:cubicBezTo>
                    <a:pt x="337089" y="177975"/>
                    <a:pt x="337225" y="181509"/>
                    <a:pt x="337225" y="185078"/>
                  </a:cubicBezTo>
                  <a:cubicBezTo>
                    <a:pt x="337225" y="188476"/>
                    <a:pt x="337089" y="191840"/>
                    <a:pt x="336885" y="195171"/>
                  </a:cubicBezTo>
                  <a:lnTo>
                    <a:pt x="367403" y="208731"/>
                  </a:lnTo>
                  <a:lnTo>
                    <a:pt x="364548" y="224907"/>
                  </a:lnTo>
                  <a:lnTo>
                    <a:pt x="331277" y="227456"/>
                  </a:lnTo>
                  <a:cubicBezTo>
                    <a:pt x="329340" y="234151"/>
                    <a:pt x="326995" y="240676"/>
                    <a:pt x="324209" y="246963"/>
                  </a:cubicBezTo>
                  <a:lnTo>
                    <a:pt x="348201" y="270106"/>
                  </a:lnTo>
                  <a:lnTo>
                    <a:pt x="340011" y="284345"/>
                  </a:lnTo>
                  <a:lnTo>
                    <a:pt x="307794" y="275374"/>
                  </a:lnTo>
                  <a:cubicBezTo>
                    <a:pt x="303716" y="280981"/>
                    <a:pt x="299298" y="286282"/>
                    <a:pt x="294507" y="291278"/>
                  </a:cubicBezTo>
                  <a:lnTo>
                    <a:pt x="309188" y="321286"/>
                  </a:lnTo>
                  <a:lnTo>
                    <a:pt x="296614" y="331821"/>
                  </a:lnTo>
                  <a:lnTo>
                    <a:pt x="269460" y="312382"/>
                  </a:lnTo>
                  <a:cubicBezTo>
                    <a:pt x="263751" y="316256"/>
                    <a:pt x="257770" y="319723"/>
                    <a:pt x="251551" y="322815"/>
                  </a:cubicBezTo>
                  <a:lnTo>
                    <a:pt x="255051" y="355984"/>
                  </a:lnTo>
                  <a:lnTo>
                    <a:pt x="239622" y="361591"/>
                  </a:lnTo>
                  <a:lnTo>
                    <a:pt x="220761" y="334064"/>
                  </a:lnTo>
                  <a:cubicBezTo>
                    <a:pt x="214100" y="335729"/>
                    <a:pt x="207269" y="336953"/>
                    <a:pt x="200302" y="337700"/>
                  </a:cubicBezTo>
                  <a:lnTo>
                    <a:pt x="192282" y="370053"/>
                  </a:lnTo>
                  <a:lnTo>
                    <a:pt x="175868" y="370053"/>
                  </a:lnTo>
                  <a:lnTo>
                    <a:pt x="167542" y="337734"/>
                  </a:lnTo>
                  <a:cubicBezTo>
                    <a:pt x="160575" y="336987"/>
                    <a:pt x="153744" y="335797"/>
                    <a:pt x="147083" y="334200"/>
                  </a:cubicBezTo>
                  <a:lnTo>
                    <a:pt x="128460" y="361863"/>
                  </a:lnTo>
                  <a:lnTo>
                    <a:pt x="113031" y="356256"/>
                  </a:lnTo>
                  <a:lnTo>
                    <a:pt x="116294" y="323053"/>
                  </a:lnTo>
                  <a:cubicBezTo>
                    <a:pt x="110041" y="319995"/>
                    <a:pt x="104059" y="316528"/>
                    <a:pt x="98316" y="312688"/>
                  </a:cubicBezTo>
                  <a:lnTo>
                    <a:pt x="71333" y="332331"/>
                  </a:lnTo>
                  <a:lnTo>
                    <a:pt x="58759" y="321762"/>
                  </a:lnTo>
                  <a:lnTo>
                    <a:pt x="73202" y="291618"/>
                  </a:lnTo>
                  <a:cubicBezTo>
                    <a:pt x="68410" y="286656"/>
                    <a:pt x="63924" y="281389"/>
                    <a:pt x="59846" y="275815"/>
                  </a:cubicBezTo>
                  <a:lnTo>
                    <a:pt x="27765" y="285025"/>
                  </a:lnTo>
                  <a:lnTo>
                    <a:pt x="19541" y="270819"/>
                  </a:lnTo>
                  <a:lnTo>
                    <a:pt x="43364" y="247472"/>
                  </a:lnTo>
                  <a:cubicBezTo>
                    <a:pt x="40577" y="241185"/>
                    <a:pt x="38164" y="234694"/>
                    <a:pt x="36227" y="228000"/>
                  </a:cubicBezTo>
                  <a:lnTo>
                    <a:pt x="2991" y="225689"/>
                  </a:lnTo>
                  <a:lnTo>
                    <a:pt x="136" y="209512"/>
                  </a:lnTo>
                  <a:lnTo>
                    <a:pt x="30518" y="195715"/>
                  </a:lnTo>
                  <a:cubicBezTo>
                    <a:pt x="30280" y="192181"/>
                    <a:pt x="30144" y="188646"/>
                    <a:pt x="30144" y="185078"/>
                  </a:cubicBezTo>
                  <a:cubicBezTo>
                    <a:pt x="30144" y="181509"/>
                    <a:pt x="30280" y="178281"/>
                    <a:pt x="30484" y="174950"/>
                  </a:cubicBezTo>
                  <a:lnTo>
                    <a:pt x="0" y="161391"/>
                  </a:lnTo>
                  <a:lnTo>
                    <a:pt x="2855" y="145214"/>
                  </a:lnTo>
                  <a:lnTo>
                    <a:pt x="36091" y="142665"/>
                  </a:lnTo>
                  <a:cubicBezTo>
                    <a:pt x="38028" y="135937"/>
                    <a:pt x="40373" y="129445"/>
                    <a:pt x="43160" y="123124"/>
                  </a:cubicBezTo>
                  <a:lnTo>
                    <a:pt x="19167" y="99982"/>
                  </a:lnTo>
                  <a:lnTo>
                    <a:pt x="27357" y="85776"/>
                  </a:lnTo>
                  <a:lnTo>
                    <a:pt x="59506" y="94748"/>
                  </a:lnTo>
                  <a:cubicBezTo>
                    <a:pt x="63584" y="89140"/>
                    <a:pt x="68036" y="83839"/>
                    <a:pt x="72828" y="78843"/>
                  </a:cubicBezTo>
                  <a:lnTo>
                    <a:pt x="58181" y="48835"/>
                  </a:lnTo>
                  <a:lnTo>
                    <a:pt x="70755" y="38300"/>
                  </a:lnTo>
                  <a:lnTo>
                    <a:pt x="97874" y="57705"/>
                  </a:lnTo>
                  <a:cubicBezTo>
                    <a:pt x="103584" y="53831"/>
                    <a:pt x="109599" y="50364"/>
                    <a:pt x="115818" y="47272"/>
                  </a:cubicBezTo>
                  <a:lnTo>
                    <a:pt x="112317" y="14104"/>
                  </a:lnTo>
                  <a:lnTo>
                    <a:pt x="127746" y="8496"/>
                  </a:lnTo>
                  <a:lnTo>
                    <a:pt x="146574" y="35989"/>
                  </a:lnTo>
                  <a:cubicBezTo>
                    <a:pt x="153234" y="34324"/>
                    <a:pt x="160031" y="33101"/>
                    <a:pt x="166998" y="32353"/>
                  </a:cubicBezTo>
                  <a:lnTo>
                    <a:pt x="175052" y="0"/>
                  </a:lnTo>
                  <a:lnTo>
                    <a:pt x="191467" y="0"/>
                  </a:lnTo>
                  <a:lnTo>
                    <a:pt x="199793" y="32285"/>
                  </a:lnTo>
                  <a:lnTo>
                    <a:pt x="199793" y="32285"/>
                  </a:lnTo>
                  <a:close/>
                  <a:moveTo>
                    <a:pt x="243870" y="150312"/>
                  </a:moveTo>
                  <a:cubicBezTo>
                    <a:pt x="239690" y="143073"/>
                    <a:pt x="230412" y="140592"/>
                    <a:pt x="223174" y="144772"/>
                  </a:cubicBezTo>
                  <a:cubicBezTo>
                    <a:pt x="215935" y="148952"/>
                    <a:pt x="213420" y="158230"/>
                    <a:pt x="217635" y="165469"/>
                  </a:cubicBezTo>
                  <a:cubicBezTo>
                    <a:pt x="221815" y="172707"/>
                    <a:pt x="231058" y="175188"/>
                    <a:pt x="238331" y="171008"/>
                  </a:cubicBezTo>
                  <a:cubicBezTo>
                    <a:pt x="245569" y="166828"/>
                    <a:pt x="248050" y="157584"/>
                    <a:pt x="243870" y="150312"/>
                  </a:cubicBezTo>
                  <a:lnTo>
                    <a:pt x="243870" y="150312"/>
                  </a:lnTo>
                  <a:close/>
                  <a:moveTo>
                    <a:pt x="183684" y="115546"/>
                  </a:moveTo>
                  <a:cubicBezTo>
                    <a:pt x="175324" y="115546"/>
                    <a:pt x="168527" y="122343"/>
                    <a:pt x="168527" y="130703"/>
                  </a:cubicBezTo>
                  <a:cubicBezTo>
                    <a:pt x="168527" y="139063"/>
                    <a:pt x="175324" y="145860"/>
                    <a:pt x="183684" y="145860"/>
                  </a:cubicBezTo>
                  <a:cubicBezTo>
                    <a:pt x="192044" y="145860"/>
                    <a:pt x="198841" y="139063"/>
                    <a:pt x="198841" y="130703"/>
                  </a:cubicBezTo>
                  <a:cubicBezTo>
                    <a:pt x="198841" y="122343"/>
                    <a:pt x="192044" y="115546"/>
                    <a:pt x="183684" y="115546"/>
                  </a:cubicBezTo>
                  <a:lnTo>
                    <a:pt x="183684" y="115546"/>
                  </a:lnTo>
                  <a:close/>
                  <a:moveTo>
                    <a:pt x="123498" y="150278"/>
                  </a:moveTo>
                  <a:cubicBezTo>
                    <a:pt x="119318" y="157516"/>
                    <a:pt x="121799" y="166794"/>
                    <a:pt x="129038" y="170940"/>
                  </a:cubicBezTo>
                  <a:cubicBezTo>
                    <a:pt x="136276" y="175154"/>
                    <a:pt x="145554" y="172673"/>
                    <a:pt x="149734" y="165401"/>
                  </a:cubicBezTo>
                  <a:cubicBezTo>
                    <a:pt x="153914" y="158162"/>
                    <a:pt x="151433" y="148884"/>
                    <a:pt x="144194" y="144738"/>
                  </a:cubicBezTo>
                  <a:cubicBezTo>
                    <a:pt x="136956" y="140558"/>
                    <a:pt x="127678" y="143039"/>
                    <a:pt x="123464" y="150278"/>
                  </a:cubicBezTo>
                  <a:lnTo>
                    <a:pt x="123464" y="150278"/>
                  </a:lnTo>
                  <a:close/>
                  <a:moveTo>
                    <a:pt x="123498" y="219776"/>
                  </a:moveTo>
                  <a:cubicBezTo>
                    <a:pt x="127678" y="227014"/>
                    <a:pt x="136956" y="229495"/>
                    <a:pt x="144194" y="225315"/>
                  </a:cubicBezTo>
                  <a:cubicBezTo>
                    <a:pt x="151433" y="221135"/>
                    <a:pt x="153914" y="211857"/>
                    <a:pt x="149734" y="204618"/>
                  </a:cubicBezTo>
                  <a:cubicBezTo>
                    <a:pt x="145554" y="197380"/>
                    <a:pt x="136276" y="194899"/>
                    <a:pt x="129038" y="199079"/>
                  </a:cubicBezTo>
                  <a:cubicBezTo>
                    <a:pt x="121799" y="203259"/>
                    <a:pt x="119318" y="212503"/>
                    <a:pt x="123498" y="219776"/>
                  </a:cubicBezTo>
                  <a:lnTo>
                    <a:pt x="123498" y="219776"/>
                  </a:lnTo>
                  <a:close/>
                  <a:moveTo>
                    <a:pt x="183684" y="162003"/>
                  </a:moveTo>
                  <a:cubicBezTo>
                    <a:pt x="170974" y="162003"/>
                    <a:pt x="160677" y="172299"/>
                    <a:pt x="160677" y="185043"/>
                  </a:cubicBezTo>
                  <a:cubicBezTo>
                    <a:pt x="160677" y="197788"/>
                    <a:pt x="171008" y="208051"/>
                    <a:pt x="183684" y="208051"/>
                  </a:cubicBezTo>
                  <a:cubicBezTo>
                    <a:pt x="196360" y="208051"/>
                    <a:pt x="206725" y="197720"/>
                    <a:pt x="206725" y="185043"/>
                  </a:cubicBezTo>
                  <a:cubicBezTo>
                    <a:pt x="206725" y="172367"/>
                    <a:pt x="196395" y="162003"/>
                    <a:pt x="183684" y="162003"/>
                  </a:cubicBezTo>
                  <a:lnTo>
                    <a:pt x="183684" y="162003"/>
                  </a:lnTo>
                  <a:close/>
                  <a:moveTo>
                    <a:pt x="183684" y="254541"/>
                  </a:moveTo>
                  <a:cubicBezTo>
                    <a:pt x="192044" y="254541"/>
                    <a:pt x="198841" y="247744"/>
                    <a:pt x="198841" y="239384"/>
                  </a:cubicBezTo>
                  <a:cubicBezTo>
                    <a:pt x="198841" y="231024"/>
                    <a:pt x="192044" y="224227"/>
                    <a:pt x="183684" y="224227"/>
                  </a:cubicBezTo>
                  <a:cubicBezTo>
                    <a:pt x="175324" y="224227"/>
                    <a:pt x="168561" y="231024"/>
                    <a:pt x="168561" y="239384"/>
                  </a:cubicBezTo>
                  <a:cubicBezTo>
                    <a:pt x="168561" y="247744"/>
                    <a:pt x="175324" y="254541"/>
                    <a:pt x="183684" y="254541"/>
                  </a:cubicBezTo>
                  <a:lnTo>
                    <a:pt x="183684" y="254541"/>
                  </a:lnTo>
                  <a:close/>
                  <a:moveTo>
                    <a:pt x="243870" y="219809"/>
                  </a:moveTo>
                  <a:cubicBezTo>
                    <a:pt x="248084" y="212571"/>
                    <a:pt x="245603" y="203293"/>
                    <a:pt x="238331" y="199113"/>
                  </a:cubicBezTo>
                  <a:cubicBezTo>
                    <a:pt x="231092" y="194933"/>
                    <a:pt x="221849" y="197414"/>
                    <a:pt x="217635" y="204652"/>
                  </a:cubicBezTo>
                  <a:cubicBezTo>
                    <a:pt x="213454" y="211891"/>
                    <a:pt x="215935" y="221169"/>
                    <a:pt x="223208" y="225349"/>
                  </a:cubicBezTo>
                  <a:cubicBezTo>
                    <a:pt x="230446" y="229529"/>
                    <a:pt x="239724" y="227048"/>
                    <a:pt x="243870" y="219809"/>
                  </a:cubicBezTo>
                  <a:lnTo>
                    <a:pt x="243870" y="219809"/>
                  </a:lnTo>
                  <a:close/>
                  <a:moveTo>
                    <a:pt x="191535" y="101884"/>
                  </a:moveTo>
                  <a:cubicBezTo>
                    <a:pt x="196088" y="102326"/>
                    <a:pt x="200506" y="103074"/>
                    <a:pt x="204823" y="104196"/>
                  </a:cubicBezTo>
                  <a:lnTo>
                    <a:pt x="220319" y="61613"/>
                  </a:lnTo>
                  <a:cubicBezTo>
                    <a:pt x="211144" y="58894"/>
                    <a:pt x="201492" y="57161"/>
                    <a:pt x="191535" y="56584"/>
                  </a:cubicBezTo>
                  <a:lnTo>
                    <a:pt x="191535" y="101918"/>
                  </a:lnTo>
                  <a:lnTo>
                    <a:pt x="191535" y="101918"/>
                  </a:lnTo>
                  <a:close/>
                  <a:moveTo>
                    <a:pt x="219503" y="109531"/>
                  </a:moveTo>
                  <a:cubicBezTo>
                    <a:pt x="223582" y="111468"/>
                    <a:pt x="227456" y="113745"/>
                    <a:pt x="231160" y="116294"/>
                  </a:cubicBezTo>
                  <a:lnTo>
                    <a:pt x="260284" y="81562"/>
                  </a:lnTo>
                  <a:cubicBezTo>
                    <a:pt x="252502" y="75785"/>
                    <a:pt x="244040" y="70857"/>
                    <a:pt x="235000" y="66915"/>
                  </a:cubicBezTo>
                  <a:lnTo>
                    <a:pt x="219503" y="109497"/>
                  </a:lnTo>
                  <a:lnTo>
                    <a:pt x="219503" y="109497"/>
                  </a:lnTo>
                  <a:close/>
                  <a:moveTo>
                    <a:pt x="243156" y="126353"/>
                  </a:moveTo>
                  <a:cubicBezTo>
                    <a:pt x="246317" y="129548"/>
                    <a:pt x="249206" y="132980"/>
                    <a:pt x="251822" y="136650"/>
                  </a:cubicBezTo>
                  <a:lnTo>
                    <a:pt x="291074" y="113983"/>
                  </a:lnTo>
                  <a:cubicBezTo>
                    <a:pt x="285671" y="105827"/>
                    <a:pt x="279350" y="98316"/>
                    <a:pt x="272281" y="91621"/>
                  </a:cubicBezTo>
                  <a:lnTo>
                    <a:pt x="243190" y="126353"/>
                  </a:lnTo>
                  <a:lnTo>
                    <a:pt x="243190" y="126353"/>
                  </a:lnTo>
                  <a:close/>
                  <a:moveTo>
                    <a:pt x="259639" y="150210"/>
                  </a:moveTo>
                  <a:cubicBezTo>
                    <a:pt x="261474" y="154254"/>
                    <a:pt x="263037" y="158502"/>
                    <a:pt x="264261" y="162852"/>
                  </a:cubicBezTo>
                  <a:lnTo>
                    <a:pt x="308916" y="155002"/>
                  </a:lnTo>
                  <a:cubicBezTo>
                    <a:pt x="306639" y="145384"/>
                    <a:pt x="303240" y="136208"/>
                    <a:pt x="298924" y="127543"/>
                  </a:cubicBezTo>
                  <a:lnTo>
                    <a:pt x="259673" y="150210"/>
                  </a:lnTo>
                  <a:lnTo>
                    <a:pt x="259673" y="150210"/>
                  </a:lnTo>
                  <a:close/>
                  <a:moveTo>
                    <a:pt x="266945" y="178281"/>
                  </a:moveTo>
                  <a:cubicBezTo>
                    <a:pt x="267115" y="180490"/>
                    <a:pt x="267217" y="182767"/>
                    <a:pt x="267217" y="185043"/>
                  </a:cubicBezTo>
                  <a:cubicBezTo>
                    <a:pt x="267217" y="187321"/>
                    <a:pt x="267115" y="189564"/>
                    <a:pt x="266945" y="191772"/>
                  </a:cubicBezTo>
                  <a:lnTo>
                    <a:pt x="311600" y="199623"/>
                  </a:lnTo>
                  <a:cubicBezTo>
                    <a:pt x="312144" y="194831"/>
                    <a:pt x="312450" y="189971"/>
                    <a:pt x="312450" y="185043"/>
                  </a:cubicBezTo>
                  <a:cubicBezTo>
                    <a:pt x="312450" y="180116"/>
                    <a:pt x="312144" y="175222"/>
                    <a:pt x="311600" y="170431"/>
                  </a:cubicBezTo>
                  <a:lnTo>
                    <a:pt x="266945" y="178281"/>
                  </a:lnTo>
                  <a:lnTo>
                    <a:pt x="266945" y="178281"/>
                  </a:lnTo>
                  <a:close/>
                  <a:moveTo>
                    <a:pt x="264261" y="207167"/>
                  </a:moveTo>
                  <a:cubicBezTo>
                    <a:pt x="263037" y="211551"/>
                    <a:pt x="261508" y="215765"/>
                    <a:pt x="259639" y="219809"/>
                  </a:cubicBezTo>
                  <a:lnTo>
                    <a:pt x="298890" y="242477"/>
                  </a:lnTo>
                  <a:cubicBezTo>
                    <a:pt x="303206" y="233845"/>
                    <a:pt x="306605" y="224635"/>
                    <a:pt x="308882" y="215018"/>
                  </a:cubicBezTo>
                  <a:lnTo>
                    <a:pt x="264227" y="207167"/>
                  </a:lnTo>
                  <a:lnTo>
                    <a:pt x="264227" y="207167"/>
                  </a:lnTo>
                  <a:close/>
                  <a:moveTo>
                    <a:pt x="251822" y="233369"/>
                  </a:moveTo>
                  <a:cubicBezTo>
                    <a:pt x="249206" y="237005"/>
                    <a:pt x="246317" y="240506"/>
                    <a:pt x="243156" y="243666"/>
                  </a:cubicBezTo>
                  <a:lnTo>
                    <a:pt x="272247" y="278398"/>
                  </a:lnTo>
                  <a:cubicBezTo>
                    <a:pt x="279350" y="271703"/>
                    <a:pt x="285636" y="264193"/>
                    <a:pt x="291040" y="256036"/>
                  </a:cubicBezTo>
                  <a:lnTo>
                    <a:pt x="251788" y="233369"/>
                  </a:lnTo>
                  <a:lnTo>
                    <a:pt x="251788" y="233369"/>
                  </a:lnTo>
                  <a:close/>
                  <a:moveTo>
                    <a:pt x="231160" y="253760"/>
                  </a:moveTo>
                  <a:cubicBezTo>
                    <a:pt x="227456" y="256309"/>
                    <a:pt x="223582" y="258585"/>
                    <a:pt x="219503" y="260489"/>
                  </a:cubicBezTo>
                  <a:lnTo>
                    <a:pt x="235000" y="303104"/>
                  </a:lnTo>
                  <a:cubicBezTo>
                    <a:pt x="244006" y="299163"/>
                    <a:pt x="252502" y="294235"/>
                    <a:pt x="260284" y="288457"/>
                  </a:cubicBezTo>
                  <a:lnTo>
                    <a:pt x="231160" y="253760"/>
                  </a:lnTo>
                  <a:lnTo>
                    <a:pt x="231160" y="253760"/>
                  </a:lnTo>
                  <a:close/>
                  <a:moveTo>
                    <a:pt x="204823" y="265858"/>
                  </a:moveTo>
                  <a:cubicBezTo>
                    <a:pt x="200506" y="266979"/>
                    <a:pt x="196088" y="267761"/>
                    <a:pt x="191535" y="268169"/>
                  </a:cubicBezTo>
                  <a:lnTo>
                    <a:pt x="191535" y="313504"/>
                  </a:lnTo>
                  <a:cubicBezTo>
                    <a:pt x="201492" y="312926"/>
                    <a:pt x="211109" y="311193"/>
                    <a:pt x="220319" y="308440"/>
                  </a:cubicBezTo>
                  <a:lnTo>
                    <a:pt x="204823" y="265858"/>
                  </a:lnTo>
                  <a:lnTo>
                    <a:pt x="204823" y="265858"/>
                  </a:lnTo>
                  <a:close/>
                  <a:moveTo>
                    <a:pt x="175936" y="268169"/>
                  </a:moveTo>
                  <a:cubicBezTo>
                    <a:pt x="171382" y="267761"/>
                    <a:pt x="166930" y="266979"/>
                    <a:pt x="162648" y="265858"/>
                  </a:cubicBezTo>
                  <a:lnTo>
                    <a:pt x="147151" y="308474"/>
                  </a:lnTo>
                  <a:cubicBezTo>
                    <a:pt x="156361" y="311193"/>
                    <a:pt x="165978" y="312926"/>
                    <a:pt x="175936" y="313538"/>
                  </a:cubicBezTo>
                  <a:lnTo>
                    <a:pt x="175936" y="268203"/>
                  </a:lnTo>
                  <a:lnTo>
                    <a:pt x="175936" y="268203"/>
                  </a:lnTo>
                  <a:close/>
                  <a:moveTo>
                    <a:pt x="147967" y="260489"/>
                  </a:moveTo>
                  <a:cubicBezTo>
                    <a:pt x="143889" y="258551"/>
                    <a:pt x="139980" y="256309"/>
                    <a:pt x="136310" y="253726"/>
                  </a:cubicBezTo>
                  <a:lnTo>
                    <a:pt x="107186" y="288457"/>
                  </a:lnTo>
                  <a:cubicBezTo>
                    <a:pt x="115002" y="294235"/>
                    <a:pt x="123430" y="299163"/>
                    <a:pt x="132470" y="303104"/>
                  </a:cubicBezTo>
                  <a:lnTo>
                    <a:pt x="148001" y="260489"/>
                  </a:lnTo>
                  <a:lnTo>
                    <a:pt x="148001" y="260489"/>
                  </a:lnTo>
                  <a:close/>
                  <a:moveTo>
                    <a:pt x="124314" y="243666"/>
                  </a:moveTo>
                  <a:cubicBezTo>
                    <a:pt x="121188" y="240472"/>
                    <a:pt x="118265" y="237039"/>
                    <a:pt x="115648" y="233335"/>
                  </a:cubicBezTo>
                  <a:lnTo>
                    <a:pt x="76396" y="256002"/>
                  </a:lnTo>
                  <a:cubicBezTo>
                    <a:pt x="81800" y="264159"/>
                    <a:pt x="88087" y="271669"/>
                    <a:pt x="95156" y="278364"/>
                  </a:cubicBezTo>
                  <a:lnTo>
                    <a:pt x="124280" y="243632"/>
                  </a:lnTo>
                  <a:lnTo>
                    <a:pt x="124280" y="243632"/>
                  </a:lnTo>
                  <a:close/>
                  <a:moveTo>
                    <a:pt x="107832" y="219809"/>
                  </a:moveTo>
                  <a:cubicBezTo>
                    <a:pt x="105962" y="215765"/>
                    <a:pt x="104399" y="211517"/>
                    <a:pt x="103210" y="207167"/>
                  </a:cubicBezTo>
                  <a:lnTo>
                    <a:pt x="58555" y="215018"/>
                  </a:lnTo>
                  <a:cubicBezTo>
                    <a:pt x="60866" y="224635"/>
                    <a:pt x="64230" y="233845"/>
                    <a:pt x="68580" y="242477"/>
                  </a:cubicBezTo>
                  <a:lnTo>
                    <a:pt x="107832" y="219809"/>
                  </a:lnTo>
                  <a:lnTo>
                    <a:pt x="107832" y="219809"/>
                  </a:lnTo>
                  <a:close/>
                  <a:moveTo>
                    <a:pt x="100525" y="191772"/>
                  </a:moveTo>
                  <a:cubicBezTo>
                    <a:pt x="100355" y="189530"/>
                    <a:pt x="100253" y="187287"/>
                    <a:pt x="100253" y="185043"/>
                  </a:cubicBezTo>
                  <a:cubicBezTo>
                    <a:pt x="100253" y="182801"/>
                    <a:pt x="100355" y="180524"/>
                    <a:pt x="100525" y="178315"/>
                  </a:cubicBezTo>
                  <a:lnTo>
                    <a:pt x="55870" y="170431"/>
                  </a:lnTo>
                  <a:cubicBezTo>
                    <a:pt x="55326" y="175222"/>
                    <a:pt x="55054" y="180082"/>
                    <a:pt x="55054" y="185043"/>
                  </a:cubicBezTo>
                  <a:cubicBezTo>
                    <a:pt x="55054" y="190005"/>
                    <a:pt x="55360" y="194831"/>
                    <a:pt x="55870" y="199657"/>
                  </a:cubicBezTo>
                  <a:lnTo>
                    <a:pt x="100525" y="191806"/>
                  </a:lnTo>
                  <a:lnTo>
                    <a:pt x="100525" y="191806"/>
                  </a:lnTo>
                  <a:close/>
                  <a:moveTo>
                    <a:pt x="103210" y="162886"/>
                  </a:moveTo>
                  <a:cubicBezTo>
                    <a:pt x="104399" y="158502"/>
                    <a:pt x="105962" y="154288"/>
                    <a:pt x="107832" y="150244"/>
                  </a:cubicBezTo>
                  <a:lnTo>
                    <a:pt x="68580" y="127577"/>
                  </a:lnTo>
                  <a:cubicBezTo>
                    <a:pt x="64264" y="136242"/>
                    <a:pt x="60900" y="145418"/>
                    <a:pt x="58589" y="155036"/>
                  </a:cubicBezTo>
                  <a:lnTo>
                    <a:pt x="103244" y="162886"/>
                  </a:lnTo>
                  <a:lnTo>
                    <a:pt x="103244" y="162886"/>
                  </a:lnTo>
                  <a:close/>
                  <a:moveTo>
                    <a:pt x="115648" y="136684"/>
                  </a:moveTo>
                  <a:cubicBezTo>
                    <a:pt x="118265" y="133014"/>
                    <a:pt x="121154" y="129582"/>
                    <a:pt x="124314" y="126387"/>
                  </a:cubicBezTo>
                  <a:lnTo>
                    <a:pt x="95190" y="91655"/>
                  </a:lnTo>
                  <a:cubicBezTo>
                    <a:pt x="88121" y="98384"/>
                    <a:pt x="81834" y="105861"/>
                    <a:pt x="76430" y="114017"/>
                  </a:cubicBezTo>
                  <a:lnTo>
                    <a:pt x="115682" y="136684"/>
                  </a:lnTo>
                  <a:lnTo>
                    <a:pt x="115682" y="136684"/>
                  </a:lnTo>
                  <a:close/>
                  <a:moveTo>
                    <a:pt x="136276" y="116294"/>
                  </a:moveTo>
                  <a:cubicBezTo>
                    <a:pt x="139946" y="113745"/>
                    <a:pt x="143855" y="111468"/>
                    <a:pt x="147967" y="109531"/>
                  </a:cubicBezTo>
                  <a:lnTo>
                    <a:pt x="132436" y="66949"/>
                  </a:lnTo>
                  <a:cubicBezTo>
                    <a:pt x="123430" y="70891"/>
                    <a:pt x="114968" y="75785"/>
                    <a:pt x="107152" y="81596"/>
                  </a:cubicBezTo>
                  <a:lnTo>
                    <a:pt x="136276" y="116294"/>
                  </a:lnTo>
                  <a:lnTo>
                    <a:pt x="136276" y="116294"/>
                  </a:lnTo>
                  <a:close/>
                  <a:moveTo>
                    <a:pt x="162614" y="104196"/>
                  </a:moveTo>
                  <a:cubicBezTo>
                    <a:pt x="166930" y="103074"/>
                    <a:pt x="171348" y="102292"/>
                    <a:pt x="175902" y="101884"/>
                  </a:cubicBezTo>
                  <a:lnTo>
                    <a:pt x="175902" y="56550"/>
                  </a:lnTo>
                  <a:cubicBezTo>
                    <a:pt x="165978" y="57127"/>
                    <a:pt x="156361" y="58860"/>
                    <a:pt x="147151" y="61613"/>
                  </a:cubicBezTo>
                  <a:lnTo>
                    <a:pt x="162648" y="1041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2124;p47">
              <a:extLst>
                <a:ext uri="{FF2B5EF4-FFF2-40B4-BE49-F238E27FC236}">
                  <a16:creationId xmlns:a16="http://schemas.microsoft.com/office/drawing/2014/main" id="{0541E58F-54E7-486C-05C9-3C318FAC82BA}"/>
                </a:ext>
              </a:extLst>
            </p:cNvPr>
            <p:cNvSpPr/>
            <p:nvPr/>
          </p:nvSpPr>
          <p:spPr>
            <a:xfrm>
              <a:off x="2592795" y="3379676"/>
              <a:ext cx="304633" cy="324038"/>
            </a:xfrm>
            <a:custGeom>
              <a:avLst/>
              <a:gdLst/>
              <a:ahLst/>
              <a:cxnLst/>
              <a:rect l="l" t="t" r="r" b="b"/>
              <a:pathLst>
                <a:path w="304633" h="324038" extrusionOk="0">
                  <a:moveTo>
                    <a:pt x="243089" y="34"/>
                  </a:moveTo>
                  <a:lnTo>
                    <a:pt x="245841" y="2311"/>
                  </a:lnTo>
                  <a:lnTo>
                    <a:pt x="231432" y="32421"/>
                  </a:lnTo>
                  <a:cubicBezTo>
                    <a:pt x="236224" y="37383"/>
                    <a:pt x="240676" y="42684"/>
                    <a:pt x="244788" y="48291"/>
                  </a:cubicBezTo>
                  <a:lnTo>
                    <a:pt x="276869" y="39048"/>
                  </a:lnTo>
                  <a:lnTo>
                    <a:pt x="285059" y="53287"/>
                  </a:lnTo>
                  <a:lnTo>
                    <a:pt x="261236" y="76634"/>
                  </a:lnTo>
                  <a:cubicBezTo>
                    <a:pt x="264023" y="82921"/>
                    <a:pt x="266436" y="89446"/>
                    <a:pt x="268373" y="96141"/>
                  </a:cubicBezTo>
                  <a:lnTo>
                    <a:pt x="301609" y="98452"/>
                  </a:lnTo>
                  <a:lnTo>
                    <a:pt x="304464" y="114628"/>
                  </a:lnTo>
                  <a:lnTo>
                    <a:pt x="274082" y="128426"/>
                  </a:lnTo>
                  <a:cubicBezTo>
                    <a:pt x="274320" y="131960"/>
                    <a:pt x="274456" y="135495"/>
                    <a:pt x="274456" y="139063"/>
                  </a:cubicBezTo>
                  <a:cubicBezTo>
                    <a:pt x="274456" y="142461"/>
                    <a:pt x="274320" y="145826"/>
                    <a:pt x="274116" y="149156"/>
                  </a:cubicBezTo>
                  <a:lnTo>
                    <a:pt x="304634" y="162716"/>
                  </a:lnTo>
                  <a:lnTo>
                    <a:pt x="301779" y="178893"/>
                  </a:lnTo>
                  <a:lnTo>
                    <a:pt x="268509" y="181441"/>
                  </a:lnTo>
                  <a:cubicBezTo>
                    <a:pt x="266572" y="188136"/>
                    <a:pt x="264227" y="194661"/>
                    <a:pt x="261440" y="200948"/>
                  </a:cubicBezTo>
                  <a:lnTo>
                    <a:pt x="285433" y="224091"/>
                  </a:lnTo>
                  <a:lnTo>
                    <a:pt x="277243" y="238331"/>
                  </a:lnTo>
                  <a:lnTo>
                    <a:pt x="245026" y="229359"/>
                  </a:lnTo>
                  <a:cubicBezTo>
                    <a:pt x="240948" y="234966"/>
                    <a:pt x="236530" y="240268"/>
                    <a:pt x="231738" y="245263"/>
                  </a:cubicBezTo>
                  <a:lnTo>
                    <a:pt x="246419" y="275272"/>
                  </a:lnTo>
                  <a:lnTo>
                    <a:pt x="233845" y="285807"/>
                  </a:lnTo>
                  <a:lnTo>
                    <a:pt x="206691" y="266368"/>
                  </a:lnTo>
                  <a:cubicBezTo>
                    <a:pt x="200982" y="270242"/>
                    <a:pt x="195001" y="273708"/>
                    <a:pt x="188782" y="276801"/>
                  </a:cubicBezTo>
                  <a:lnTo>
                    <a:pt x="192282" y="309969"/>
                  </a:lnTo>
                  <a:lnTo>
                    <a:pt x="176854" y="315577"/>
                  </a:lnTo>
                  <a:lnTo>
                    <a:pt x="157992" y="288050"/>
                  </a:lnTo>
                  <a:cubicBezTo>
                    <a:pt x="151331" y="289715"/>
                    <a:pt x="144501" y="290938"/>
                    <a:pt x="137534" y="291686"/>
                  </a:cubicBezTo>
                  <a:lnTo>
                    <a:pt x="129514" y="324039"/>
                  </a:lnTo>
                  <a:lnTo>
                    <a:pt x="113099" y="324039"/>
                  </a:lnTo>
                  <a:lnTo>
                    <a:pt x="104773" y="291720"/>
                  </a:lnTo>
                  <a:cubicBezTo>
                    <a:pt x="97806" y="290972"/>
                    <a:pt x="90976" y="289783"/>
                    <a:pt x="84315" y="288185"/>
                  </a:cubicBezTo>
                  <a:lnTo>
                    <a:pt x="65691" y="315848"/>
                  </a:lnTo>
                  <a:lnTo>
                    <a:pt x="50263" y="310241"/>
                  </a:lnTo>
                  <a:lnTo>
                    <a:pt x="53525" y="277039"/>
                  </a:lnTo>
                  <a:cubicBezTo>
                    <a:pt x="47272" y="273980"/>
                    <a:pt x="41291" y="270514"/>
                    <a:pt x="35547" y="266673"/>
                  </a:cubicBezTo>
                  <a:lnTo>
                    <a:pt x="8564" y="286316"/>
                  </a:lnTo>
                  <a:lnTo>
                    <a:pt x="0" y="279112"/>
                  </a:lnTo>
                  <a:lnTo>
                    <a:pt x="106438" y="156905"/>
                  </a:lnTo>
                  <a:cubicBezTo>
                    <a:pt x="110380" y="160133"/>
                    <a:pt x="115444" y="162036"/>
                    <a:pt x="120915" y="162036"/>
                  </a:cubicBezTo>
                  <a:cubicBezTo>
                    <a:pt x="133625" y="162036"/>
                    <a:pt x="143957" y="151705"/>
                    <a:pt x="143957" y="139029"/>
                  </a:cubicBezTo>
                  <a:cubicBezTo>
                    <a:pt x="143957" y="132402"/>
                    <a:pt x="141170" y="126421"/>
                    <a:pt x="136650" y="122207"/>
                  </a:cubicBezTo>
                  <a:lnTo>
                    <a:pt x="243089" y="0"/>
                  </a:lnTo>
                  <a:lnTo>
                    <a:pt x="243089" y="0"/>
                  </a:lnTo>
                  <a:close/>
                  <a:moveTo>
                    <a:pt x="181102" y="104331"/>
                  </a:moveTo>
                  <a:cubicBezTo>
                    <a:pt x="176922" y="97093"/>
                    <a:pt x="167644" y="94612"/>
                    <a:pt x="160405" y="98792"/>
                  </a:cubicBezTo>
                  <a:cubicBezTo>
                    <a:pt x="153166" y="102972"/>
                    <a:pt x="150652" y="112249"/>
                    <a:pt x="154866" y="119488"/>
                  </a:cubicBezTo>
                  <a:cubicBezTo>
                    <a:pt x="159046" y="126727"/>
                    <a:pt x="168290" y="129208"/>
                    <a:pt x="175562" y="125027"/>
                  </a:cubicBezTo>
                  <a:cubicBezTo>
                    <a:pt x="182801" y="120847"/>
                    <a:pt x="185282" y="111604"/>
                    <a:pt x="181102" y="104331"/>
                  </a:cubicBezTo>
                  <a:lnTo>
                    <a:pt x="181102" y="104331"/>
                  </a:lnTo>
                  <a:close/>
                  <a:moveTo>
                    <a:pt x="120915" y="208561"/>
                  </a:moveTo>
                  <a:cubicBezTo>
                    <a:pt x="129276" y="208561"/>
                    <a:pt x="136073" y="201764"/>
                    <a:pt x="136073" y="193403"/>
                  </a:cubicBezTo>
                  <a:cubicBezTo>
                    <a:pt x="136073" y="185043"/>
                    <a:pt x="129276" y="178247"/>
                    <a:pt x="120915" y="178247"/>
                  </a:cubicBezTo>
                  <a:cubicBezTo>
                    <a:pt x="112555" y="178247"/>
                    <a:pt x="105793" y="185043"/>
                    <a:pt x="105793" y="193403"/>
                  </a:cubicBezTo>
                  <a:cubicBezTo>
                    <a:pt x="105793" y="201764"/>
                    <a:pt x="112555" y="208561"/>
                    <a:pt x="120915" y="208561"/>
                  </a:cubicBezTo>
                  <a:lnTo>
                    <a:pt x="120915" y="208561"/>
                  </a:lnTo>
                  <a:close/>
                  <a:moveTo>
                    <a:pt x="181102" y="173829"/>
                  </a:moveTo>
                  <a:cubicBezTo>
                    <a:pt x="185316" y="166590"/>
                    <a:pt x="182835" y="157312"/>
                    <a:pt x="175562" y="153132"/>
                  </a:cubicBezTo>
                  <a:cubicBezTo>
                    <a:pt x="168324" y="148952"/>
                    <a:pt x="159080" y="151433"/>
                    <a:pt x="154866" y="158672"/>
                  </a:cubicBezTo>
                  <a:cubicBezTo>
                    <a:pt x="150686" y="165910"/>
                    <a:pt x="153166" y="175188"/>
                    <a:pt x="160439" y="179368"/>
                  </a:cubicBezTo>
                  <a:cubicBezTo>
                    <a:pt x="167678" y="183548"/>
                    <a:pt x="176955" y="181067"/>
                    <a:pt x="181102" y="173829"/>
                  </a:cubicBezTo>
                  <a:lnTo>
                    <a:pt x="181102" y="173829"/>
                  </a:lnTo>
                  <a:close/>
                  <a:moveTo>
                    <a:pt x="180388" y="80406"/>
                  </a:moveTo>
                  <a:cubicBezTo>
                    <a:pt x="183548" y="83601"/>
                    <a:pt x="186437" y="87033"/>
                    <a:pt x="189054" y="90703"/>
                  </a:cubicBezTo>
                  <a:lnTo>
                    <a:pt x="228306" y="68036"/>
                  </a:lnTo>
                  <a:cubicBezTo>
                    <a:pt x="222902" y="59880"/>
                    <a:pt x="216581" y="52369"/>
                    <a:pt x="209512" y="45674"/>
                  </a:cubicBezTo>
                  <a:lnTo>
                    <a:pt x="180422" y="80406"/>
                  </a:lnTo>
                  <a:lnTo>
                    <a:pt x="180422" y="80406"/>
                  </a:lnTo>
                  <a:close/>
                  <a:moveTo>
                    <a:pt x="196870" y="104263"/>
                  </a:moveTo>
                  <a:cubicBezTo>
                    <a:pt x="198705" y="108307"/>
                    <a:pt x="200269" y="112555"/>
                    <a:pt x="201492" y="116905"/>
                  </a:cubicBezTo>
                  <a:lnTo>
                    <a:pt x="246147" y="109055"/>
                  </a:lnTo>
                  <a:cubicBezTo>
                    <a:pt x="243870" y="99438"/>
                    <a:pt x="240472" y="90262"/>
                    <a:pt x="236156" y="81596"/>
                  </a:cubicBezTo>
                  <a:lnTo>
                    <a:pt x="196904" y="104263"/>
                  </a:lnTo>
                  <a:lnTo>
                    <a:pt x="196904" y="104263"/>
                  </a:lnTo>
                  <a:close/>
                  <a:moveTo>
                    <a:pt x="204177" y="132334"/>
                  </a:moveTo>
                  <a:cubicBezTo>
                    <a:pt x="204347" y="134543"/>
                    <a:pt x="204449" y="136820"/>
                    <a:pt x="204449" y="139097"/>
                  </a:cubicBezTo>
                  <a:cubicBezTo>
                    <a:pt x="204449" y="141374"/>
                    <a:pt x="204347" y="143617"/>
                    <a:pt x="204177" y="145826"/>
                  </a:cubicBezTo>
                  <a:lnTo>
                    <a:pt x="248832" y="153676"/>
                  </a:lnTo>
                  <a:cubicBezTo>
                    <a:pt x="249376" y="148884"/>
                    <a:pt x="249681" y="144025"/>
                    <a:pt x="249681" y="139097"/>
                  </a:cubicBezTo>
                  <a:cubicBezTo>
                    <a:pt x="249681" y="134169"/>
                    <a:pt x="249376" y="129275"/>
                    <a:pt x="248832" y="124484"/>
                  </a:cubicBezTo>
                  <a:lnTo>
                    <a:pt x="204177" y="132334"/>
                  </a:lnTo>
                  <a:lnTo>
                    <a:pt x="204177" y="132334"/>
                  </a:lnTo>
                  <a:close/>
                  <a:moveTo>
                    <a:pt x="201492" y="161221"/>
                  </a:moveTo>
                  <a:cubicBezTo>
                    <a:pt x="200269" y="165605"/>
                    <a:pt x="198739" y="169819"/>
                    <a:pt x="196870" y="173863"/>
                  </a:cubicBezTo>
                  <a:lnTo>
                    <a:pt x="236122" y="196530"/>
                  </a:lnTo>
                  <a:cubicBezTo>
                    <a:pt x="240438" y="187898"/>
                    <a:pt x="243836" y="178688"/>
                    <a:pt x="246113" y="169071"/>
                  </a:cubicBezTo>
                  <a:lnTo>
                    <a:pt x="201458" y="161221"/>
                  </a:lnTo>
                  <a:lnTo>
                    <a:pt x="201458" y="161221"/>
                  </a:lnTo>
                  <a:close/>
                  <a:moveTo>
                    <a:pt x="189054" y="187422"/>
                  </a:moveTo>
                  <a:cubicBezTo>
                    <a:pt x="186437" y="191059"/>
                    <a:pt x="183548" y="194559"/>
                    <a:pt x="180388" y="197720"/>
                  </a:cubicBezTo>
                  <a:lnTo>
                    <a:pt x="209478" y="232451"/>
                  </a:lnTo>
                  <a:cubicBezTo>
                    <a:pt x="216581" y="225756"/>
                    <a:pt x="222868" y="218246"/>
                    <a:pt x="228272" y="210090"/>
                  </a:cubicBezTo>
                  <a:lnTo>
                    <a:pt x="189020" y="187422"/>
                  </a:lnTo>
                  <a:lnTo>
                    <a:pt x="189020" y="187422"/>
                  </a:lnTo>
                  <a:close/>
                  <a:moveTo>
                    <a:pt x="168392" y="207813"/>
                  </a:moveTo>
                  <a:cubicBezTo>
                    <a:pt x="164687" y="210362"/>
                    <a:pt x="160813" y="212639"/>
                    <a:pt x="156735" y="214542"/>
                  </a:cubicBezTo>
                  <a:lnTo>
                    <a:pt x="172232" y="257158"/>
                  </a:lnTo>
                  <a:cubicBezTo>
                    <a:pt x="181237" y="253216"/>
                    <a:pt x="189733" y="248288"/>
                    <a:pt x="197516" y="242511"/>
                  </a:cubicBezTo>
                  <a:lnTo>
                    <a:pt x="168392" y="207813"/>
                  </a:lnTo>
                  <a:lnTo>
                    <a:pt x="168392" y="207813"/>
                  </a:lnTo>
                  <a:close/>
                  <a:moveTo>
                    <a:pt x="142054" y="219911"/>
                  </a:moveTo>
                  <a:cubicBezTo>
                    <a:pt x="137738" y="221033"/>
                    <a:pt x="133320" y="221815"/>
                    <a:pt x="128766" y="222222"/>
                  </a:cubicBezTo>
                  <a:lnTo>
                    <a:pt x="128766" y="267557"/>
                  </a:lnTo>
                  <a:cubicBezTo>
                    <a:pt x="138723" y="266979"/>
                    <a:pt x="148341" y="265246"/>
                    <a:pt x="157550" y="262494"/>
                  </a:cubicBezTo>
                  <a:lnTo>
                    <a:pt x="142054" y="219911"/>
                  </a:lnTo>
                  <a:lnTo>
                    <a:pt x="142054" y="219911"/>
                  </a:lnTo>
                  <a:close/>
                  <a:moveTo>
                    <a:pt x="113167" y="222222"/>
                  </a:moveTo>
                  <a:cubicBezTo>
                    <a:pt x="108613" y="221815"/>
                    <a:pt x="104161" y="221033"/>
                    <a:pt x="99879" y="219911"/>
                  </a:cubicBezTo>
                  <a:lnTo>
                    <a:pt x="84382" y="262528"/>
                  </a:lnTo>
                  <a:cubicBezTo>
                    <a:pt x="93592" y="265246"/>
                    <a:pt x="103210" y="266979"/>
                    <a:pt x="113167" y="267591"/>
                  </a:cubicBezTo>
                  <a:lnTo>
                    <a:pt x="113167" y="222256"/>
                  </a:lnTo>
                  <a:lnTo>
                    <a:pt x="113167" y="222256"/>
                  </a:lnTo>
                  <a:close/>
                  <a:moveTo>
                    <a:pt x="85198" y="214542"/>
                  </a:moveTo>
                  <a:cubicBezTo>
                    <a:pt x="81120" y="212605"/>
                    <a:pt x="77212" y="210362"/>
                    <a:pt x="73542" y="207779"/>
                  </a:cubicBezTo>
                  <a:lnTo>
                    <a:pt x="44417" y="242511"/>
                  </a:lnTo>
                  <a:cubicBezTo>
                    <a:pt x="52234" y="248288"/>
                    <a:pt x="60662" y="253216"/>
                    <a:pt x="69702" y="257158"/>
                  </a:cubicBezTo>
                  <a:lnTo>
                    <a:pt x="85232" y="21454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" name="Google Shape;2116;p47">
            <a:extLst>
              <a:ext uri="{FF2B5EF4-FFF2-40B4-BE49-F238E27FC236}">
                <a16:creationId xmlns:a16="http://schemas.microsoft.com/office/drawing/2014/main" id="{BF6108FC-7BE0-CFA1-7996-D498D8DD7EAB}"/>
              </a:ext>
            </a:extLst>
          </p:cNvPr>
          <p:cNvGrpSpPr/>
          <p:nvPr/>
        </p:nvGrpSpPr>
        <p:grpSpPr>
          <a:xfrm>
            <a:off x="9189792" y="4793758"/>
            <a:ext cx="1568486" cy="1375397"/>
            <a:chOff x="2538624" y="3765566"/>
            <a:chExt cx="350240" cy="345177"/>
          </a:xfrm>
        </p:grpSpPr>
        <p:sp>
          <p:nvSpPr>
            <p:cNvPr id="49" name="Google Shape;2117;p47">
              <a:extLst>
                <a:ext uri="{FF2B5EF4-FFF2-40B4-BE49-F238E27FC236}">
                  <a16:creationId xmlns:a16="http://schemas.microsoft.com/office/drawing/2014/main" id="{04C3029B-B28C-A79E-ECA9-531F95A07DA2}"/>
                </a:ext>
              </a:extLst>
            </p:cNvPr>
            <p:cNvSpPr/>
            <p:nvPr/>
          </p:nvSpPr>
          <p:spPr>
            <a:xfrm>
              <a:off x="2538624" y="3765566"/>
              <a:ext cx="350240" cy="345177"/>
            </a:xfrm>
            <a:custGeom>
              <a:avLst/>
              <a:gdLst/>
              <a:ahLst/>
              <a:cxnLst/>
              <a:rect l="l" t="t" r="r" b="b"/>
              <a:pathLst>
                <a:path w="350240" h="345177" extrusionOk="0">
                  <a:moveTo>
                    <a:pt x="201696" y="50807"/>
                  </a:moveTo>
                  <a:cubicBezTo>
                    <a:pt x="213998" y="53423"/>
                    <a:pt x="225654" y="57807"/>
                    <a:pt x="236359" y="63720"/>
                  </a:cubicBezTo>
                  <a:lnTo>
                    <a:pt x="278398" y="33135"/>
                  </a:lnTo>
                  <a:lnTo>
                    <a:pt x="298313" y="49821"/>
                  </a:lnTo>
                  <a:lnTo>
                    <a:pt x="275611" y="97195"/>
                  </a:lnTo>
                  <a:cubicBezTo>
                    <a:pt x="283156" y="106880"/>
                    <a:pt x="289375" y="117687"/>
                    <a:pt x="293895" y="129344"/>
                  </a:cubicBezTo>
                  <a:lnTo>
                    <a:pt x="345721" y="132912"/>
                  </a:lnTo>
                  <a:lnTo>
                    <a:pt x="350240" y="158502"/>
                  </a:lnTo>
                  <a:lnTo>
                    <a:pt x="302425" y="180218"/>
                  </a:lnTo>
                  <a:cubicBezTo>
                    <a:pt x="301983" y="192894"/>
                    <a:pt x="299672" y="205094"/>
                    <a:pt x="295764" y="216581"/>
                  </a:cubicBezTo>
                  <a:lnTo>
                    <a:pt x="333180" y="252672"/>
                  </a:lnTo>
                  <a:lnTo>
                    <a:pt x="320199" y="275136"/>
                  </a:lnTo>
                  <a:lnTo>
                    <a:pt x="269562" y="261032"/>
                  </a:lnTo>
                  <a:cubicBezTo>
                    <a:pt x="261270" y="270174"/>
                    <a:pt x="251720" y="278127"/>
                    <a:pt x="241117" y="284583"/>
                  </a:cubicBezTo>
                  <a:lnTo>
                    <a:pt x="246589" y="336307"/>
                  </a:lnTo>
                  <a:lnTo>
                    <a:pt x="222188" y="345177"/>
                  </a:lnTo>
                  <a:lnTo>
                    <a:pt x="192486" y="301847"/>
                  </a:lnTo>
                  <a:cubicBezTo>
                    <a:pt x="186777" y="302629"/>
                    <a:pt x="180932" y="303071"/>
                    <a:pt x="174984" y="303071"/>
                  </a:cubicBezTo>
                  <a:cubicBezTo>
                    <a:pt x="168357" y="303071"/>
                    <a:pt x="161900" y="302561"/>
                    <a:pt x="155545" y="301575"/>
                  </a:cubicBezTo>
                  <a:lnTo>
                    <a:pt x="126489" y="344701"/>
                  </a:lnTo>
                  <a:lnTo>
                    <a:pt x="102088" y="335832"/>
                  </a:lnTo>
                  <a:lnTo>
                    <a:pt x="107220" y="283530"/>
                  </a:lnTo>
                  <a:cubicBezTo>
                    <a:pt x="96719" y="276937"/>
                    <a:pt x="87271" y="268849"/>
                    <a:pt x="79149" y="259571"/>
                  </a:cubicBezTo>
                  <a:lnTo>
                    <a:pt x="29124" y="273946"/>
                  </a:lnTo>
                  <a:lnTo>
                    <a:pt x="16142" y="251483"/>
                  </a:lnTo>
                  <a:lnTo>
                    <a:pt x="53661" y="214746"/>
                  </a:lnTo>
                  <a:cubicBezTo>
                    <a:pt x="49923" y="203225"/>
                    <a:pt x="47781" y="190991"/>
                    <a:pt x="47544" y="178315"/>
                  </a:cubicBezTo>
                  <a:lnTo>
                    <a:pt x="0" y="157177"/>
                  </a:lnTo>
                  <a:lnTo>
                    <a:pt x="4520" y="131621"/>
                  </a:lnTo>
                  <a:lnTo>
                    <a:pt x="56855" y="127577"/>
                  </a:lnTo>
                  <a:cubicBezTo>
                    <a:pt x="61579" y="116022"/>
                    <a:pt x="67900" y="105283"/>
                    <a:pt x="75615" y="95699"/>
                  </a:cubicBezTo>
                  <a:lnTo>
                    <a:pt x="52777" y="48971"/>
                  </a:lnTo>
                  <a:lnTo>
                    <a:pt x="72658" y="32285"/>
                  </a:lnTo>
                  <a:lnTo>
                    <a:pt x="115376" y="62837"/>
                  </a:lnTo>
                  <a:cubicBezTo>
                    <a:pt x="126149" y="57094"/>
                    <a:pt x="137873" y="52880"/>
                    <a:pt x="150210" y="50433"/>
                  </a:cubicBezTo>
                  <a:lnTo>
                    <a:pt x="162750" y="0"/>
                  </a:lnTo>
                  <a:lnTo>
                    <a:pt x="188714" y="0"/>
                  </a:lnTo>
                  <a:lnTo>
                    <a:pt x="201764" y="50841"/>
                  </a:lnTo>
                  <a:lnTo>
                    <a:pt x="201764" y="50841"/>
                  </a:lnTo>
                  <a:close/>
                  <a:moveTo>
                    <a:pt x="174984" y="155614"/>
                  </a:moveTo>
                  <a:cubicBezTo>
                    <a:pt x="163973" y="155614"/>
                    <a:pt x="155070" y="164517"/>
                    <a:pt x="155070" y="175528"/>
                  </a:cubicBezTo>
                  <a:cubicBezTo>
                    <a:pt x="155070" y="186539"/>
                    <a:pt x="163973" y="195443"/>
                    <a:pt x="174984" y="195443"/>
                  </a:cubicBezTo>
                  <a:cubicBezTo>
                    <a:pt x="185995" y="195443"/>
                    <a:pt x="194899" y="186539"/>
                    <a:pt x="194899" y="175528"/>
                  </a:cubicBezTo>
                  <a:cubicBezTo>
                    <a:pt x="194899" y="164517"/>
                    <a:pt x="185961" y="155614"/>
                    <a:pt x="174984" y="155614"/>
                  </a:cubicBezTo>
                  <a:lnTo>
                    <a:pt x="174984" y="155614"/>
                  </a:lnTo>
                  <a:close/>
                  <a:moveTo>
                    <a:pt x="182427" y="134645"/>
                  </a:moveTo>
                  <a:cubicBezTo>
                    <a:pt x="188408" y="135733"/>
                    <a:pt x="193947" y="138112"/>
                    <a:pt x="198739" y="141476"/>
                  </a:cubicBezTo>
                  <a:lnTo>
                    <a:pt x="228611" y="111842"/>
                  </a:lnTo>
                  <a:cubicBezTo>
                    <a:pt x="215901" y="101103"/>
                    <a:pt x="199929" y="94136"/>
                    <a:pt x="182393" y="92573"/>
                  </a:cubicBezTo>
                  <a:lnTo>
                    <a:pt x="182393" y="134645"/>
                  </a:lnTo>
                  <a:lnTo>
                    <a:pt x="182393" y="134645"/>
                  </a:lnTo>
                  <a:close/>
                  <a:moveTo>
                    <a:pt x="209206" y="152011"/>
                  </a:moveTo>
                  <a:cubicBezTo>
                    <a:pt x="212503" y="156735"/>
                    <a:pt x="214780" y="162206"/>
                    <a:pt x="215833" y="168120"/>
                  </a:cubicBezTo>
                  <a:lnTo>
                    <a:pt x="257939" y="168120"/>
                  </a:lnTo>
                  <a:cubicBezTo>
                    <a:pt x="256410" y="150822"/>
                    <a:pt x="249579" y="135019"/>
                    <a:pt x="239078" y="122377"/>
                  </a:cubicBezTo>
                  <a:lnTo>
                    <a:pt x="209206" y="152011"/>
                  </a:lnTo>
                  <a:lnTo>
                    <a:pt x="209206" y="152011"/>
                  </a:lnTo>
                  <a:close/>
                  <a:moveTo>
                    <a:pt x="215833" y="182971"/>
                  </a:moveTo>
                  <a:cubicBezTo>
                    <a:pt x="214746" y="188918"/>
                    <a:pt x="212435" y="194424"/>
                    <a:pt x="209138" y="199181"/>
                  </a:cubicBezTo>
                  <a:lnTo>
                    <a:pt x="238874" y="228951"/>
                  </a:lnTo>
                  <a:cubicBezTo>
                    <a:pt x="249477" y="216275"/>
                    <a:pt x="256410" y="200405"/>
                    <a:pt x="257939" y="182971"/>
                  </a:cubicBezTo>
                  <a:lnTo>
                    <a:pt x="215833" y="182971"/>
                  </a:lnTo>
                  <a:close/>
                  <a:moveTo>
                    <a:pt x="198603" y="209682"/>
                  </a:moveTo>
                  <a:cubicBezTo>
                    <a:pt x="193845" y="213013"/>
                    <a:pt x="188340" y="215358"/>
                    <a:pt x="182393" y="216411"/>
                  </a:cubicBezTo>
                  <a:lnTo>
                    <a:pt x="182393" y="258518"/>
                  </a:lnTo>
                  <a:cubicBezTo>
                    <a:pt x="199792" y="256954"/>
                    <a:pt x="215663" y="250056"/>
                    <a:pt x="228339" y="239453"/>
                  </a:cubicBezTo>
                  <a:lnTo>
                    <a:pt x="198569" y="209682"/>
                  </a:lnTo>
                  <a:lnTo>
                    <a:pt x="198569" y="209682"/>
                  </a:lnTo>
                  <a:close/>
                  <a:moveTo>
                    <a:pt x="167542" y="216411"/>
                  </a:moveTo>
                  <a:cubicBezTo>
                    <a:pt x="161560" y="215323"/>
                    <a:pt x="155987" y="212945"/>
                    <a:pt x="151161" y="209580"/>
                  </a:cubicBezTo>
                  <a:lnTo>
                    <a:pt x="121289" y="239214"/>
                  </a:lnTo>
                  <a:cubicBezTo>
                    <a:pt x="133999" y="249954"/>
                    <a:pt x="150006" y="256954"/>
                    <a:pt x="167542" y="258518"/>
                  </a:cubicBezTo>
                  <a:lnTo>
                    <a:pt x="167542" y="216411"/>
                  </a:lnTo>
                  <a:lnTo>
                    <a:pt x="167542" y="216411"/>
                  </a:lnTo>
                  <a:close/>
                  <a:moveTo>
                    <a:pt x="140694" y="199011"/>
                  </a:moveTo>
                  <a:cubicBezTo>
                    <a:pt x="137432" y="194288"/>
                    <a:pt x="135155" y="188816"/>
                    <a:pt x="134101" y="182937"/>
                  </a:cubicBezTo>
                  <a:lnTo>
                    <a:pt x="91995" y="182937"/>
                  </a:lnTo>
                  <a:cubicBezTo>
                    <a:pt x="93524" y="200235"/>
                    <a:pt x="100321" y="216003"/>
                    <a:pt x="110822" y="228611"/>
                  </a:cubicBezTo>
                  <a:lnTo>
                    <a:pt x="140694" y="198977"/>
                  </a:lnTo>
                  <a:lnTo>
                    <a:pt x="140694" y="198977"/>
                  </a:lnTo>
                  <a:close/>
                  <a:moveTo>
                    <a:pt x="134101" y="168120"/>
                  </a:moveTo>
                  <a:cubicBezTo>
                    <a:pt x="135189" y="162173"/>
                    <a:pt x="137500" y="156667"/>
                    <a:pt x="140830" y="151875"/>
                  </a:cubicBezTo>
                  <a:lnTo>
                    <a:pt x="111060" y="122139"/>
                  </a:lnTo>
                  <a:cubicBezTo>
                    <a:pt x="100457" y="134815"/>
                    <a:pt x="93524" y="150686"/>
                    <a:pt x="91995" y="168120"/>
                  </a:cubicBezTo>
                  <a:lnTo>
                    <a:pt x="134101" y="168120"/>
                  </a:lnTo>
                  <a:close/>
                  <a:moveTo>
                    <a:pt x="151331" y="141408"/>
                  </a:moveTo>
                  <a:cubicBezTo>
                    <a:pt x="156123" y="138112"/>
                    <a:pt x="161594" y="135733"/>
                    <a:pt x="167576" y="134679"/>
                  </a:cubicBezTo>
                  <a:lnTo>
                    <a:pt x="167576" y="92573"/>
                  </a:lnTo>
                  <a:cubicBezTo>
                    <a:pt x="150176" y="94136"/>
                    <a:pt x="134271" y="101035"/>
                    <a:pt x="121595" y="111638"/>
                  </a:cubicBezTo>
                  <a:lnTo>
                    <a:pt x="151331" y="1414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2118;p47">
              <a:extLst>
                <a:ext uri="{FF2B5EF4-FFF2-40B4-BE49-F238E27FC236}">
                  <a16:creationId xmlns:a16="http://schemas.microsoft.com/office/drawing/2014/main" id="{03AA7687-2735-FB86-3A3F-79F1D4563C1F}"/>
                </a:ext>
              </a:extLst>
            </p:cNvPr>
            <p:cNvSpPr/>
            <p:nvPr/>
          </p:nvSpPr>
          <p:spPr>
            <a:xfrm>
              <a:off x="2566695" y="3862181"/>
              <a:ext cx="322169" cy="248560"/>
            </a:xfrm>
            <a:custGeom>
              <a:avLst/>
              <a:gdLst/>
              <a:ahLst/>
              <a:cxnLst/>
              <a:rect l="l" t="t" r="r" b="b"/>
              <a:pathLst>
                <a:path w="322169" h="248560" extrusionOk="0">
                  <a:moveTo>
                    <a:pt x="247813" y="0"/>
                  </a:moveTo>
                  <a:lnTo>
                    <a:pt x="247541" y="577"/>
                  </a:lnTo>
                  <a:cubicBezTo>
                    <a:pt x="255085" y="10263"/>
                    <a:pt x="261304" y="21070"/>
                    <a:pt x="265824" y="32727"/>
                  </a:cubicBezTo>
                  <a:lnTo>
                    <a:pt x="317650" y="36295"/>
                  </a:lnTo>
                  <a:lnTo>
                    <a:pt x="322170" y="61885"/>
                  </a:lnTo>
                  <a:lnTo>
                    <a:pt x="274354" y="83601"/>
                  </a:lnTo>
                  <a:cubicBezTo>
                    <a:pt x="273913" y="96277"/>
                    <a:pt x="271601" y="108477"/>
                    <a:pt x="267693" y="119964"/>
                  </a:cubicBezTo>
                  <a:lnTo>
                    <a:pt x="305110" y="156055"/>
                  </a:lnTo>
                  <a:lnTo>
                    <a:pt x="292128" y="178519"/>
                  </a:lnTo>
                  <a:lnTo>
                    <a:pt x="241492" y="164415"/>
                  </a:lnTo>
                  <a:cubicBezTo>
                    <a:pt x="233200" y="173557"/>
                    <a:pt x="223650" y="181509"/>
                    <a:pt x="213047" y="187966"/>
                  </a:cubicBezTo>
                  <a:lnTo>
                    <a:pt x="218518" y="239690"/>
                  </a:lnTo>
                  <a:lnTo>
                    <a:pt x="194118" y="248560"/>
                  </a:lnTo>
                  <a:lnTo>
                    <a:pt x="164415" y="205230"/>
                  </a:lnTo>
                  <a:cubicBezTo>
                    <a:pt x="158706" y="206012"/>
                    <a:pt x="152861" y="206454"/>
                    <a:pt x="146914" y="206454"/>
                  </a:cubicBezTo>
                  <a:cubicBezTo>
                    <a:pt x="140287" y="206454"/>
                    <a:pt x="133830" y="205944"/>
                    <a:pt x="127475" y="204958"/>
                  </a:cubicBezTo>
                  <a:lnTo>
                    <a:pt x="98418" y="248084"/>
                  </a:lnTo>
                  <a:lnTo>
                    <a:pt x="74018" y="239214"/>
                  </a:lnTo>
                  <a:lnTo>
                    <a:pt x="79149" y="186913"/>
                  </a:lnTo>
                  <a:cubicBezTo>
                    <a:pt x="68648" y="180320"/>
                    <a:pt x="59201" y="172231"/>
                    <a:pt x="51078" y="162954"/>
                  </a:cubicBezTo>
                  <a:lnTo>
                    <a:pt x="1054" y="177329"/>
                  </a:lnTo>
                  <a:lnTo>
                    <a:pt x="0" y="175528"/>
                  </a:lnTo>
                  <a:lnTo>
                    <a:pt x="75615" y="121969"/>
                  </a:lnTo>
                  <a:cubicBezTo>
                    <a:pt x="77756" y="125503"/>
                    <a:pt x="80135" y="128868"/>
                    <a:pt x="82786" y="132028"/>
                  </a:cubicBezTo>
                  <a:lnTo>
                    <a:pt x="112658" y="102394"/>
                  </a:lnTo>
                  <a:cubicBezTo>
                    <a:pt x="111638" y="100899"/>
                    <a:pt x="110721" y="99336"/>
                    <a:pt x="109871" y="97704"/>
                  </a:cubicBezTo>
                  <a:lnTo>
                    <a:pt x="127950" y="84892"/>
                  </a:lnTo>
                  <a:cubicBezTo>
                    <a:pt x="130499" y="92947"/>
                    <a:pt x="138044" y="98792"/>
                    <a:pt x="146948" y="98792"/>
                  </a:cubicBezTo>
                  <a:cubicBezTo>
                    <a:pt x="157925" y="98792"/>
                    <a:pt x="166862" y="89888"/>
                    <a:pt x="166862" y="78877"/>
                  </a:cubicBezTo>
                  <a:cubicBezTo>
                    <a:pt x="166862" y="72386"/>
                    <a:pt x="163770" y="66575"/>
                    <a:pt x="158944" y="62973"/>
                  </a:cubicBezTo>
                  <a:lnTo>
                    <a:pt x="209954" y="26848"/>
                  </a:lnTo>
                  <a:lnTo>
                    <a:pt x="181170" y="55360"/>
                  </a:lnTo>
                  <a:cubicBezTo>
                    <a:pt x="184466" y="60084"/>
                    <a:pt x="186743" y="65556"/>
                    <a:pt x="187796" y="71469"/>
                  </a:cubicBezTo>
                  <a:lnTo>
                    <a:pt x="229903" y="71469"/>
                  </a:lnTo>
                  <a:cubicBezTo>
                    <a:pt x="228374" y="54239"/>
                    <a:pt x="221611" y="38538"/>
                    <a:pt x="211212" y="25930"/>
                  </a:cubicBezTo>
                  <a:lnTo>
                    <a:pt x="247813" y="0"/>
                  </a:lnTo>
                  <a:lnTo>
                    <a:pt x="247813" y="0"/>
                  </a:lnTo>
                  <a:close/>
                  <a:moveTo>
                    <a:pt x="187796" y="86320"/>
                  </a:moveTo>
                  <a:cubicBezTo>
                    <a:pt x="186709" y="92267"/>
                    <a:pt x="184398" y="97772"/>
                    <a:pt x="181102" y="102530"/>
                  </a:cubicBezTo>
                  <a:lnTo>
                    <a:pt x="210838" y="132300"/>
                  </a:lnTo>
                  <a:cubicBezTo>
                    <a:pt x="221441" y="119624"/>
                    <a:pt x="228374" y="103754"/>
                    <a:pt x="229903" y="86320"/>
                  </a:cubicBezTo>
                  <a:lnTo>
                    <a:pt x="187796" y="86320"/>
                  </a:lnTo>
                  <a:close/>
                  <a:moveTo>
                    <a:pt x="170567" y="113031"/>
                  </a:moveTo>
                  <a:cubicBezTo>
                    <a:pt x="165809" y="116362"/>
                    <a:pt x="160303" y="118706"/>
                    <a:pt x="154356" y="119760"/>
                  </a:cubicBezTo>
                  <a:lnTo>
                    <a:pt x="154356" y="161866"/>
                  </a:lnTo>
                  <a:cubicBezTo>
                    <a:pt x="171756" y="160303"/>
                    <a:pt x="187627" y="153404"/>
                    <a:pt x="200303" y="142801"/>
                  </a:cubicBezTo>
                  <a:lnTo>
                    <a:pt x="170533" y="113031"/>
                  </a:lnTo>
                  <a:lnTo>
                    <a:pt x="170533" y="113031"/>
                  </a:lnTo>
                  <a:close/>
                  <a:moveTo>
                    <a:pt x="139505" y="119760"/>
                  </a:moveTo>
                  <a:cubicBezTo>
                    <a:pt x="133524" y="118672"/>
                    <a:pt x="127950" y="116294"/>
                    <a:pt x="123125" y="112929"/>
                  </a:cubicBezTo>
                  <a:lnTo>
                    <a:pt x="93253" y="142563"/>
                  </a:lnTo>
                  <a:cubicBezTo>
                    <a:pt x="105963" y="153302"/>
                    <a:pt x="121969" y="160303"/>
                    <a:pt x="139505" y="161866"/>
                  </a:cubicBezTo>
                  <a:lnTo>
                    <a:pt x="139505" y="119760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2446;p47">
            <a:extLst>
              <a:ext uri="{FF2B5EF4-FFF2-40B4-BE49-F238E27FC236}">
                <a16:creationId xmlns:a16="http://schemas.microsoft.com/office/drawing/2014/main" id="{919BB5B5-D7F5-8567-45FE-A112E2608B7E}"/>
              </a:ext>
            </a:extLst>
          </p:cNvPr>
          <p:cNvGrpSpPr/>
          <p:nvPr/>
        </p:nvGrpSpPr>
        <p:grpSpPr>
          <a:xfrm rot="5400000">
            <a:off x="9689673" y="435113"/>
            <a:ext cx="1389144" cy="804990"/>
            <a:chOff x="2974447" y="973475"/>
            <a:chExt cx="395621" cy="229257"/>
          </a:xfrm>
        </p:grpSpPr>
        <p:sp>
          <p:nvSpPr>
            <p:cNvPr id="52" name="Google Shape;2447;p47">
              <a:extLst>
                <a:ext uri="{FF2B5EF4-FFF2-40B4-BE49-F238E27FC236}">
                  <a16:creationId xmlns:a16="http://schemas.microsoft.com/office/drawing/2014/main" id="{C672286E-6692-79CF-5FDF-D2BA027CA779}"/>
                </a:ext>
              </a:extLst>
            </p:cNvPr>
            <p:cNvSpPr/>
            <p:nvPr/>
          </p:nvSpPr>
          <p:spPr>
            <a:xfrm>
              <a:off x="3216115" y="1014970"/>
              <a:ext cx="143617" cy="99165"/>
            </a:xfrm>
            <a:custGeom>
              <a:avLst/>
              <a:gdLst/>
              <a:ahLst/>
              <a:cxnLst/>
              <a:rect l="l" t="t" r="r" b="b"/>
              <a:pathLst>
                <a:path w="143617" h="99165" extrusionOk="0">
                  <a:moveTo>
                    <a:pt x="25250" y="0"/>
                  </a:moveTo>
                  <a:lnTo>
                    <a:pt x="0" y="53661"/>
                  </a:lnTo>
                  <a:lnTo>
                    <a:pt x="131315" y="99166"/>
                  </a:lnTo>
                  <a:lnTo>
                    <a:pt x="143617" y="73032"/>
                  </a:lnTo>
                  <a:lnTo>
                    <a:pt x="25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2448;p47">
              <a:extLst>
                <a:ext uri="{FF2B5EF4-FFF2-40B4-BE49-F238E27FC236}">
                  <a16:creationId xmlns:a16="http://schemas.microsoft.com/office/drawing/2014/main" id="{F80433C5-3AB6-DD50-A910-5010DAA446E3}"/>
                </a:ext>
              </a:extLst>
            </p:cNvPr>
            <p:cNvSpPr/>
            <p:nvPr/>
          </p:nvSpPr>
          <p:spPr>
            <a:xfrm>
              <a:off x="3199573" y="1012361"/>
              <a:ext cx="59416" cy="59416"/>
            </a:xfrm>
            <a:custGeom>
              <a:avLst/>
              <a:gdLst/>
              <a:ahLst/>
              <a:cxnLst/>
              <a:rect l="l" t="t" r="r" b="b"/>
              <a:pathLst>
                <a:path w="59416" h="59416" extrusionOk="0">
                  <a:moveTo>
                    <a:pt x="56576" y="42370"/>
                  </a:moveTo>
                  <a:cubicBezTo>
                    <a:pt x="49609" y="57187"/>
                    <a:pt x="31869" y="63576"/>
                    <a:pt x="17052" y="56576"/>
                  </a:cubicBezTo>
                  <a:cubicBezTo>
                    <a:pt x="2201" y="49575"/>
                    <a:pt x="-4154" y="31903"/>
                    <a:pt x="2847" y="17052"/>
                  </a:cubicBezTo>
                  <a:cubicBezTo>
                    <a:pt x="9847" y="2201"/>
                    <a:pt x="27519" y="-4154"/>
                    <a:pt x="42370" y="2847"/>
                  </a:cubicBezTo>
                  <a:cubicBezTo>
                    <a:pt x="57187" y="9847"/>
                    <a:pt x="63576" y="27519"/>
                    <a:pt x="56576" y="423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2449;p47">
              <a:extLst>
                <a:ext uri="{FF2B5EF4-FFF2-40B4-BE49-F238E27FC236}">
                  <a16:creationId xmlns:a16="http://schemas.microsoft.com/office/drawing/2014/main" id="{4731F740-4B99-AC76-7488-8BAB01C95C50}"/>
                </a:ext>
              </a:extLst>
            </p:cNvPr>
            <p:cNvSpPr/>
            <p:nvPr/>
          </p:nvSpPr>
          <p:spPr>
            <a:xfrm>
              <a:off x="3321058" y="1098265"/>
              <a:ext cx="48971" cy="61137"/>
            </a:xfrm>
            <a:custGeom>
              <a:avLst/>
              <a:gdLst/>
              <a:ahLst/>
              <a:cxnLst/>
              <a:rect l="l" t="t" r="r" b="b"/>
              <a:pathLst>
                <a:path w="48971" h="61137" extrusionOk="0">
                  <a:moveTo>
                    <a:pt x="48971" y="0"/>
                  </a:moveTo>
                  <a:lnTo>
                    <a:pt x="0" y="1087"/>
                  </a:lnTo>
                  <a:lnTo>
                    <a:pt x="11521" y="61137"/>
                  </a:lnTo>
                  <a:lnTo>
                    <a:pt x="35378" y="60594"/>
                  </a:lnTo>
                  <a:lnTo>
                    <a:pt x="489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2450;p47">
              <a:extLst>
                <a:ext uri="{FF2B5EF4-FFF2-40B4-BE49-F238E27FC236}">
                  <a16:creationId xmlns:a16="http://schemas.microsoft.com/office/drawing/2014/main" id="{58E48C0A-6B7F-476A-E5AB-BAA1F3D8A1FE}"/>
                </a:ext>
              </a:extLst>
            </p:cNvPr>
            <p:cNvSpPr/>
            <p:nvPr/>
          </p:nvSpPr>
          <p:spPr>
            <a:xfrm>
              <a:off x="3321017" y="1074810"/>
              <a:ext cx="49051" cy="49051"/>
            </a:xfrm>
            <a:custGeom>
              <a:avLst/>
              <a:gdLst/>
              <a:ahLst/>
              <a:cxnLst/>
              <a:rect l="l" t="t" r="r" b="b"/>
              <a:pathLst>
                <a:path w="49051" h="49051" extrusionOk="0">
                  <a:moveTo>
                    <a:pt x="25087" y="49046"/>
                  </a:moveTo>
                  <a:cubicBezTo>
                    <a:pt x="11561" y="49351"/>
                    <a:pt x="312" y="38646"/>
                    <a:pt x="6" y="25087"/>
                  </a:cubicBezTo>
                  <a:cubicBezTo>
                    <a:pt x="-300" y="11561"/>
                    <a:pt x="10406" y="312"/>
                    <a:pt x="23965" y="6"/>
                  </a:cubicBezTo>
                  <a:cubicBezTo>
                    <a:pt x="37491" y="-299"/>
                    <a:pt x="48740" y="10406"/>
                    <a:pt x="49045" y="23965"/>
                  </a:cubicBezTo>
                  <a:cubicBezTo>
                    <a:pt x="49351" y="37491"/>
                    <a:pt x="38646" y="48740"/>
                    <a:pt x="25087" y="490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2451;p47">
              <a:extLst>
                <a:ext uri="{FF2B5EF4-FFF2-40B4-BE49-F238E27FC236}">
                  <a16:creationId xmlns:a16="http://schemas.microsoft.com/office/drawing/2014/main" id="{098EE691-9508-146E-B18C-50EBB1F74B4C}"/>
                </a:ext>
              </a:extLst>
            </p:cNvPr>
            <p:cNvSpPr/>
            <p:nvPr/>
          </p:nvSpPr>
          <p:spPr>
            <a:xfrm>
              <a:off x="3330854" y="1084680"/>
              <a:ext cx="29350" cy="29345"/>
            </a:xfrm>
            <a:custGeom>
              <a:avLst/>
              <a:gdLst/>
              <a:ahLst/>
              <a:cxnLst/>
              <a:rect l="l" t="t" r="r" b="b"/>
              <a:pathLst>
                <a:path w="29350" h="29345" extrusionOk="0">
                  <a:moveTo>
                    <a:pt x="4749" y="3866"/>
                  </a:moveTo>
                  <a:cubicBezTo>
                    <a:pt x="-1232" y="9337"/>
                    <a:pt x="-1606" y="18649"/>
                    <a:pt x="3866" y="24596"/>
                  </a:cubicBezTo>
                  <a:cubicBezTo>
                    <a:pt x="9337" y="30577"/>
                    <a:pt x="18649" y="30951"/>
                    <a:pt x="24596" y="25480"/>
                  </a:cubicBezTo>
                  <a:cubicBezTo>
                    <a:pt x="30577" y="20008"/>
                    <a:pt x="30951" y="10697"/>
                    <a:pt x="25514" y="4749"/>
                  </a:cubicBezTo>
                  <a:cubicBezTo>
                    <a:pt x="20008" y="-1232"/>
                    <a:pt x="10731" y="-1606"/>
                    <a:pt x="4749" y="386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2452;p47">
              <a:extLst>
                <a:ext uri="{FF2B5EF4-FFF2-40B4-BE49-F238E27FC236}">
                  <a16:creationId xmlns:a16="http://schemas.microsoft.com/office/drawing/2014/main" id="{CEA91887-0EBD-7246-1D04-E397B5C16D13}"/>
                </a:ext>
              </a:extLst>
            </p:cNvPr>
            <p:cNvSpPr/>
            <p:nvPr/>
          </p:nvSpPr>
          <p:spPr>
            <a:xfrm>
              <a:off x="3337762" y="1091572"/>
              <a:ext cx="15511" cy="15494"/>
            </a:xfrm>
            <a:custGeom>
              <a:avLst/>
              <a:gdLst/>
              <a:ahLst/>
              <a:cxnLst/>
              <a:rect l="l" t="t" r="r" b="b"/>
              <a:pathLst>
                <a:path w="15511" h="15494" extrusionOk="0">
                  <a:moveTo>
                    <a:pt x="2496" y="2038"/>
                  </a:moveTo>
                  <a:cubicBezTo>
                    <a:pt x="-630" y="4926"/>
                    <a:pt x="-868" y="9854"/>
                    <a:pt x="2055" y="12981"/>
                  </a:cubicBezTo>
                  <a:cubicBezTo>
                    <a:pt x="4943" y="16141"/>
                    <a:pt x="9837" y="16345"/>
                    <a:pt x="12998" y="13456"/>
                  </a:cubicBezTo>
                  <a:cubicBezTo>
                    <a:pt x="16158" y="10568"/>
                    <a:pt x="16362" y="5640"/>
                    <a:pt x="13473" y="2513"/>
                  </a:cubicBezTo>
                  <a:cubicBezTo>
                    <a:pt x="10551" y="-647"/>
                    <a:pt x="5657" y="-851"/>
                    <a:pt x="2496" y="20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2453;p47">
              <a:extLst>
                <a:ext uri="{FF2B5EF4-FFF2-40B4-BE49-F238E27FC236}">
                  <a16:creationId xmlns:a16="http://schemas.microsoft.com/office/drawing/2014/main" id="{2BC1DEDE-DEF6-8DD3-3C16-B6C2A56A5EB3}"/>
                </a:ext>
              </a:extLst>
            </p:cNvPr>
            <p:cNvSpPr/>
            <p:nvPr/>
          </p:nvSpPr>
          <p:spPr>
            <a:xfrm>
              <a:off x="3314669" y="1153523"/>
              <a:ext cx="45997" cy="36431"/>
            </a:xfrm>
            <a:custGeom>
              <a:avLst/>
              <a:gdLst/>
              <a:ahLst/>
              <a:cxnLst/>
              <a:rect l="l" t="t" r="r" b="b"/>
              <a:pathLst>
                <a:path w="45997" h="36431" extrusionOk="0">
                  <a:moveTo>
                    <a:pt x="29124" y="0"/>
                  </a:moveTo>
                  <a:lnTo>
                    <a:pt x="0" y="0"/>
                  </a:lnTo>
                  <a:lnTo>
                    <a:pt x="0" y="36431"/>
                  </a:lnTo>
                  <a:lnTo>
                    <a:pt x="29124" y="36431"/>
                  </a:lnTo>
                  <a:cubicBezTo>
                    <a:pt x="51622" y="36431"/>
                    <a:pt x="51622" y="0"/>
                    <a:pt x="291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2454;p47">
              <a:extLst>
                <a:ext uri="{FF2B5EF4-FFF2-40B4-BE49-F238E27FC236}">
                  <a16:creationId xmlns:a16="http://schemas.microsoft.com/office/drawing/2014/main" id="{24F85E0A-3EE3-5464-0651-AB01E2687F75}"/>
                </a:ext>
              </a:extLst>
            </p:cNvPr>
            <p:cNvSpPr/>
            <p:nvPr/>
          </p:nvSpPr>
          <p:spPr>
            <a:xfrm>
              <a:off x="3303420" y="1138910"/>
              <a:ext cx="18827" cy="63278"/>
            </a:xfrm>
            <a:custGeom>
              <a:avLst/>
              <a:gdLst/>
              <a:ahLst/>
              <a:cxnLst/>
              <a:rect l="l" t="t" r="r" b="b"/>
              <a:pathLst>
                <a:path w="18827" h="63278" extrusionOk="0">
                  <a:moveTo>
                    <a:pt x="9414" y="0"/>
                  </a:moveTo>
                  <a:lnTo>
                    <a:pt x="9414" y="0"/>
                  </a:lnTo>
                  <a:cubicBezTo>
                    <a:pt x="4214" y="0"/>
                    <a:pt x="0" y="4248"/>
                    <a:pt x="0" y="9414"/>
                  </a:cubicBezTo>
                  <a:lnTo>
                    <a:pt x="0" y="53865"/>
                  </a:lnTo>
                  <a:cubicBezTo>
                    <a:pt x="0" y="59030"/>
                    <a:pt x="4214" y="63278"/>
                    <a:pt x="9414" y="63278"/>
                  </a:cubicBezTo>
                  <a:lnTo>
                    <a:pt x="9414" y="63278"/>
                  </a:lnTo>
                  <a:cubicBezTo>
                    <a:pt x="14579" y="63278"/>
                    <a:pt x="18827" y="59030"/>
                    <a:pt x="18827" y="53865"/>
                  </a:cubicBezTo>
                  <a:lnTo>
                    <a:pt x="18827" y="9414"/>
                  </a:lnTo>
                  <a:cubicBezTo>
                    <a:pt x="18827" y="4214"/>
                    <a:pt x="14613" y="0"/>
                    <a:pt x="94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2455;p47">
              <a:extLst>
                <a:ext uri="{FF2B5EF4-FFF2-40B4-BE49-F238E27FC236}">
                  <a16:creationId xmlns:a16="http://schemas.microsoft.com/office/drawing/2014/main" id="{2A660792-73E0-B9D7-C51D-79458E647DF2}"/>
                </a:ext>
              </a:extLst>
            </p:cNvPr>
            <p:cNvSpPr/>
            <p:nvPr/>
          </p:nvSpPr>
          <p:spPr>
            <a:xfrm>
              <a:off x="2984751" y="1015480"/>
              <a:ext cx="143617" cy="99165"/>
            </a:xfrm>
            <a:custGeom>
              <a:avLst/>
              <a:gdLst/>
              <a:ahLst/>
              <a:cxnLst/>
              <a:rect l="l" t="t" r="r" b="b"/>
              <a:pathLst>
                <a:path w="143617" h="99165" extrusionOk="0">
                  <a:moveTo>
                    <a:pt x="118367" y="0"/>
                  </a:moveTo>
                  <a:lnTo>
                    <a:pt x="143617" y="53661"/>
                  </a:lnTo>
                  <a:lnTo>
                    <a:pt x="12302" y="99166"/>
                  </a:lnTo>
                  <a:lnTo>
                    <a:pt x="0" y="73032"/>
                  </a:lnTo>
                  <a:lnTo>
                    <a:pt x="1183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2456;p47">
              <a:extLst>
                <a:ext uri="{FF2B5EF4-FFF2-40B4-BE49-F238E27FC236}">
                  <a16:creationId xmlns:a16="http://schemas.microsoft.com/office/drawing/2014/main" id="{81DE53D4-F7EF-E85A-5F7B-1006E2423313}"/>
                </a:ext>
              </a:extLst>
            </p:cNvPr>
            <p:cNvSpPr/>
            <p:nvPr/>
          </p:nvSpPr>
          <p:spPr>
            <a:xfrm>
              <a:off x="3085488" y="1012911"/>
              <a:ext cx="59415" cy="59401"/>
            </a:xfrm>
            <a:custGeom>
              <a:avLst/>
              <a:gdLst/>
              <a:ahLst/>
              <a:cxnLst/>
              <a:rect l="l" t="t" r="r" b="b"/>
              <a:pathLst>
                <a:path w="59415" h="59401" extrusionOk="0">
                  <a:moveTo>
                    <a:pt x="2847" y="42365"/>
                  </a:moveTo>
                  <a:cubicBezTo>
                    <a:pt x="9847" y="57216"/>
                    <a:pt x="27519" y="63537"/>
                    <a:pt x="42336" y="56570"/>
                  </a:cubicBezTo>
                  <a:cubicBezTo>
                    <a:pt x="57187" y="49569"/>
                    <a:pt x="63576" y="31897"/>
                    <a:pt x="56576" y="17046"/>
                  </a:cubicBezTo>
                  <a:cubicBezTo>
                    <a:pt x="49575" y="2229"/>
                    <a:pt x="31869" y="-4160"/>
                    <a:pt x="17052" y="2841"/>
                  </a:cubicBezTo>
                  <a:cubicBezTo>
                    <a:pt x="2201" y="9808"/>
                    <a:pt x="-4154" y="27513"/>
                    <a:pt x="2847" y="423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2457;p47">
              <a:extLst>
                <a:ext uri="{FF2B5EF4-FFF2-40B4-BE49-F238E27FC236}">
                  <a16:creationId xmlns:a16="http://schemas.microsoft.com/office/drawing/2014/main" id="{85145E9E-BB69-8131-AC2D-0F2CAF5B7E91}"/>
                </a:ext>
              </a:extLst>
            </p:cNvPr>
            <p:cNvSpPr/>
            <p:nvPr/>
          </p:nvSpPr>
          <p:spPr>
            <a:xfrm>
              <a:off x="2974488" y="1098775"/>
              <a:ext cx="48937" cy="61137"/>
            </a:xfrm>
            <a:custGeom>
              <a:avLst/>
              <a:gdLst/>
              <a:ahLst/>
              <a:cxnLst/>
              <a:rect l="l" t="t" r="r" b="b"/>
              <a:pathLst>
                <a:path w="48937" h="61137" extrusionOk="0">
                  <a:moveTo>
                    <a:pt x="0" y="0"/>
                  </a:moveTo>
                  <a:lnTo>
                    <a:pt x="48937" y="1121"/>
                  </a:lnTo>
                  <a:lnTo>
                    <a:pt x="37416" y="61137"/>
                  </a:lnTo>
                  <a:lnTo>
                    <a:pt x="13560" y="605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2458;p47">
              <a:extLst>
                <a:ext uri="{FF2B5EF4-FFF2-40B4-BE49-F238E27FC236}">
                  <a16:creationId xmlns:a16="http://schemas.microsoft.com/office/drawing/2014/main" id="{5775BED9-B6B0-7CD5-AFAB-71E3D9579FE2}"/>
                </a:ext>
              </a:extLst>
            </p:cNvPr>
            <p:cNvSpPr/>
            <p:nvPr/>
          </p:nvSpPr>
          <p:spPr>
            <a:xfrm>
              <a:off x="2974447" y="1075353"/>
              <a:ext cx="49051" cy="49045"/>
            </a:xfrm>
            <a:custGeom>
              <a:avLst/>
              <a:gdLst/>
              <a:ahLst/>
              <a:cxnLst/>
              <a:rect l="l" t="t" r="r" b="b"/>
              <a:pathLst>
                <a:path w="49051" h="49045" extrusionOk="0">
                  <a:moveTo>
                    <a:pt x="23965" y="49012"/>
                  </a:moveTo>
                  <a:cubicBezTo>
                    <a:pt x="37491" y="49317"/>
                    <a:pt x="48740" y="38612"/>
                    <a:pt x="49045" y="25087"/>
                  </a:cubicBezTo>
                  <a:cubicBezTo>
                    <a:pt x="49351" y="11527"/>
                    <a:pt x="38646" y="312"/>
                    <a:pt x="25087" y="6"/>
                  </a:cubicBezTo>
                  <a:cubicBezTo>
                    <a:pt x="11561" y="-299"/>
                    <a:pt x="312" y="10406"/>
                    <a:pt x="6" y="23965"/>
                  </a:cubicBezTo>
                  <a:cubicBezTo>
                    <a:pt x="-299" y="37491"/>
                    <a:pt x="10440" y="48706"/>
                    <a:pt x="23965" y="490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" name="Google Shape;2459;p47">
              <a:extLst>
                <a:ext uri="{FF2B5EF4-FFF2-40B4-BE49-F238E27FC236}">
                  <a16:creationId xmlns:a16="http://schemas.microsoft.com/office/drawing/2014/main" id="{80DCBF09-1C63-C456-21A1-1CCD49F8C25C}"/>
                </a:ext>
              </a:extLst>
            </p:cNvPr>
            <p:cNvSpPr/>
            <p:nvPr/>
          </p:nvSpPr>
          <p:spPr>
            <a:xfrm>
              <a:off x="3096134" y="1024452"/>
              <a:ext cx="152045" cy="36431"/>
            </a:xfrm>
            <a:custGeom>
              <a:avLst/>
              <a:gdLst/>
              <a:ahLst/>
              <a:cxnLst/>
              <a:rect l="l" t="t" r="r" b="b"/>
              <a:pathLst>
                <a:path w="152045" h="36431" extrusionOk="0">
                  <a:moveTo>
                    <a:pt x="16873" y="0"/>
                  </a:moveTo>
                  <a:lnTo>
                    <a:pt x="135172" y="0"/>
                  </a:lnTo>
                  <a:cubicBezTo>
                    <a:pt x="157670" y="0"/>
                    <a:pt x="157670" y="36431"/>
                    <a:pt x="135172" y="36431"/>
                  </a:cubicBezTo>
                  <a:lnTo>
                    <a:pt x="16873" y="36431"/>
                  </a:lnTo>
                  <a:cubicBezTo>
                    <a:pt x="-5624" y="36431"/>
                    <a:pt x="-5624" y="0"/>
                    <a:pt x="168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7" name="Google Shape;2460;p47">
              <a:extLst>
                <a:ext uri="{FF2B5EF4-FFF2-40B4-BE49-F238E27FC236}">
                  <a16:creationId xmlns:a16="http://schemas.microsoft.com/office/drawing/2014/main" id="{C32044C4-5197-4644-9060-8EF8EF452628}"/>
                </a:ext>
              </a:extLst>
            </p:cNvPr>
            <p:cNvSpPr/>
            <p:nvPr/>
          </p:nvSpPr>
          <p:spPr>
            <a:xfrm>
              <a:off x="2984317" y="1085189"/>
              <a:ext cx="29332" cy="29345"/>
            </a:xfrm>
            <a:custGeom>
              <a:avLst/>
              <a:gdLst/>
              <a:ahLst/>
              <a:cxnLst/>
              <a:rect l="l" t="t" r="r" b="b"/>
              <a:pathLst>
                <a:path w="29332" h="29345" extrusionOk="0">
                  <a:moveTo>
                    <a:pt x="24596" y="3866"/>
                  </a:moveTo>
                  <a:cubicBezTo>
                    <a:pt x="30577" y="9337"/>
                    <a:pt x="30917" y="18649"/>
                    <a:pt x="25480" y="24596"/>
                  </a:cubicBezTo>
                  <a:cubicBezTo>
                    <a:pt x="20008" y="30577"/>
                    <a:pt x="10697" y="30951"/>
                    <a:pt x="4749" y="25480"/>
                  </a:cubicBezTo>
                  <a:cubicBezTo>
                    <a:pt x="-1232" y="19974"/>
                    <a:pt x="-1606" y="10697"/>
                    <a:pt x="3866" y="4749"/>
                  </a:cubicBezTo>
                  <a:cubicBezTo>
                    <a:pt x="9337" y="-1232"/>
                    <a:pt x="18683" y="-1606"/>
                    <a:pt x="24630" y="386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8" name="Google Shape;2461;p47">
              <a:extLst>
                <a:ext uri="{FF2B5EF4-FFF2-40B4-BE49-F238E27FC236}">
                  <a16:creationId xmlns:a16="http://schemas.microsoft.com/office/drawing/2014/main" id="{382551D7-0779-3FF9-E3FA-737BF9566B19}"/>
                </a:ext>
              </a:extLst>
            </p:cNvPr>
            <p:cNvSpPr/>
            <p:nvPr/>
          </p:nvSpPr>
          <p:spPr>
            <a:xfrm>
              <a:off x="2991209" y="1092093"/>
              <a:ext cx="15497" cy="15482"/>
            </a:xfrm>
            <a:custGeom>
              <a:avLst/>
              <a:gdLst/>
              <a:ahLst/>
              <a:cxnLst/>
              <a:rect l="l" t="t" r="r" b="b"/>
              <a:pathLst>
                <a:path w="15497" h="15482" extrusionOk="0">
                  <a:moveTo>
                    <a:pt x="13015" y="2026"/>
                  </a:moveTo>
                  <a:cubicBezTo>
                    <a:pt x="16141" y="4948"/>
                    <a:pt x="16345" y="9842"/>
                    <a:pt x="13456" y="12969"/>
                  </a:cubicBezTo>
                  <a:cubicBezTo>
                    <a:pt x="10534" y="16129"/>
                    <a:pt x="5640" y="16333"/>
                    <a:pt x="2514" y="13444"/>
                  </a:cubicBezTo>
                  <a:cubicBezTo>
                    <a:pt x="-647" y="10556"/>
                    <a:pt x="-851" y="5628"/>
                    <a:pt x="2038" y="2501"/>
                  </a:cubicBezTo>
                  <a:cubicBezTo>
                    <a:pt x="4926" y="-625"/>
                    <a:pt x="9820" y="-863"/>
                    <a:pt x="13015" y="20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9" name="Google Shape;2462;p47">
              <a:extLst>
                <a:ext uri="{FF2B5EF4-FFF2-40B4-BE49-F238E27FC236}">
                  <a16:creationId xmlns:a16="http://schemas.microsoft.com/office/drawing/2014/main" id="{BB46365E-3C21-B711-8A64-B9C9A6A9229D}"/>
                </a:ext>
              </a:extLst>
            </p:cNvPr>
            <p:cNvSpPr/>
            <p:nvPr/>
          </p:nvSpPr>
          <p:spPr>
            <a:xfrm>
              <a:off x="3102538" y="1029921"/>
              <a:ext cx="25356" cy="25390"/>
            </a:xfrm>
            <a:custGeom>
              <a:avLst/>
              <a:gdLst/>
              <a:ahLst/>
              <a:cxnLst/>
              <a:rect l="l" t="t" r="r" b="b"/>
              <a:pathLst>
                <a:path w="25356" h="25390" extrusionOk="0">
                  <a:moveTo>
                    <a:pt x="17402" y="920"/>
                  </a:moveTo>
                  <a:cubicBezTo>
                    <a:pt x="23893" y="3536"/>
                    <a:pt x="27053" y="10945"/>
                    <a:pt x="24437" y="17436"/>
                  </a:cubicBezTo>
                  <a:cubicBezTo>
                    <a:pt x="21820" y="23927"/>
                    <a:pt x="14445" y="27087"/>
                    <a:pt x="7954" y="24471"/>
                  </a:cubicBezTo>
                  <a:cubicBezTo>
                    <a:pt x="1463" y="21854"/>
                    <a:pt x="-1697" y="14479"/>
                    <a:pt x="920" y="7954"/>
                  </a:cubicBezTo>
                  <a:cubicBezTo>
                    <a:pt x="3536" y="1463"/>
                    <a:pt x="10945" y="-1697"/>
                    <a:pt x="17436" y="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0" name="Google Shape;2463;p47">
              <a:extLst>
                <a:ext uri="{FF2B5EF4-FFF2-40B4-BE49-F238E27FC236}">
                  <a16:creationId xmlns:a16="http://schemas.microsoft.com/office/drawing/2014/main" id="{48202FEE-BC44-EA3B-D8C3-9483F7CBF518}"/>
                </a:ext>
              </a:extLst>
            </p:cNvPr>
            <p:cNvSpPr/>
            <p:nvPr/>
          </p:nvSpPr>
          <p:spPr>
            <a:xfrm>
              <a:off x="3109334" y="1036105"/>
              <a:ext cx="12172" cy="12166"/>
            </a:xfrm>
            <a:custGeom>
              <a:avLst/>
              <a:gdLst/>
              <a:ahLst/>
              <a:cxnLst/>
              <a:rect l="l" t="t" r="r" b="b"/>
              <a:pathLst>
                <a:path w="12172" h="12166" extrusionOk="0">
                  <a:moveTo>
                    <a:pt x="580" y="8669"/>
                  </a:moveTo>
                  <a:cubicBezTo>
                    <a:pt x="2008" y="11693"/>
                    <a:pt x="5644" y="13019"/>
                    <a:pt x="8703" y="11591"/>
                  </a:cubicBezTo>
                  <a:cubicBezTo>
                    <a:pt x="11727" y="10164"/>
                    <a:pt x="13019" y="6528"/>
                    <a:pt x="11591" y="3503"/>
                  </a:cubicBezTo>
                  <a:cubicBezTo>
                    <a:pt x="10164" y="445"/>
                    <a:pt x="6528" y="-847"/>
                    <a:pt x="3503" y="580"/>
                  </a:cubicBezTo>
                  <a:cubicBezTo>
                    <a:pt x="445" y="2008"/>
                    <a:pt x="-847" y="5644"/>
                    <a:pt x="580" y="86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1" name="Google Shape;2464;p47">
              <a:extLst>
                <a:ext uri="{FF2B5EF4-FFF2-40B4-BE49-F238E27FC236}">
                  <a16:creationId xmlns:a16="http://schemas.microsoft.com/office/drawing/2014/main" id="{763D33E2-6A77-DBCF-E123-DBFCD7EE7239}"/>
                </a:ext>
              </a:extLst>
            </p:cNvPr>
            <p:cNvSpPr/>
            <p:nvPr/>
          </p:nvSpPr>
          <p:spPr>
            <a:xfrm>
              <a:off x="2983816" y="1154033"/>
              <a:ext cx="45997" cy="36431"/>
            </a:xfrm>
            <a:custGeom>
              <a:avLst/>
              <a:gdLst/>
              <a:ahLst/>
              <a:cxnLst/>
              <a:rect l="l" t="t" r="r" b="b"/>
              <a:pathLst>
                <a:path w="45997" h="36431" extrusionOk="0">
                  <a:moveTo>
                    <a:pt x="16873" y="0"/>
                  </a:moveTo>
                  <a:lnTo>
                    <a:pt x="45998" y="0"/>
                  </a:lnTo>
                  <a:lnTo>
                    <a:pt x="45998" y="36431"/>
                  </a:lnTo>
                  <a:lnTo>
                    <a:pt x="16873" y="36431"/>
                  </a:lnTo>
                  <a:cubicBezTo>
                    <a:pt x="-5624" y="36431"/>
                    <a:pt x="-5624" y="0"/>
                    <a:pt x="168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2" name="Google Shape;2465;p47">
              <a:extLst>
                <a:ext uri="{FF2B5EF4-FFF2-40B4-BE49-F238E27FC236}">
                  <a16:creationId xmlns:a16="http://schemas.microsoft.com/office/drawing/2014/main" id="{2F52A562-49C7-9B65-2F17-AE0DEEE41C21}"/>
                </a:ext>
              </a:extLst>
            </p:cNvPr>
            <p:cNvSpPr/>
            <p:nvPr/>
          </p:nvSpPr>
          <p:spPr>
            <a:xfrm>
              <a:off x="3022235" y="1139454"/>
              <a:ext cx="18827" cy="63278"/>
            </a:xfrm>
            <a:custGeom>
              <a:avLst/>
              <a:gdLst/>
              <a:ahLst/>
              <a:cxnLst/>
              <a:rect l="l" t="t" r="r" b="b"/>
              <a:pathLst>
                <a:path w="18827" h="63278" extrusionOk="0">
                  <a:moveTo>
                    <a:pt x="9414" y="0"/>
                  </a:moveTo>
                  <a:lnTo>
                    <a:pt x="9414" y="0"/>
                  </a:lnTo>
                  <a:cubicBezTo>
                    <a:pt x="14579" y="0"/>
                    <a:pt x="18793" y="4248"/>
                    <a:pt x="18827" y="9414"/>
                  </a:cubicBezTo>
                  <a:lnTo>
                    <a:pt x="18827" y="53865"/>
                  </a:lnTo>
                  <a:cubicBezTo>
                    <a:pt x="18827" y="59030"/>
                    <a:pt x="14579" y="63278"/>
                    <a:pt x="9414" y="63278"/>
                  </a:cubicBezTo>
                  <a:lnTo>
                    <a:pt x="9414" y="63278"/>
                  </a:lnTo>
                  <a:cubicBezTo>
                    <a:pt x="4214" y="63278"/>
                    <a:pt x="0" y="59064"/>
                    <a:pt x="0" y="53865"/>
                  </a:cubicBezTo>
                  <a:lnTo>
                    <a:pt x="0" y="9414"/>
                  </a:lnTo>
                  <a:cubicBezTo>
                    <a:pt x="0" y="4248"/>
                    <a:pt x="4214" y="0"/>
                    <a:pt x="94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3" name="Google Shape;2466;p47">
              <a:extLst>
                <a:ext uri="{FF2B5EF4-FFF2-40B4-BE49-F238E27FC236}">
                  <a16:creationId xmlns:a16="http://schemas.microsoft.com/office/drawing/2014/main" id="{FF3DC2C9-6688-CA68-0B36-B87657B2FA80}"/>
                </a:ext>
              </a:extLst>
            </p:cNvPr>
            <p:cNvSpPr/>
            <p:nvPr/>
          </p:nvSpPr>
          <p:spPr>
            <a:xfrm>
              <a:off x="3127008" y="973475"/>
              <a:ext cx="90295" cy="51315"/>
            </a:xfrm>
            <a:custGeom>
              <a:avLst/>
              <a:gdLst/>
              <a:ahLst/>
              <a:cxnLst/>
              <a:rect l="l" t="t" r="r" b="b"/>
              <a:pathLst>
                <a:path w="90295" h="51315" extrusionOk="0">
                  <a:moveTo>
                    <a:pt x="0" y="51316"/>
                  </a:moveTo>
                  <a:lnTo>
                    <a:pt x="90296" y="51316"/>
                  </a:lnTo>
                  <a:lnTo>
                    <a:pt x="90296" y="7307"/>
                  </a:lnTo>
                  <a:cubicBezTo>
                    <a:pt x="90296" y="3262"/>
                    <a:pt x="87033" y="0"/>
                    <a:pt x="82989" y="0"/>
                  </a:cubicBezTo>
                  <a:lnTo>
                    <a:pt x="7307" y="0"/>
                  </a:lnTo>
                  <a:cubicBezTo>
                    <a:pt x="3296" y="0"/>
                    <a:pt x="0" y="3296"/>
                    <a:pt x="0" y="7307"/>
                  </a:cubicBezTo>
                  <a:lnTo>
                    <a:pt x="0" y="513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4" name="Google Shape;2467;p47">
              <a:extLst>
                <a:ext uri="{FF2B5EF4-FFF2-40B4-BE49-F238E27FC236}">
                  <a16:creationId xmlns:a16="http://schemas.microsoft.com/office/drawing/2014/main" id="{CDB61BE5-E388-4EF2-C5D9-B262E02CA036}"/>
                </a:ext>
              </a:extLst>
            </p:cNvPr>
            <p:cNvSpPr/>
            <p:nvPr/>
          </p:nvSpPr>
          <p:spPr>
            <a:xfrm>
              <a:off x="3127144" y="973475"/>
              <a:ext cx="90091" cy="6083"/>
            </a:xfrm>
            <a:custGeom>
              <a:avLst/>
              <a:gdLst/>
              <a:ahLst/>
              <a:cxnLst/>
              <a:rect l="l" t="t" r="r" b="b"/>
              <a:pathLst>
                <a:path w="90091" h="6083" extrusionOk="0">
                  <a:moveTo>
                    <a:pt x="90058" y="6083"/>
                  </a:moveTo>
                  <a:cubicBezTo>
                    <a:pt x="89480" y="2651"/>
                    <a:pt x="86456" y="0"/>
                    <a:pt x="82887" y="0"/>
                  </a:cubicBezTo>
                  <a:lnTo>
                    <a:pt x="7205" y="0"/>
                  </a:lnTo>
                  <a:cubicBezTo>
                    <a:pt x="3602" y="0"/>
                    <a:pt x="578" y="2651"/>
                    <a:pt x="0" y="6083"/>
                  </a:cubicBezTo>
                  <a:lnTo>
                    <a:pt x="90092" y="608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5" name="Google Shape;2468;p47">
              <a:extLst>
                <a:ext uri="{FF2B5EF4-FFF2-40B4-BE49-F238E27FC236}">
                  <a16:creationId xmlns:a16="http://schemas.microsoft.com/office/drawing/2014/main" id="{967323B4-2070-A89E-B54E-7B371B06E3AB}"/>
                </a:ext>
              </a:extLst>
            </p:cNvPr>
            <p:cNvSpPr/>
            <p:nvPr/>
          </p:nvSpPr>
          <p:spPr>
            <a:xfrm>
              <a:off x="3216589" y="1029411"/>
              <a:ext cx="25390" cy="25390"/>
            </a:xfrm>
            <a:custGeom>
              <a:avLst/>
              <a:gdLst/>
              <a:ahLst/>
              <a:cxnLst/>
              <a:rect l="l" t="t" r="r" b="b"/>
              <a:pathLst>
                <a:path w="25390" h="25390" extrusionOk="0">
                  <a:moveTo>
                    <a:pt x="7954" y="920"/>
                  </a:moveTo>
                  <a:cubicBezTo>
                    <a:pt x="1463" y="3536"/>
                    <a:pt x="-1697" y="10945"/>
                    <a:pt x="920" y="17436"/>
                  </a:cubicBezTo>
                  <a:cubicBezTo>
                    <a:pt x="3536" y="23927"/>
                    <a:pt x="10945" y="27087"/>
                    <a:pt x="17436" y="24471"/>
                  </a:cubicBezTo>
                  <a:cubicBezTo>
                    <a:pt x="23927" y="21854"/>
                    <a:pt x="27087" y="14445"/>
                    <a:pt x="24471" y="7954"/>
                  </a:cubicBezTo>
                  <a:cubicBezTo>
                    <a:pt x="21854" y="1463"/>
                    <a:pt x="14479" y="-1697"/>
                    <a:pt x="7954" y="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6" name="Google Shape;2469;p47">
              <a:extLst>
                <a:ext uri="{FF2B5EF4-FFF2-40B4-BE49-F238E27FC236}">
                  <a16:creationId xmlns:a16="http://schemas.microsoft.com/office/drawing/2014/main" id="{9B4C864B-24AA-AA46-268B-584D2B51E396}"/>
                </a:ext>
              </a:extLst>
            </p:cNvPr>
            <p:cNvSpPr/>
            <p:nvPr/>
          </p:nvSpPr>
          <p:spPr>
            <a:xfrm>
              <a:off x="3222982" y="1035595"/>
              <a:ext cx="12166" cy="12151"/>
            </a:xfrm>
            <a:custGeom>
              <a:avLst/>
              <a:gdLst/>
              <a:ahLst/>
              <a:cxnLst/>
              <a:rect l="l" t="t" r="r" b="b"/>
              <a:pathLst>
                <a:path w="12166" h="12151" extrusionOk="0">
                  <a:moveTo>
                    <a:pt x="11586" y="8669"/>
                  </a:moveTo>
                  <a:cubicBezTo>
                    <a:pt x="10158" y="11693"/>
                    <a:pt x="6556" y="12985"/>
                    <a:pt x="3498" y="11591"/>
                  </a:cubicBezTo>
                  <a:cubicBezTo>
                    <a:pt x="473" y="10164"/>
                    <a:pt x="-852" y="6528"/>
                    <a:pt x="575" y="3503"/>
                  </a:cubicBezTo>
                  <a:cubicBezTo>
                    <a:pt x="2002" y="445"/>
                    <a:pt x="5639" y="-847"/>
                    <a:pt x="8663" y="581"/>
                  </a:cubicBezTo>
                  <a:cubicBezTo>
                    <a:pt x="11722" y="2008"/>
                    <a:pt x="13013" y="5644"/>
                    <a:pt x="11586" y="86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7">
          <a:extLst>
            <a:ext uri="{FF2B5EF4-FFF2-40B4-BE49-F238E27FC236}">
              <a16:creationId xmlns:a16="http://schemas.microsoft.com/office/drawing/2014/main" id="{6B19D2CB-30A4-58AF-F491-D06F2FC0D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45">
            <a:extLst>
              <a:ext uri="{FF2B5EF4-FFF2-40B4-BE49-F238E27FC236}">
                <a16:creationId xmlns:a16="http://schemas.microsoft.com/office/drawing/2014/main" id="{A0E874B3-773B-1922-0EDA-E9829EBA69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8532" y="286980"/>
            <a:ext cx="8449067" cy="62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bg2"/>
                </a:solidFill>
                <a:latin typeface="Montserrat" panose="00000500000000000000" pitchFamily="2" charset="0"/>
              </a:rPr>
              <a:t>CLV &amp; Bidding Strategy Recommendation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CBC748-1B27-9091-7492-0D18E33524A4}"/>
              </a:ext>
            </a:extLst>
          </p:cNvPr>
          <p:cNvSpPr txBox="1"/>
          <p:nvPr/>
        </p:nvSpPr>
        <p:spPr>
          <a:xfrm>
            <a:off x="1019154" y="1396025"/>
            <a:ext cx="6987822" cy="2992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b="1" i="1" dirty="0">
                <a:latin typeface="Montserrat" panose="00000500000000000000" pitchFamily="2" charset="0"/>
              </a:rPr>
              <a:t>Channel Mix</a:t>
            </a:r>
            <a:r>
              <a:rPr lang="en-US" sz="1200" i="1" dirty="0">
                <a:latin typeface="Montserrat" panose="00000500000000000000" pitchFamily="2" charset="0"/>
              </a:rPr>
              <a:t>: </a:t>
            </a:r>
            <a:r>
              <a:rPr lang="en-US" sz="1200" dirty="0">
                <a:latin typeface="Montserrat" panose="00000500000000000000" pitchFamily="2" charset="0"/>
              </a:rPr>
              <a:t>Repeat customers heavily rely on Organic Search and Direct type-ins. We are not paying twice for the same clicks.</a:t>
            </a: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b="1" i="1" dirty="0">
                <a:latin typeface="Montserrat" panose="00000500000000000000" pitchFamily="2" charset="0"/>
              </a:rPr>
              <a:t>Revised CLV</a:t>
            </a:r>
            <a:r>
              <a:rPr lang="en-US" sz="1200" dirty="0">
                <a:latin typeface="Montserrat" panose="00000500000000000000" pitchFamily="2" charset="0"/>
              </a:rPr>
              <a:t>: Because acquired customers return organically, our true Customer Lifetime Value (CLV) is significantly higher than our first-session revenue indicates.</a:t>
            </a: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b="1" i="1" dirty="0">
                <a:latin typeface="Montserrat" panose="00000500000000000000" pitchFamily="2" charset="0"/>
              </a:rPr>
              <a:t>Bidding Strategy</a:t>
            </a:r>
            <a:r>
              <a:rPr lang="en-US" sz="1200" i="1" dirty="0">
                <a:latin typeface="Montserrat" panose="00000500000000000000" pitchFamily="2" charset="0"/>
              </a:rPr>
              <a:t>:</a:t>
            </a:r>
            <a:r>
              <a:rPr lang="en-US" sz="1200" dirty="0">
                <a:latin typeface="Montserrat" panose="00000500000000000000" pitchFamily="2" charset="0"/>
              </a:rPr>
              <a:t> Increase acquisition bids on paid channels (</a:t>
            </a:r>
            <a:r>
              <a:rPr lang="en-US" sz="1200" dirty="0" err="1">
                <a:latin typeface="Montserrat" panose="00000500000000000000" pitchFamily="2" charset="0"/>
              </a:rPr>
              <a:t>gsearch</a:t>
            </a:r>
            <a:r>
              <a:rPr lang="en-US" sz="1200" dirty="0">
                <a:latin typeface="Montserrat" panose="00000500000000000000" pitchFamily="2" charset="0"/>
              </a:rPr>
              <a:t>/</a:t>
            </a:r>
            <a:r>
              <a:rPr lang="en-US" sz="1200" dirty="0" err="1">
                <a:latin typeface="Montserrat" panose="00000500000000000000" pitchFamily="2" charset="0"/>
              </a:rPr>
              <a:t>bsearch</a:t>
            </a:r>
            <a:r>
              <a:rPr lang="en-US" sz="1200" dirty="0">
                <a:latin typeface="Montserrat" panose="00000500000000000000" pitchFamily="2" charset="0"/>
              </a:rPr>
              <a:t> nonbrand). </a:t>
            </a:r>
          </a:p>
          <a:p>
            <a:pPr algn="ctr">
              <a:lnSpc>
                <a:spcPct val="200000"/>
              </a:lnSpc>
            </a:pPr>
            <a:r>
              <a:rPr lang="en-US" sz="1200" dirty="0">
                <a:latin typeface="Montserrat" panose="00000500000000000000" pitchFamily="2" charset="0"/>
              </a:rPr>
              <a:t>Since backend repeat revenue is highly profitable and mostly organic, we can afford to spend more upfront to acquire a new customer.</a:t>
            </a:r>
          </a:p>
        </p:txBody>
      </p:sp>
      <p:grpSp>
        <p:nvGrpSpPr>
          <p:cNvPr id="2028" name="Google Shape;2446;p47">
            <a:extLst>
              <a:ext uri="{FF2B5EF4-FFF2-40B4-BE49-F238E27FC236}">
                <a16:creationId xmlns:a16="http://schemas.microsoft.com/office/drawing/2014/main" id="{FE606FC5-BE09-7599-8D36-9D8DBAB4BE79}"/>
              </a:ext>
            </a:extLst>
          </p:cNvPr>
          <p:cNvGrpSpPr/>
          <p:nvPr/>
        </p:nvGrpSpPr>
        <p:grpSpPr>
          <a:xfrm>
            <a:off x="7466324" y="0"/>
            <a:ext cx="1389144" cy="804990"/>
            <a:chOff x="2974447" y="973475"/>
            <a:chExt cx="395621" cy="229257"/>
          </a:xfrm>
        </p:grpSpPr>
        <p:sp>
          <p:nvSpPr>
            <p:cNvPr id="2029" name="Google Shape;2447;p47">
              <a:extLst>
                <a:ext uri="{FF2B5EF4-FFF2-40B4-BE49-F238E27FC236}">
                  <a16:creationId xmlns:a16="http://schemas.microsoft.com/office/drawing/2014/main" id="{F7905DAE-7CAB-84AA-6BFD-0B2A4DFFFE03}"/>
                </a:ext>
              </a:extLst>
            </p:cNvPr>
            <p:cNvSpPr/>
            <p:nvPr/>
          </p:nvSpPr>
          <p:spPr>
            <a:xfrm>
              <a:off x="3216115" y="1014970"/>
              <a:ext cx="143617" cy="99165"/>
            </a:xfrm>
            <a:custGeom>
              <a:avLst/>
              <a:gdLst/>
              <a:ahLst/>
              <a:cxnLst/>
              <a:rect l="l" t="t" r="r" b="b"/>
              <a:pathLst>
                <a:path w="143617" h="99165" extrusionOk="0">
                  <a:moveTo>
                    <a:pt x="25250" y="0"/>
                  </a:moveTo>
                  <a:lnTo>
                    <a:pt x="0" y="53661"/>
                  </a:lnTo>
                  <a:lnTo>
                    <a:pt x="131315" y="99166"/>
                  </a:lnTo>
                  <a:lnTo>
                    <a:pt x="143617" y="73032"/>
                  </a:lnTo>
                  <a:lnTo>
                    <a:pt x="25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0" name="Google Shape;2448;p47">
              <a:extLst>
                <a:ext uri="{FF2B5EF4-FFF2-40B4-BE49-F238E27FC236}">
                  <a16:creationId xmlns:a16="http://schemas.microsoft.com/office/drawing/2014/main" id="{9E923197-8DA9-5086-33C1-D051EF16A415}"/>
                </a:ext>
              </a:extLst>
            </p:cNvPr>
            <p:cNvSpPr/>
            <p:nvPr/>
          </p:nvSpPr>
          <p:spPr>
            <a:xfrm>
              <a:off x="3199573" y="1012361"/>
              <a:ext cx="59416" cy="59416"/>
            </a:xfrm>
            <a:custGeom>
              <a:avLst/>
              <a:gdLst/>
              <a:ahLst/>
              <a:cxnLst/>
              <a:rect l="l" t="t" r="r" b="b"/>
              <a:pathLst>
                <a:path w="59416" h="59416" extrusionOk="0">
                  <a:moveTo>
                    <a:pt x="56576" y="42370"/>
                  </a:moveTo>
                  <a:cubicBezTo>
                    <a:pt x="49609" y="57187"/>
                    <a:pt x="31869" y="63576"/>
                    <a:pt x="17052" y="56576"/>
                  </a:cubicBezTo>
                  <a:cubicBezTo>
                    <a:pt x="2201" y="49575"/>
                    <a:pt x="-4154" y="31903"/>
                    <a:pt x="2847" y="17052"/>
                  </a:cubicBezTo>
                  <a:cubicBezTo>
                    <a:pt x="9847" y="2201"/>
                    <a:pt x="27519" y="-4154"/>
                    <a:pt x="42370" y="2847"/>
                  </a:cubicBezTo>
                  <a:cubicBezTo>
                    <a:pt x="57187" y="9847"/>
                    <a:pt x="63576" y="27519"/>
                    <a:pt x="56576" y="423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1" name="Google Shape;2449;p47">
              <a:extLst>
                <a:ext uri="{FF2B5EF4-FFF2-40B4-BE49-F238E27FC236}">
                  <a16:creationId xmlns:a16="http://schemas.microsoft.com/office/drawing/2014/main" id="{A1AFCB74-9213-B200-6AA0-94DFB9D731AF}"/>
                </a:ext>
              </a:extLst>
            </p:cNvPr>
            <p:cNvSpPr/>
            <p:nvPr/>
          </p:nvSpPr>
          <p:spPr>
            <a:xfrm>
              <a:off x="3321058" y="1098265"/>
              <a:ext cx="48971" cy="61137"/>
            </a:xfrm>
            <a:custGeom>
              <a:avLst/>
              <a:gdLst/>
              <a:ahLst/>
              <a:cxnLst/>
              <a:rect l="l" t="t" r="r" b="b"/>
              <a:pathLst>
                <a:path w="48971" h="61137" extrusionOk="0">
                  <a:moveTo>
                    <a:pt x="48971" y="0"/>
                  </a:moveTo>
                  <a:lnTo>
                    <a:pt x="0" y="1087"/>
                  </a:lnTo>
                  <a:lnTo>
                    <a:pt x="11521" y="61137"/>
                  </a:lnTo>
                  <a:lnTo>
                    <a:pt x="35378" y="60594"/>
                  </a:lnTo>
                  <a:lnTo>
                    <a:pt x="489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2" name="Google Shape;2450;p47">
              <a:extLst>
                <a:ext uri="{FF2B5EF4-FFF2-40B4-BE49-F238E27FC236}">
                  <a16:creationId xmlns:a16="http://schemas.microsoft.com/office/drawing/2014/main" id="{46A0C122-0D18-4E6F-4BD2-B16945B34485}"/>
                </a:ext>
              </a:extLst>
            </p:cNvPr>
            <p:cNvSpPr/>
            <p:nvPr/>
          </p:nvSpPr>
          <p:spPr>
            <a:xfrm>
              <a:off x="3321017" y="1074810"/>
              <a:ext cx="49051" cy="49051"/>
            </a:xfrm>
            <a:custGeom>
              <a:avLst/>
              <a:gdLst/>
              <a:ahLst/>
              <a:cxnLst/>
              <a:rect l="l" t="t" r="r" b="b"/>
              <a:pathLst>
                <a:path w="49051" h="49051" extrusionOk="0">
                  <a:moveTo>
                    <a:pt x="25087" y="49046"/>
                  </a:moveTo>
                  <a:cubicBezTo>
                    <a:pt x="11561" y="49351"/>
                    <a:pt x="312" y="38646"/>
                    <a:pt x="6" y="25087"/>
                  </a:cubicBezTo>
                  <a:cubicBezTo>
                    <a:pt x="-300" y="11561"/>
                    <a:pt x="10406" y="312"/>
                    <a:pt x="23965" y="6"/>
                  </a:cubicBezTo>
                  <a:cubicBezTo>
                    <a:pt x="37491" y="-299"/>
                    <a:pt x="48740" y="10406"/>
                    <a:pt x="49045" y="23965"/>
                  </a:cubicBezTo>
                  <a:cubicBezTo>
                    <a:pt x="49351" y="37491"/>
                    <a:pt x="38646" y="48740"/>
                    <a:pt x="25087" y="490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3" name="Google Shape;2451;p47">
              <a:extLst>
                <a:ext uri="{FF2B5EF4-FFF2-40B4-BE49-F238E27FC236}">
                  <a16:creationId xmlns:a16="http://schemas.microsoft.com/office/drawing/2014/main" id="{D2638F84-A3C6-058E-2DA5-5F4AD2B0A3A5}"/>
                </a:ext>
              </a:extLst>
            </p:cNvPr>
            <p:cNvSpPr/>
            <p:nvPr/>
          </p:nvSpPr>
          <p:spPr>
            <a:xfrm>
              <a:off x="3330854" y="1084680"/>
              <a:ext cx="29350" cy="29345"/>
            </a:xfrm>
            <a:custGeom>
              <a:avLst/>
              <a:gdLst/>
              <a:ahLst/>
              <a:cxnLst/>
              <a:rect l="l" t="t" r="r" b="b"/>
              <a:pathLst>
                <a:path w="29350" h="29345" extrusionOk="0">
                  <a:moveTo>
                    <a:pt x="4749" y="3866"/>
                  </a:moveTo>
                  <a:cubicBezTo>
                    <a:pt x="-1232" y="9337"/>
                    <a:pt x="-1606" y="18649"/>
                    <a:pt x="3866" y="24596"/>
                  </a:cubicBezTo>
                  <a:cubicBezTo>
                    <a:pt x="9337" y="30577"/>
                    <a:pt x="18649" y="30951"/>
                    <a:pt x="24596" y="25480"/>
                  </a:cubicBezTo>
                  <a:cubicBezTo>
                    <a:pt x="30577" y="20008"/>
                    <a:pt x="30951" y="10697"/>
                    <a:pt x="25514" y="4749"/>
                  </a:cubicBezTo>
                  <a:cubicBezTo>
                    <a:pt x="20008" y="-1232"/>
                    <a:pt x="10731" y="-1606"/>
                    <a:pt x="4749" y="386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4" name="Google Shape;2452;p47">
              <a:extLst>
                <a:ext uri="{FF2B5EF4-FFF2-40B4-BE49-F238E27FC236}">
                  <a16:creationId xmlns:a16="http://schemas.microsoft.com/office/drawing/2014/main" id="{688D578D-5031-9F55-ED9D-7244A4FA8E5E}"/>
                </a:ext>
              </a:extLst>
            </p:cNvPr>
            <p:cNvSpPr/>
            <p:nvPr/>
          </p:nvSpPr>
          <p:spPr>
            <a:xfrm>
              <a:off x="3337762" y="1091572"/>
              <a:ext cx="15511" cy="15494"/>
            </a:xfrm>
            <a:custGeom>
              <a:avLst/>
              <a:gdLst/>
              <a:ahLst/>
              <a:cxnLst/>
              <a:rect l="l" t="t" r="r" b="b"/>
              <a:pathLst>
                <a:path w="15511" h="15494" extrusionOk="0">
                  <a:moveTo>
                    <a:pt x="2496" y="2038"/>
                  </a:moveTo>
                  <a:cubicBezTo>
                    <a:pt x="-630" y="4926"/>
                    <a:pt x="-868" y="9854"/>
                    <a:pt x="2055" y="12981"/>
                  </a:cubicBezTo>
                  <a:cubicBezTo>
                    <a:pt x="4943" y="16141"/>
                    <a:pt x="9837" y="16345"/>
                    <a:pt x="12998" y="13456"/>
                  </a:cubicBezTo>
                  <a:cubicBezTo>
                    <a:pt x="16158" y="10568"/>
                    <a:pt x="16362" y="5640"/>
                    <a:pt x="13473" y="2513"/>
                  </a:cubicBezTo>
                  <a:cubicBezTo>
                    <a:pt x="10551" y="-647"/>
                    <a:pt x="5657" y="-851"/>
                    <a:pt x="2496" y="20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5" name="Google Shape;2453;p47">
              <a:extLst>
                <a:ext uri="{FF2B5EF4-FFF2-40B4-BE49-F238E27FC236}">
                  <a16:creationId xmlns:a16="http://schemas.microsoft.com/office/drawing/2014/main" id="{DEB63BCD-4205-3F83-52B7-9AA552AB485A}"/>
                </a:ext>
              </a:extLst>
            </p:cNvPr>
            <p:cNvSpPr/>
            <p:nvPr/>
          </p:nvSpPr>
          <p:spPr>
            <a:xfrm>
              <a:off x="3314669" y="1153523"/>
              <a:ext cx="45997" cy="36431"/>
            </a:xfrm>
            <a:custGeom>
              <a:avLst/>
              <a:gdLst/>
              <a:ahLst/>
              <a:cxnLst/>
              <a:rect l="l" t="t" r="r" b="b"/>
              <a:pathLst>
                <a:path w="45997" h="36431" extrusionOk="0">
                  <a:moveTo>
                    <a:pt x="29124" y="0"/>
                  </a:moveTo>
                  <a:lnTo>
                    <a:pt x="0" y="0"/>
                  </a:lnTo>
                  <a:lnTo>
                    <a:pt x="0" y="36431"/>
                  </a:lnTo>
                  <a:lnTo>
                    <a:pt x="29124" y="36431"/>
                  </a:lnTo>
                  <a:cubicBezTo>
                    <a:pt x="51622" y="36431"/>
                    <a:pt x="51622" y="0"/>
                    <a:pt x="291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6" name="Google Shape;2454;p47">
              <a:extLst>
                <a:ext uri="{FF2B5EF4-FFF2-40B4-BE49-F238E27FC236}">
                  <a16:creationId xmlns:a16="http://schemas.microsoft.com/office/drawing/2014/main" id="{2E72F330-D0F2-EC3F-F942-8A2578E7E6B6}"/>
                </a:ext>
              </a:extLst>
            </p:cNvPr>
            <p:cNvSpPr/>
            <p:nvPr/>
          </p:nvSpPr>
          <p:spPr>
            <a:xfrm>
              <a:off x="3303420" y="1138910"/>
              <a:ext cx="18827" cy="63278"/>
            </a:xfrm>
            <a:custGeom>
              <a:avLst/>
              <a:gdLst/>
              <a:ahLst/>
              <a:cxnLst/>
              <a:rect l="l" t="t" r="r" b="b"/>
              <a:pathLst>
                <a:path w="18827" h="63278" extrusionOk="0">
                  <a:moveTo>
                    <a:pt x="9414" y="0"/>
                  </a:moveTo>
                  <a:lnTo>
                    <a:pt x="9414" y="0"/>
                  </a:lnTo>
                  <a:cubicBezTo>
                    <a:pt x="4214" y="0"/>
                    <a:pt x="0" y="4248"/>
                    <a:pt x="0" y="9414"/>
                  </a:cubicBezTo>
                  <a:lnTo>
                    <a:pt x="0" y="53865"/>
                  </a:lnTo>
                  <a:cubicBezTo>
                    <a:pt x="0" y="59030"/>
                    <a:pt x="4214" y="63278"/>
                    <a:pt x="9414" y="63278"/>
                  </a:cubicBezTo>
                  <a:lnTo>
                    <a:pt x="9414" y="63278"/>
                  </a:lnTo>
                  <a:cubicBezTo>
                    <a:pt x="14579" y="63278"/>
                    <a:pt x="18827" y="59030"/>
                    <a:pt x="18827" y="53865"/>
                  </a:cubicBezTo>
                  <a:lnTo>
                    <a:pt x="18827" y="9414"/>
                  </a:lnTo>
                  <a:cubicBezTo>
                    <a:pt x="18827" y="4214"/>
                    <a:pt x="14613" y="0"/>
                    <a:pt x="94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7" name="Google Shape;2455;p47">
              <a:extLst>
                <a:ext uri="{FF2B5EF4-FFF2-40B4-BE49-F238E27FC236}">
                  <a16:creationId xmlns:a16="http://schemas.microsoft.com/office/drawing/2014/main" id="{06C0C16C-C2A3-6FE7-9CB6-3E16052F4991}"/>
                </a:ext>
              </a:extLst>
            </p:cNvPr>
            <p:cNvSpPr/>
            <p:nvPr/>
          </p:nvSpPr>
          <p:spPr>
            <a:xfrm>
              <a:off x="2984751" y="1015480"/>
              <a:ext cx="143617" cy="99165"/>
            </a:xfrm>
            <a:custGeom>
              <a:avLst/>
              <a:gdLst/>
              <a:ahLst/>
              <a:cxnLst/>
              <a:rect l="l" t="t" r="r" b="b"/>
              <a:pathLst>
                <a:path w="143617" h="99165" extrusionOk="0">
                  <a:moveTo>
                    <a:pt x="118367" y="0"/>
                  </a:moveTo>
                  <a:lnTo>
                    <a:pt x="143617" y="53661"/>
                  </a:lnTo>
                  <a:lnTo>
                    <a:pt x="12302" y="99166"/>
                  </a:lnTo>
                  <a:lnTo>
                    <a:pt x="0" y="73032"/>
                  </a:lnTo>
                  <a:lnTo>
                    <a:pt x="1183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8" name="Google Shape;2456;p47">
              <a:extLst>
                <a:ext uri="{FF2B5EF4-FFF2-40B4-BE49-F238E27FC236}">
                  <a16:creationId xmlns:a16="http://schemas.microsoft.com/office/drawing/2014/main" id="{162E4E4D-2E9C-1E87-711C-45D2263463A0}"/>
                </a:ext>
              </a:extLst>
            </p:cNvPr>
            <p:cNvSpPr/>
            <p:nvPr/>
          </p:nvSpPr>
          <p:spPr>
            <a:xfrm>
              <a:off x="3085488" y="1012911"/>
              <a:ext cx="59415" cy="59401"/>
            </a:xfrm>
            <a:custGeom>
              <a:avLst/>
              <a:gdLst/>
              <a:ahLst/>
              <a:cxnLst/>
              <a:rect l="l" t="t" r="r" b="b"/>
              <a:pathLst>
                <a:path w="59415" h="59401" extrusionOk="0">
                  <a:moveTo>
                    <a:pt x="2847" y="42365"/>
                  </a:moveTo>
                  <a:cubicBezTo>
                    <a:pt x="9847" y="57216"/>
                    <a:pt x="27519" y="63537"/>
                    <a:pt x="42336" y="56570"/>
                  </a:cubicBezTo>
                  <a:cubicBezTo>
                    <a:pt x="57187" y="49569"/>
                    <a:pt x="63576" y="31897"/>
                    <a:pt x="56576" y="17046"/>
                  </a:cubicBezTo>
                  <a:cubicBezTo>
                    <a:pt x="49575" y="2229"/>
                    <a:pt x="31869" y="-4160"/>
                    <a:pt x="17052" y="2841"/>
                  </a:cubicBezTo>
                  <a:cubicBezTo>
                    <a:pt x="2201" y="9808"/>
                    <a:pt x="-4154" y="27513"/>
                    <a:pt x="2847" y="423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9" name="Google Shape;2457;p47">
              <a:extLst>
                <a:ext uri="{FF2B5EF4-FFF2-40B4-BE49-F238E27FC236}">
                  <a16:creationId xmlns:a16="http://schemas.microsoft.com/office/drawing/2014/main" id="{1E964437-71E7-EE72-5677-CE6D88EC30BE}"/>
                </a:ext>
              </a:extLst>
            </p:cNvPr>
            <p:cNvSpPr/>
            <p:nvPr/>
          </p:nvSpPr>
          <p:spPr>
            <a:xfrm>
              <a:off x="2974488" y="1098775"/>
              <a:ext cx="48937" cy="61137"/>
            </a:xfrm>
            <a:custGeom>
              <a:avLst/>
              <a:gdLst/>
              <a:ahLst/>
              <a:cxnLst/>
              <a:rect l="l" t="t" r="r" b="b"/>
              <a:pathLst>
                <a:path w="48937" h="61137" extrusionOk="0">
                  <a:moveTo>
                    <a:pt x="0" y="0"/>
                  </a:moveTo>
                  <a:lnTo>
                    <a:pt x="48937" y="1121"/>
                  </a:lnTo>
                  <a:lnTo>
                    <a:pt x="37416" y="61137"/>
                  </a:lnTo>
                  <a:lnTo>
                    <a:pt x="13560" y="605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0" name="Google Shape;2458;p47">
              <a:extLst>
                <a:ext uri="{FF2B5EF4-FFF2-40B4-BE49-F238E27FC236}">
                  <a16:creationId xmlns:a16="http://schemas.microsoft.com/office/drawing/2014/main" id="{D1EBEF8C-71E9-A270-F5F4-11BDE1F107C6}"/>
                </a:ext>
              </a:extLst>
            </p:cNvPr>
            <p:cNvSpPr/>
            <p:nvPr/>
          </p:nvSpPr>
          <p:spPr>
            <a:xfrm>
              <a:off x="2974447" y="1075353"/>
              <a:ext cx="49051" cy="49045"/>
            </a:xfrm>
            <a:custGeom>
              <a:avLst/>
              <a:gdLst/>
              <a:ahLst/>
              <a:cxnLst/>
              <a:rect l="l" t="t" r="r" b="b"/>
              <a:pathLst>
                <a:path w="49051" h="49045" extrusionOk="0">
                  <a:moveTo>
                    <a:pt x="23965" y="49012"/>
                  </a:moveTo>
                  <a:cubicBezTo>
                    <a:pt x="37491" y="49317"/>
                    <a:pt x="48740" y="38612"/>
                    <a:pt x="49045" y="25087"/>
                  </a:cubicBezTo>
                  <a:cubicBezTo>
                    <a:pt x="49351" y="11527"/>
                    <a:pt x="38646" y="312"/>
                    <a:pt x="25087" y="6"/>
                  </a:cubicBezTo>
                  <a:cubicBezTo>
                    <a:pt x="11561" y="-299"/>
                    <a:pt x="312" y="10406"/>
                    <a:pt x="6" y="23965"/>
                  </a:cubicBezTo>
                  <a:cubicBezTo>
                    <a:pt x="-299" y="37491"/>
                    <a:pt x="10440" y="48706"/>
                    <a:pt x="23965" y="490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1" name="Google Shape;2459;p47">
              <a:extLst>
                <a:ext uri="{FF2B5EF4-FFF2-40B4-BE49-F238E27FC236}">
                  <a16:creationId xmlns:a16="http://schemas.microsoft.com/office/drawing/2014/main" id="{4DF5000E-7122-E468-59C3-6D092C71235A}"/>
                </a:ext>
              </a:extLst>
            </p:cNvPr>
            <p:cNvSpPr/>
            <p:nvPr/>
          </p:nvSpPr>
          <p:spPr>
            <a:xfrm>
              <a:off x="3096134" y="1024452"/>
              <a:ext cx="152045" cy="36431"/>
            </a:xfrm>
            <a:custGeom>
              <a:avLst/>
              <a:gdLst/>
              <a:ahLst/>
              <a:cxnLst/>
              <a:rect l="l" t="t" r="r" b="b"/>
              <a:pathLst>
                <a:path w="152045" h="36431" extrusionOk="0">
                  <a:moveTo>
                    <a:pt x="16873" y="0"/>
                  </a:moveTo>
                  <a:lnTo>
                    <a:pt x="135172" y="0"/>
                  </a:lnTo>
                  <a:cubicBezTo>
                    <a:pt x="157670" y="0"/>
                    <a:pt x="157670" y="36431"/>
                    <a:pt x="135172" y="36431"/>
                  </a:cubicBezTo>
                  <a:lnTo>
                    <a:pt x="16873" y="36431"/>
                  </a:lnTo>
                  <a:cubicBezTo>
                    <a:pt x="-5624" y="36431"/>
                    <a:pt x="-5624" y="0"/>
                    <a:pt x="168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2" name="Google Shape;2460;p47">
              <a:extLst>
                <a:ext uri="{FF2B5EF4-FFF2-40B4-BE49-F238E27FC236}">
                  <a16:creationId xmlns:a16="http://schemas.microsoft.com/office/drawing/2014/main" id="{DA9F4C5D-57C1-A94F-A124-A515345FADEE}"/>
                </a:ext>
              </a:extLst>
            </p:cNvPr>
            <p:cNvSpPr/>
            <p:nvPr/>
          </p:nvSpPr>
          <p:spPr>
            <a:xfrm>
              <a:off x="2984317" y="1085189"/>
              <a:ext cx="29332" cy="29345"/>
            </a:xfrm>
            <a:custGeom>
              <a:avLst/>
              <a:gdLst/>
              <a:ahLst/>
              <a:cxnLst/>
              <a:rect l="l" t="t" r="r" b="b"/>
              <a:pathLst>
                <a:path w="29332" h="29345" extrusionOk="0">
                  <a:moveTo>
                    <a:pt x="24596" y="3866"/>
                  </a:moveTo>
                  <a:cubicBezTo>
                    <a:pt x="30577" y="9337"/>
                    <a:pt x="30917" y="18649"/>
                    <a:pt x="25480" y="24596"/>
                  </a:cubicBezTo>
                  <a:cubicBezTo>
                    <a:pt x="20008" y="30577"/>
                    <a:pt x="10697" y="30951"/>
                    <a:pt x="4749" y="25480"/>
                  </a:cubicBezTo>
                  <a:cubicBezTo>
                    <a:pt x="-1232" y="19974"/>
                    <a:pt x="-1606" y="10697"/>
                    <a:pt x="3866" y="4749"/>
                  </a:cubicBezTo>
                  <a:cubicBezTo>
                    <a:pt x="9337" y="-1232"/>
                    <a:pt x="18683" y="-1606"/>
                    <a:pt x="24630" y="386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3" name="Google Shape;2461;p47">
              <a:extLst>
                <a:ext uri="{FF2B5EF4-FFF2-40B4-BE49-F238E27FC236}">
                  <a16:creationId xmlns:a16="http://schemas.microsoft.com/office/drawing/2014/main" id="{7E10FBA1-F929-EF46-8F95-95648F9597AD}"/>
                </a:ext>
              </a:extLst>
            </p:cNvPr>
            <p:cNvSpPr/>
            <p:nvPr/>
          </p:nvSpPr>
          <p:spPr>
            <a:xfrm>
              <a:off x="2991209" y="1092093"/>
              <a:ext cx="15497" cy="15482"/>
            </a:xfrm>
            <a:custGeom>
              <a:avLst/>
              <a:gdLst/>
              <a:ahLst/>
              <a:cxnLst/>
              <a:rect l="l" t="t" r="r" b="b"/>
              <a:pathLst>
                <a:path w="15497" h="15482" extrusionOk="0">
                  <a:moveTo>
                    <a:pt x="13015" y="2026"/>
                  </a:moveTo>
                  <a:cubicBezTo>
                    <a:pt x="16141" y="4948"/>
                    <a:pt x="16345" y="9842"/>
                    <a:pt x="13456" y="12969"/>
                  </a:cubicBezTo>
                  <a:cubicBezTo>
                    <a:pt x="10534" y="16129"/>
                    <a:pt x="5640" y="16333"/>
                    <a:pt x="2514" y="13444"/>
                  </a:cubicBezTo>
                  <a:cubicBezTo>
                    <a:pt x="-647" y="10556"/>
                    <a:pt x="-851" y="5628"/>
                    <a:pt x="2038" y="2501"/>
                  </a:cubicBezTo>
                  <a:cubicBezTo>
                    <a:pt x="4926" y="-625"/>
                    <a:pt x="9820" y="-863"/>
                    <a:pt x="13015" y="20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4" name="Google Shape;2462;p47">
              <a:extLst>
                <a:ext uri="{FF2B5EF4-FFF2-40B4-BE49-F238E27FC236}">
                  <a16:creationId xmlns:a16="http://schemas.microsoft.com/office/drawing/2014/main" id="{B532AA5B-F898-501C-2500-238F78256741}"/>
                </a:ext>
              </a:extLst>
            </p:cNvPr>
            <p:cNvSpPr/>
            <p:nvPr/>
          </p:nvSpPr>
          <p:spPr>
            <a:xfrm>
              <a:off x="3102538" y="1029921"/>
              <a:ext cx="25356" cy="25390"/>
            </a:xfrm>
            <a:custGeom>
              <a:avLst/>
              <a:gdLst/>
              <a:ahLst/>
              <a:cxnLst/>
              <a:rect l="l" t="t" r="r" b="b"/>
              <a:pathLst>
                <a:path w="25356" h="25390" extrusionOk="0">
                  <a:moveTo>
                    <a:pt x="17402" y="920"/>
                  </a:moveTo>
                  <a:cubicBezTo>
                    <a:pt x="23893" y="3536"/>
                    <a:pt x="27053" y="10945"/>
                    <a:pt x="24437" y="17436"/>
                  </a:cubicBezTo>
                  <a:cubicBezTo>
                    <a:pt x="21820" y="23927"/>
                    <a:pt x="14445" y="27087"/>
                    <a:pt x="7954" y="24471"/>
                  </a:cubicBezTo>
                  <a:cubicBezTo>
                    <a:pt x="1463" y="21854"/>
                    <a:pt x="-1697" y="14479"/>
                    <a:pt x="920" y="7954"/>
                  </a:cubicBezTo>
                  <a:cubicBezTo>
                    <a:pt x="3536" y="1463"/>
                    <a:pt x="10945" y="-1697"/>
                    <a:pt x="17436" y="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5" name="Google Shape;2463;p47">
              <a:extLst>
                <a:ext uri="{FF2B5EF4-FFF2-40B4-BE49-F238E27FC236}">
                  <a16:creationId xmlns:a16="http://schemas.microsoft.com/office/drawing/2014/main" id="{B9F90A0E-5820-EAF2-E399-07569E9E5006}"/>
                </a:ext>
              </a:extLst>
            </p:cNvPr>
            <p:cNvSpPr/>
            <p:nvPr/>
          </p:nvSpPr>
          <p:spPr>
            <a:xfrm>
              <a:off x="3109334" y="1036105"/>
              <a:ext cx="12172" cy="12166"/>
            </a:xfrm>
            <a:custGeom>
              <a:avLst/>
              <a:gdLst/>
              <a:ahLst/>
              <a:cxnLst/>
              <a:rect l="l" t="t" r="r" b="b"/>
              <a:pathLst>
                <a:path w="12172" h="12166" extrusionOk="0">
                  <a:moveTo>
                    <a:pt x="580" y="8669"/>
                  </a:moveTo>
                  <a:cubicBezTo>
                    <a:pt x="2008" y="11693"/>
                    <a:pt x="5644" y="13019"/>
                    <a:pt x="8703" y="11591"/>
                  </a:cubicBezTo>
                  <a:cubicBezTo>
                    <a:pt x="11727" y="10164"/>
                    <a:pt x="13019" y="6528"/>
                    <a:pt x="11591" y="3503"/>
                  </a:cubicBezTo>
                  <a:cubicBezTo>
                    <a:pt x="10164" y="445"/>
                    <a:pt x="6528" y="-847"/>
                    <a:pt x="3503" y="580"/>
                  </a:cubicBezTo>
                  <a:cubicBezTo>
                    <a:pt x="445" y="2008"/>
                    <a:pt x="-847" y="5644"/>
                    <a:pt x="580" y="86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6" name="Google Shape;2464;p47">
              <a:extLst>
                <a:ext uri="{FF2B5EF4-FFF2-40B4-BE49-F238E27FC236}">
                  <a16:creationId xmlns:a16="http://schemas.microsoft.com/office/drawing/2014/main" id="{60804ED0-9E15-1F34-C0FC-780C3B04711B}"/>
                </a:ext>
              </a:extLst>
            </p:cNvPr>
            <p:cNvSpPr/>
            <p:nvPr/>
          </p:nvSpPr>
          <p:spPr>
            <a:xfrm>
              <a:off x="2983816" y="1154033"/>
              <a:ext cx="45997" cy="36431"/>
            </a:xfrm>
            <a:custGeom>
              <a:avLst/>
              <a:gdLst/>
              <a:ahLst/>
              <a:cxnLst/>
              <a:rect l="l" t="t" r="r" b="b"/>
              <a:pathLst>
                <a:path w="45997" h="36431" extrusionOk="0">
                  <a:moveTo>
                    <a:pt x="16873" y="0"/>
                  </a:moveTo>
                  <a:lnTo>
                    <a:pt x="45998" y="0"/>
                  </a:lnTo>
                  <a:lnTo>
                    <a:pt x="45998" y="36431"/>
                  </a:lnTo>
                  <a:lnTo>
                    <a:pt x="16873" y="36431"/>
                  </a:lnTo>
                  <a:cubicBezTo>
                    <a:pt x="-5624" y="36431"/>
                    <a:pt x="-5624" y="0"/>
                    <a:pt x="168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7" name="Google Shape;2465;p47">
              <a:extLst>
                <a:ext uri="{FF2B5EF4-FFF2-40B4-BE49-F238E27FC236}">
                  <a16:creationId xmlns:a16="http://schemas.microsoft.com/office/drawing/2014/main" id="{0598774A-E3B9-A38C-0B49-8EF9FA4CFF69}"/>
                </a:ext>
              </a:extLst>
            </p:cNvPr>
            <p:cNvSpPr/>
            <p:nvPr/>
          </p:nvSpPr>
          <p:spPr>
            <a:xfrm>
              <a:off x="3022235" y="1139454"/>
              <a:ext cx="18827" cy="63278"/>
            </a:xfrm>
            <a:custGeom>
              <a:avLst/>
              <a:gdLst/>
              <a:ahLst/>
              <a:cxnLst/>
              <a:rect l="l" t="t" r="r" b="b"/>
              <a:pathLst>
                <a:path w="18827" h="63278" extrusionOk="0">
                  <a:moveTo>
                    <a:pt x="9414" y="0"/>
                  </a:moveTo>
                  <a:lnTo>
                    <a:pt x="9414" y="0"/>
                  </a:lnTo>
                  <a:cubicBezTo>
                    <a:pt x="14579" y="0"/>
                    <a:pt x="18793" y="4248"/>
                    <a:pt x="18827" y="9414"/>
                  </a:cubicBezTo>
                  <a:lnTo>
                    <a:pt x="18827" y="53865"/>
                  </a:lnTo>
                  <a:cubicBezTo>
                    <a:pt x="18827" y="59030"/>
                    <a:pt x="14579" y="63278"/>
                    <a:pt x="9414" y="63278"/>
                  </a:cubicBezTo>
                  <a:lnTo>
                    <a:pt x="9414" y="63278"/>
                  </a:lnTo>
                  <a:cubicBezTo>
                    <a:pt x="4214" y="63278"/>
                    <a:pt x="0" y="59064"/>
                    <a:pt x="0" y="53865"/>
                  </a:cubicBezTo>
                  <a:lnTo>
                    <a:pt x="0" y="9414"/>
                  </a:lnTo>
                  <a:cubicBezTo>
                    <a:pt x="0" y="4248"/>
                    <a:pt x="4214" y="0"/>
                    <a:pt x="94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8" name="Google Shape;2466;p47">
              <a:extLst>
                <a:ext uri="{FF2B5EF4-FFF2-40B4-BE49-F238E27FC236}">
                  <a16:creationId xmlns:a16="http://schemas.microsoft.com/office/drawing/2014/main" id="{E1B057B2-1F39-AB12-E1B5-350ADC6BFC9A}"/>
                </a:ext>
              </a:extLst>
            </p:cNvPr>
            <p:cNvSpPr/>
            <p:nvPr/>
          </p:nvSpPr>
          <p:spPr>
            <a:xfrm>
              <a:off x="3127008" y="973475"/>
              <a:ext cx="90295" cy="51315"/>
            </a:xfrm>
            <a:custGeom>
              <a:avLst/>
              <a:gdLst/>
              <a:ahLst/>
              <a:cxnLst/>
              <a:rect l="l" t="t" r="r" b="b"/>
              <a:pathLst>
                <a:path w="90295" h="51315" extrusionOk="0">
                  <a:moveTo>
                    <a:pt x="0" y="51316"/>
                  </a:moveTo>
                  <a:lnTo>
                    <a:pt x="90296" y="51316"/>
                  </a:lnTo>
                  <a:lnTo>
                    <a:pt x="90296" y="7307"/>
                  </a:lnTo>
                  <a:cubicBezTo>
                    <a:pt x="90296" y="3262"/>
                    <a:pt x="87033" y="0"/>
                    <a:pt x="82989" y="0"/>
                  </a:cubicBezTo>
                  <a:lnTo>
                    <a:pt x="7307" y="0"/>
                  </a:lnTo>
                  <a:cubicBezTo>
                    <a:pt x="3296" y="0"/>
                    <a:pt x="0" y="3296"/>
                    <a:pt x="0" y="7307"/>
                  </a:cubicBezTo>
                  <a:lnTo>
                    <a:pt x="0" y="513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9" name="Google Shape;2467;p47">
              <a:extLst>
                <a:ext uri="{FF2B5EF4-FFF2-40B4-BE49-F238E27FC236}">
                  <a16:creationId xmlns:a16="http://schemas.microsoft.com/office/drawing/2014/main" id="{B6EAA21F-8453-CD01-31D1-E535D4424673}"/>
                </a:ext>
              </a:extLst>
            </p:cNvPr>
            <p:cNvSpPr/>
            <p:nvPr/>
          </p:nvSpPr>
          <p:spPr>
            <a:xfrm>
              <a:off x="3127144" y="973475"/>
              <a:ext cx="90091" cy="6083"/>
            </a:xfrm>
            <a:custGeom>
              <a:avLst/>
              <a:gdLst/>
              <a:ahLst/>
              <a:cxnLst/>
              <a:rect l="l" t="t" r="r" b="b"/>
              <a:pathLst>
                <a:path w="90091" h="6083" extrusionOk="0">
                  <a:moveTo>
                    <a:pt x="90058" y="6083"/>
                  </a:moveTo>
                  <a:cubicBezTo>
                    <a:pt x="89480" y="2651"/>
                    <a:pt x="86456" y="0"/>
                    <a:pt x="82887" y="0"/>
                  </a:cubicBezTo>
                  <a:lnTo>
                    <a:pt x="7205" y="0"/>
                  </a:lnTo>
                  <a:cubicBezTo>
                    <a:pt x="3602" y="0"/>
                    <a:pt x="578" y="2651"/>
                    <a:pt x="0" y="6083"/>
                  </a:cubicBezTo>
                  <a:lnTo>
                    <a:pt x="90092" y="608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0" name="Google Shape;2468;p47">
              <a:extLst>
                <a:ext uri="{FF2B5EF4-FFF2-40B4-BE49-F238E27FC236}">
                  <a16:creationId xmlns:a16="http://schemas.microsoft.com/office/drawing/2014/main" id="{ED7D52DD-56E5-9DF1-D990-08D366A01403}"/>
                </a:ext>
              </a:extLst>
            </p:cNvPr>
            <p:cNvSpPr/>
            <p:nvPr/>
          </p:nvSpPr>
          <p:spPr>
            <a:xfrm>
              <a:off x="3216589" y="1029411"/>
              <a:ext cx="25390" cy="25390"/>
            </a:xfrm>
            <a:custGeom>
              <a:avLst/>
              <a:gdLst/>
              <a:ahLst/>
              <a:cxnLst/>
              <a:rect l="l" t="t" r="r" b="b"/>
              <a:pathLst>
                <a:path w="25390" h="25390" extrusionOk="0">
                  <a:moveTo>
                    <a:pt x="7954" y="920"/>
                  </a:moveTo>
                  <a:cubicBezTo>
                    <a:pt x="1463" y="3536"/>
                    <a:pt x="-1697" y="10945"/>
                    <a:pt x="920" y="17436"/>
                  </a:cubicBezTo>
                  <a:cubicBezTo>
                    <a:pt x="3536" y="23927"/>
                    <a:pt x="10945" y="27087"/>
                    <a:pt x="17436" y="24471"/>
                  </a:cubicBezTo>
                  <a:cubicBezTo>
                    <a:pt x="23927" y="21854"/>
                    <a:pt x="27087" y="14445"/>
                    <a:pt x="24471" y="7954"/>
                  </a:cubicBezTo>
                  <a:cubicBezTo>
                    <a:pt x="21854" y="1463"/>
                    <a:pt x="14479" y="-1697"/>
                    <a:pt x="7954" y="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1" name="Google Shape;2469;p47">
              <a:extLst>
                <a:ext uri="{FF2B5EF4-FFF2-40B4-BE49-F238E27FC236}">
                  <a16:creationId xmlns:a16="http://schemas.microsoft.com/office/drawing/2014/main" id="{68113B66-A3C2-4C6E-3195-FCB3D5D8370E}"/>
                </a:ext>
              </a:extLst>
            </p:cNvPr>
            <p:cNvSpPr/>
            <p:nvPr/>
          </p:nvSpPr>
          <p:spPr>
            <a:xfrm>
              <a:off x="3222982" y="1035595"/>
              <a:ext cx="12166" cy="12151"/>
            </a:xfrm>
            <a:custGeom>
              <a:avLst/>
              <a:gdLst/>
              <a:ahLst/>
              <a:cxnLst/>
              <a:rect l="l" t="t" r="r" b="b"/>
              <a:pathLst>
                <a:path w="12166" h="12151" extrusionOk="0">
                  <a:moveTo>
                    <a:pt x="11586" y="8669"/>
                  </a:moveTo>
                  <a:cubicBezTo>
                    <a:pt x="10158" y="11693"/>
                    <a:pt x="6556" y="12985"/>
                    <a:pt x="3498" y="11591"/>
                  </a:cubicBezTo>
                  <a:cubicBezTo>
                    <a:pt x="473" y="10164"/>
                    <a:pt x="-852" y="6528"/>
                    <a:pt x="575" y="3503"/>
                  </a:cubicBezTo>
                  <a:cubicBezTo>
                    <a:pt x="2002" y="445"/>
                    <a:pt x="5639" y="-847"/>
                    <a:pt x="8663" y="581"/>
                  </a:cubicBezTo>
                  <a:cubicBezTo>
                    <a:pt x="11722" y="2008"/>
                    <a:pt x="13013" y="5644"/>
                    <a:pt x="11586" y="86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2" name="Google Shape;2116;p47">
            <a:extLst>
              <a:ext uri="{FF2B5EF4-FFF2-40B4-BE49-F238E27FC236}">
                <a16:creationId xmlns:a16="http://schemas.microsoft.com/office/drawing/2014/main" id="{452CED6B-756A-3EA3-B8EB-6A6131FB8E47}"/>
              </a:ext>
            </a:extLst>
          </p:cNvPr>
          <p:cNvGrpSpPr/>
          <p:nvPr/>
        </p:nvGrpSpPr>
        <p:grpSpPr>
          <a:xfrm>
            <a:off x="387146" y="4233648"/>
            <a:ext cx="632008" cy="622872"/>
            <a:chOff x="2538624" y="3765566"/>
            <a:chExt cx="350240" cy="345177"/>
          </a:xfrm>
        </p:grpSpPr>
        <p:sp>
          <p:nvSpPr>
            <p:cNvPr id="2053" name="Google Shape;2117;p47">
              <a:extLst>
                <a:ext uri="{FF2B5EF4-FFF2-40B4-BE49-F238E27FC236}">
                  <a16:creationId xmlns:a16="http://schemas.microsoft.com/office/drawing/2014/main" id="{2490093A-3122-1235-ADC2-72D40A92835C}"/>
                </a:ext>
              </a:extLst>
            </p:cNvPr>
            <p:cNvSpPr/>
            <p:nvPr/>
          </p:nvSpPr>
          <p:spPr>
            <a:xfrm>
              <a:off x="2538624" y="3765566"/>
              <a:ext cx="350240" cy="345177"/>
            </a:xfrm>
            <a:custGeom>
              <a:avLst/>
              <a:gdLst/>
              <a:ahLst/>
              <a:cxnLst/>
              <a:rect l="l" t="t" r="r" b="b"/>
              <a:pathLst>
                <a:path w="350240" h="345177" extrusionOk="0">
                  <a:moveTo>
                    <a:pt x="201696" y="50807"/>
                  </a:moveTo>
                  <a:cubicBezTo>
                    <a:pt x="213998" y="53423"/>
                    <a:pt x="225654" y="57807"/>
                    <a:pt x="236359" y="63720"/>
                  </a:cubicBezTo>
                  <a:lnTo>
                    <a:pt x="278398" y="33135"/>
                  </a:lnTo>
                  <a:lnTo>
                    <a:pt x="298313" y="49821"/>
                  </a:lnTo>
                  <a:lnTo>
                    <a:pt x="275611" y="97195"/>
                  </a:lnTo>
                  <a:cubicBezTo>
                    <a:pt x="283156" y="106880"/>
                    <a:pt x="289375" y="117687"/>
                    <a:pt x="293895" y="129344"/>
                  </a:cubicBezTo>
                  <a:lnTo>
                    <a:pt x="345721" y="132912"/>
                  </a:lnTo>
                  <a:lnTo>
                    <a:pt x="350240" y="158502"/>
                  </a:lnTo>
                  <a:lnTo>
                    <a:pt x="302425" y="180218"/>
                  </a:lnTo>
                  <a:cubicBezTo>
                    <a:pt x="301983" y="192894"/>
                    <a:pt x="299672" y="205094"/>
                    <a:pt x="295764" y="216581"/>
                  </a:cubicBezTo>
                  <a:lnTo>
                    <a:pt x="333180" y="252672"/>
                  </a:lnTo>
                  <a:lnTo>
                    <a:pt x="320199" y="275136"/>
                  </a:lnTo>
                  <a:lnTo>
                    <a:pt x="269562" y="261032"/>
                  </a:lnTo>
                  <a:cubicBezTo>
                    <a:pt x="261270" y="270174"/>
                    <a:pt x="251720" y="278127"/>
                    <a:pt x="241117" y="284583"/>
                  </a:cubicBezTo>
                  <a:lnTo>
                    <a:pt x="246589" y="336307"/>
                  </a:lnTo>
                  <a:lnTo>
                    <a:pt x="222188" y="345177"/>
                  </a:lnTo>
                  <a:lnTo>
                    <a:pt x="192486" y="301847"/>
                  </a:lnTo>
                  <a:cubicBezTo>
                    <a:pt x="186777" y="302629"/>
                    <a:pt x="180932" y="303071"/>
                    <a:pt x="174984" y="303071"/>
                  </a:cubicBezTo>
                  <a:cubicBezTo>
                    <a:pt x="168357" y="303071"/>
                    <a:pt x="161900" y="302561"/>
                    <a:pt x="155545" y="301575"/>
                  </a:cubicBezTo>
                  <a:lnTo>
                    <a:pt x="126489" y="344701"/>
                  </a:lnTo>
                  <a:lnTo>
                    <a:pt x="102088" y="335832"/>
                  </a:lnTo>
                  <a:lnTo>
                    <a:pt x="107220" y="283530"/>
                  </a:lnTo>
                  <a:cubicBezTo>
                    <a:pt x="96719" y="276937"/>
                    <a:pt x="87271" y="268849"/>
                    <a:pt x="79149" y="259571"/>
                  </a:cubicBezTo>
                  <a:lnTo>
                    <a:pt x="29124" y="273946"/>
                  </a:lnTo>
                  <a:lnTo>
                    <a:pt x="16142" y="251483"/>
                  </a:lnTo>
                  <a:lnTo>
                    <a:pt x="53661" y="214746"/>
                  </a:lnTo>
                  <a:cubicBezTo>
                    <a:pt x="49923" y="203225"/>
                    <a:pt x="47781" y="190991"/>
                    <a:pt x="47544" y="178315"/>
                  </a:cubicBezTo>
                  <a:lnTo>
                    <a:pt x="0" y="157177"/>
                  </a:lnTo>
                  <a:lnTo>
                    <a:pt x="4520" y="131621"/>
                  </a:lnTo>
                  <a:lnTo>
                    <a:pt x="56855" y="127577"/>
                  </a:lnTo>
                  <a:cubicBezTo>
                    <a:pt x="61579" y="116022"/>
                    <a:pt x="67900" y="105283"/>
                    <a:pt x="75615" y="95699"/>
                  </a:cubicBezTo>
                  <a:lnTo>
                    <a:pt x="52777" y="48971"/>
                  </a:lnTo>
                  <a:lnTo>
                    <a:pt x="72658" y="32285"/>
                  </a:lnTo>
                  <a:lnTo>
                    <a:pt x="115376" y="62837"/>
                  </a:lnTo>
                  <a:cubicBezTo>
                    <a:pt x="126149" y="57094"/>
                    <a:pt x="137873" y="52880"/>
                    <a:pt x="150210" y="50433"/>
                  </a:cubicBezTo>
                  <a:lnTo>
                    <a:pt x="162750" y="0"/>
                  </a:lnTo>
                  <a:lnTo>
                    <a:pt x="188714" y="0"/>
                  </a:lnTo>
                  <a:lnTo>
                    <a:pt x="201764" y="50841"/>
                  </a:lnTo>
                  <a:lnTo>
                    <a:pt x="201764" y="50841"/>
                  </a:lnTo>
                  <a:close/>
                  <a:moveTo>
                    <a:pt x="174984" y="155614"/>
                  </a:moveTo>
                  <a:cubicBezTo>
                    <a:pt x="163973" y="155614"/>
                    <a:pt x="155070" y="164517"/>
                    <a:pt x="155070" y="175528"/>
                  </a:cubicBezTo>
                  <a:cubicBezTo>
                    <a:pt x="155070" y="186539"/>
                    <a:pt x="163973" y="195443"/>
                    <a:pt x="174984" y="195443"/>
                  </a:cubicBezTo>
                  <a:cubicBezTo>
                    <a:pt x="185995" y="195443"/>
                    <a:pt x="194899" y="186539"/>
                    <a:pt x="194899" y="175528"/>
                  </a:cubicBezTo>
                  <a:cubicBezTo>
                    <a:pt x="194899" y="164517"/>
                    <a:pt x="185961" y="155614"/>
                    <a:pt x="174984" y="155614"/>
                  </a:cubicBezTo>
                  <a:lnTo>
                    <a:pt x="174984" y="155614"/>
                  </a:lnTo>
                  <a:close/>
                  <a:moveTo>
                    <a:pt x="182427" y="134645"/>
                  </a:moveTo>
                  <a:cubicBezTo>
                    <a:pt x="188408" y="135733"/>
                    <a:pt x="193947" y="138112"/>
                    <a:pt x="198739" y="141476"/>
                  </a:cubicBezTo>
                  <a:lnTo>
                    <a:pt x="228611" y="111842"/>
                  </a:lnTo>
                  <a:cubicBezTo>
                    <a:pt x="215901" y="101103"/>
                    <a:pt x="199929" y="94136"/>
                    <a:pt x="182393" y="92573"/>
                  </a:cubicBezTo>
                  <a:lnTo>
                    <a:pt x="182393" y="134645"/>
                  </a:lnTo>
                  <a:lnTo>
                    <a:pt x="182393" y="134645"/>
                  </a:lnTo>
                  <a:close/>
                  <a:moveTo>
                    <a:pt x="209206" y="152011"/>
                  </a:moveTo>
                  <a:cubicBezTo>
                    <a:pt x="212503" y="156735"/>
                    <a:pt x="214780" y="162206"/>
                    <a:pt x="215833" y="168120"/>
                  </a:cubicBezTo>
                  <a:lnTo>
                    <a:pt x="257939" y="168120"/>
                  </a:lnTo>
                  <a:cubicBezTo>
                    <a:pt x="256410" y="150822"/>
                    <a:pt x="249579" y="135019"/>
                    <a:pt x="239078" y="122377"/>
                  </a:cubicBezTo>
                  <a:lnTo>
                    <a:pt x="209206" y="152011"/>
                  </a:lnTo>
                  <a:lnTo>
                    <a:pt x="209206" y="152011"/>
                  </a:lnTo>
                  <a:close/>
                  <a:moveTo>
                    <a:pt x="215833" y="182971"/>
                  </a:moveTo>
                  <a:cubicBezTo>
                    <a:pt x="214746" y="188918"/>
                    <a:pt x="212435" y="194424"/>
                    <a:pt x="209138" y="199181"/>
                  </a:cubicBezTo>
                  <a:lnTo>
                    <a:pt x="238874" y="228951"/>
                  </a:lnTo>
                  <a:cubicBezTo>
                    <a:pt x="249477" y="216275"/>
                    <a:pt x="256410" y="200405"/>
                    <a:pt x="257939" y="182971"/>
                  </a:cubicBezTo>
                  <a:lnTo>
                    <a:pt x="215833" y="182971"/>
                  </a:lnTo>
                  <a:close/>
                  <a:moveTo>
                    <a:pt x="198603" y="209682"/>
                  </a:moveTo>
                  <a:cubicBezTo>
                    <a:pt x="193845" y="213013"/>
                    <a:pt x="188340" y="215358"/>
                    <a:pt x="182393" y="216411"/>
                  </a:cubicBezTo>
                  <a:lnTo>
                    <a:pt x="182393" y="258518"/>
                  </a:lnTo>
                  <a:cubicBezTo>
                    <a:pt x="199792" y="256954"/>
                    <a:pt x="215663" y="250056"/>
                    <a:pt x="228339" y="239453"/>
                  </a:cubicBezTo>
                  <a:lnTo>
                    <a:pt x="198569" y="209682"/>
                  </a:lnTo>
                  <a:lnTo>
                    <a:pt x="198569" y="209682"/>
                  </a:lnTo>
                  <a:close/>
                  <a:moveTo>
                    <a:pt x="167542" y="216411"/>
                  </a:moveTo>
                  <a:cubicBezTo>
                    <a:pt x="161560" y="215323"/>
                    <a:pt x="155987" y="212945"/>
                    <a:pt x="151161" y="209580"/>
                  </a:cubicBezTo>
                  <a:lnTo>
                    <a:pt x="121289" y="239214"/>
                  </a:lnTo>
                  <a:cubicBezTo>
                    <a:pt x="133999" y="249954"/>
                    <a:pt x="150006" y="256954"/>
                    <a:pt x="167542" y="258518"/>
                  </a:cubicBezTo>
                  <a:lnTo>
                    <a:pt x="167542" y="216411"/>
                  </a:lnTo>
                  <a:lnTo>
                    <a:pt x="167542" y="216411"/>
                  </a:lnTo>
                  <a:close/>
                  <a:moveTo>
                    <a:pt x="140694" y="199011"/>
                  </a:moveTo>
                  <a:cubicBezTo>
                    <a:pt x="137432" y="194288"/>
                    <a:pt x="135155" y="188816"/>
                    <a:pt x="134101" y="182937"/>
                  </a:cubicBezTo>
                  <a:lnTo>
                    <a:pt x="91995" y="182937"/>
                  </a:lnTo>
                  <a:cubicBezTo>
                    <a:pt x="93524" y="200235"/>
                    <a:pt x="100321" y="216003"/>
                    <a:pt x="110822" y="228611"/>
                  </a:cubicBezTo>
                  <a:lnTo>
                    <a:pt x="140694" y="198977"/>
                  </a:lnTo>
                  <a:lnTo>
                    <a:pt x="140694" y="198977"/>
                  </a:lnTo>
                  <a:close/>
                  <a:moveTo>
                    <a:pt x="134101" y="168120"/>
                  </a:moveTo>
                  <a:cubicBezTo>
                    <a:pt x="135189" y="162173"/>
                    <a:pt x="137500" y="156667"/>
                    <a:pt x="140830" y="151875"/>
                  </a:cubicBezTo>
                  <a:lnTo>
                    <a:pt x="111060" y="122139"/>
                  </a:lnTo>
                  <a:cubicBezTo>
                    <a:pt x="100457" y="134815"/>
                    <a:pt x="93524" y="150686"/>
                    <a:pt x="91995" y="168120"/>
                  </a:cubicBezTo>
                  <a:lnTo>
                    <a:pt x="134101" y="168120"/>
                  </a:lnTo>
                  <a:close/>
                  <a:moveTo>
                    <a:pt x="151331" y="141408"/>
                  </a:moveTo>
                  <a:cubicBezTo>
                    <a:pt x="156123" y="138112"/>
                    <a:pt x="161594" y="135733"/>
                    <a:pt x="167576" y="134679"/>
                  </a:cubicBezTo>
                  <a:lnTo>
                    <a:pt x="167576" y="92573"/>
                  </a:lnTo>
                  <a:cubicBezTo>
                    <a:pt x="150176" y="94136"/>
                    <a:pt x="134271" y="101035"/>
                    <a:pt x="121595" y="111638"/>
                  </a:cubicBezTo>
                  <a:lnTo>
                    <a:pt x="151331" y="1414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4" name="Google Shape;2118;p47">
              <a:extLst>
                <a:ext uri="{FF2B5EF4-FFF2-40B4-BE49-F238E27FC236}">
                  <a16:creationId xmlns:a16="http://schemas.microsoft.com/office/drawing/2014/main" id="{E39EC35C-0633-1C92-8BCF-A397492C40F0}"/>
                </a:ext>
              </a:extLst>
            </p:cNvPr>
            <p:cNvSpPr/>
            <p:nvPr/>
          </p:nvSpPr>
          <p:spPr>
            <a:xfrm>
              <a:off x="2566695" y="3862181"/>
              <a:ext cx="322169" cy="248560"/>
            </a:xfrm>
            <a:custGeom>
              <a:avLst/>
              <a:gdLst/>
              <a:ahLst/>
              <a:cxnLst/>
              <a:rect l="l" t="t" r="r" b="b"/>
              <a:pathLst>
                <a:path w="322169" h="248560" extrusionOk="0">
                  <a:moveTo>
                    <a:pt x="247813" y="0"/>
                  </a:moveTo>
                  <a:lnTo>
                    <a:pt x="247541" y="577"/>
                  </a:lnTo>
                  <a:cubicBezTo>
                    <a:pt x="255085" y="10263"/>
                    <a:pt x="261304" y="21070"/>
                    <a:pt x="265824" y="32727"/>
                  </a:cubicBezTo>
                  <a:lnTo>
                    <a:pt x="317650" y="36295"/>
                  </a:lnTo>
                  <a:lnTo>
                    <a:pt x="322170" y="61885"/>
                  </a:lnTo>
                  <a:lnTo>
                    <a:pt x="274354" y="83601"/>
                  </a:lnTo>
                  <a:cubicBezTo>
                    <a:pt x="273913" y="96277"/>
                    <a:pt x="271601" y="108477"/>
                    <a:pt x="267693" y="119964"/>
                  </a:cubicBezTo>
                  <a:lnTo>
                    <a:pt x="305110" y="156055"/>
                  </a:lnTo>
                  <a:lnTo>
                    <a:pt x="292128" y="178519"/>
                  </a:lnTo>
                  <a:lnTo>
                    <a:pt x="241492" y="164415"/>
                  </a:lnTo>
                  <a:cubicBezTo>
                    <a:pt x="233200" y="173557"/>
                    <a:pt x="223650" y="181509"/>
                    <a:pt x="213047" y="187966"/>
                  </a:cubicBezTo>
                  <a:lnTo>
                    <a:pt x="218518" y="239690"/>
                  </a:lnTo>
                  <a:lnTo>
                    <a:pt x="194118" y="248560"/>
                  </a:lnTo>
                  <a:lnTo>
                    <a:pt x="164415" y="205230"/>
                  </a:lnTo>
                  <a:cubicBezTo>
                    <a:pt x="158706" y="206012"/>
                    <a:pt x="152861" y="206454"/>
                    <a:pt x="146914" y="206454"/>
                  </a:cubicBezTo>
                  <a:cubicBezTo>
                    <a:pt x="140287" y="206454"/>
                    <a:pt x="133830" y="205944"/>
                    <a:pt x="127475" y="204958"/>
                  </a:cubicBezTo>
                  <a:lnTo>
                    <a:pt x="98418" y="248084"/>
                  </a:lnTo>
                  <a:lnTo>
                    <a:pt x="74018" y="239214"/>
                  </a:lnTo>
                  <a:lnTo>
                    <a:pt x="79149" y="186913"/>
                  </a:lnTo>
                  <a:cubicBezTo>
                    <a:pt x="68648" y="180320"/>
                    <a:pt x="59201" y="172231"/>
                    <a:pt x="51078" y="162954"/>
                  </a:cubicBezTo>
                  <a:lnTo>
                    <a:pt x="1054" y="177329"/>
                  </a:lnTo>
                  <a:lnTo>
                    <a:pt x="0" y="175528"/>
                  </a:lnTo>
                  <a:lnTo>
                    <a:pt x="75615" y="121969"/>
                  </a:lnTo>
                  <a:cubicBezTo>
                    <a:pt x="77756" y="125503"/>
                    <a:pt x="80135" y="128868"/>
                    <a:pt x="82786" y="132028"/>
                  </a:cubicBezTo>
                  <a:lnTo>
                    <a:pt x="112658" y="102394"/>
                  </a:lnTo>
                  <a:cubicBezTo>
                    <a:pt x="111638" y="100899"/>
                    <a:pt x="110721" y="99336"/>
                    <a:pt x="109871" y="97704"/>
                  </a:cubicBezTo>
                  <a:lnTo>
                    <a:pt x="127950" y="84892"/>
                  </a:lnTo>
                  <a:cubicBezTo>
                    <a:pt x="130499" y="92947"/>
                    <a:pt x="138044" y="98792"/>
                    <a:pt x="146948" y="98792"/>
                  </a:cubicBezTo>
                  <a:cubicBezTo>
                    <a:pt x="157925" y="98792"/>
                    <a:pt x="166862" y="89888"/>
                    <a:pt x="166862" y="78877"/>
                  </a:cubicBezTo>
                  <a:cubicBezTo>
                    <a:pt x="166862" y="72386"/>
                    <a:pt x="163770" y="66575"/>
                    <a:pt x="158944" y="62973"/>
                  </a:cubicBezTo>
                  <a:lnTo>
                    <a:pt x="209954" y="26848"/>
                  </a:lnTo>
                  <a:lnTo>
                    <a:pt x="181170" y="55360"/>
                  </a:lnTo>
                  <a:cubicBezTo>
                    <a:pt x="184466" y="60084"/>
                    <a:pt x="186743" y="65556"/>
                    <a:pt x="187796" y="71469"/>
                  </a:cubicBezTo>
                  <a:lnTo>
                    <a:pt x="229903" y="71469"/>
                  </a:lnTo>
                  <a:cubicBezTo>
                    <a:pt x="228374" y="54239"/>
                    <a:pt x="221611" y="38538"/>
                    <a:pt x="211212" y="25930"/>
                  </a:cubicBezTo>
                  <a:lnTo>
                    <a:pt x="247813" y="0"/>
                  </a:lnTo>
                  <a:lnTo>
                    <a:pt x="247813" y="0"/>
                  </a:lnTo>
                  <a:close/>
                  <a:moveTo>
                    <a:pt x="187796" y="86320"/>
                  </a:moveTo>
                  <a:cubicBezTo>
                    <a:pt x="186709" y="92267"/>
                    <a:pt x="184398" y="97772"/>
                    <a:pt x="181102" y="102530"/>
                  </a:cubicBezTo>
                  <a:lnTo>
                    <a:pt x="210838" y="132300"/>
                  </a:lnTo>
                  <a:cubicBezTo>
                    <a:pt x="221441" y="119624"/>
                    <a:pt x="228374" y="103754"/>
                    <a:pt x="229903" y="86320"/>
                  </a:cubicBezTo>
                  <a:lnTo>
                    <a:pt x="187796" y="86320"/>
                  </a:lnTo>
                  <a:close/>
                  <a:moveTo>
                    <a:pt x="170567" y="113031"/>
                  </a:moveTo>
                  <a:cubicBezTo>
                    <a:pt x="165809" y="116362"/>
                    <a:pt x="160303" y="118706"/>
                    <a:pt x="154356" y="119760"/>
                  </a:cubicBezTo>
                  <a:lnTo>
                    <a:pt x="154356" y="161866"/>
                  </a:lnTo>
                  <a:cubicBezTo>
                    <a:pt x="171756" y="160303"/>
                    <a:pt x="187627" y="153404"/>
                    <a:pt x="200303" y="142801"/>
                  </a:cubicBezTo>
                  <a:lnTo>
                    <a:pt x="170533" y="113031"/>
                  </a:lnTo>
                  <a:lnTo>
                    <a:pt x="170533" y="113031"/>
                  </a:lnTo>
                  <a:close/>
                  <a:moveTo>
                    <a:pt x="139505" y="119760"/>
                  </a:moveTo>
                  <a:cubicBezTo>
                    <a:pt x="133524" y="118672"/>
                    <a:pt x="127950" y="116294"/>
                    <a:pt x="123125" y="112929"/>
                  </a:cubicBezTo>
                  <a:lnTo>
                    <a:pt x="93253" y="142563"/>
                  </a:lnTo>
                  <a:cubicBezTo>
                    <a:pt x="105963" y="153302"/>
                    <a:pt x="121969" y="160303"/>
                    <a:pt x="139505" y="161866"/>
                  </a:cubicBezTo>
                  <a:lnTo>
                    <a:pt x="139505" y="119760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5" name="Google Shape;1997;p46">
            <a:extLst>
              <a:ext uri="{FF2B5EF4-FFF2-40B4-BE49-F238E27FC236}">
                <a16:creationId xmlns:a16="http://schemas.microsoft.com/office/drawing/2014/main" id="{1CF49A99-5706-1463-200F-A19C5FAE6CC5}"/>
              </a:ext>
            </a:extLst>
          </p:cNvPr>
          <p:cNvGrpSpPr/>
          <p:nvPr/>
        </p:nvGrpSpPr>
        <p:grpSpPr>
          <a:xfrm>
            <a:off x="9295469" y="3120571"/>
            <a:ext cx="1263886" cy="1940089"/>
            <a:chOff x="5209486" y="1205551"/>
            <a:chExt cx="3032405" cy="3937952"/>
          </a:xfrm>
        </p:grpSpPr>
        <p:sp>
          <p:nvSpPr>
            <p:cNvPr id="2056" name="Google Shape;1998;p46">
              <a:extLst>
                <a:ext uri="{FF2B5EF4-FFF2-40B4-BE49-F238E27FC236}">
                  <a16:creationId xmlns:a16="http://schemas.microsoft.com/office/drawing/2014/main" id="{EEA42227-56CC-0C07-F580-7A6AB81BBEC6}"/>
                </a:ext>
              </a:extLst>
            </p:cNvPr>
            <p:cNvSpPr/>
            <p:nvPr/>
          </p:nvSpPr>
          <p:spPr>
            <a:xfrm>
              <a:off x="6561476" y="3172681"/>
              <a:ext cx="293602" cy="213604"/>
            </a:xfrm>
            <a:custGeom>
              <a:avLst/>
              <a:gdLst/>
              <a:ahLst/>
              <a:cxnLst/>
              <a:rect l="l" t="t" r="r" b="b"/>
              <a:pathLst>
                <a:path w="129955" h="95835" extrusionOk="0">
                  <a:moveTo>
                    <a:pt x="64978" y="95835"/>
                  </a:moveTo>
                  <a:cubicBezTo>
                    <a:pt x="100763" y="95835"/>
                    <a:pt x="129955" y="74323"/>
                    <a:pt x="129955" y="47918"/>
                  </a:cubicBezTo>
                  <a:cubicBezTo>
                    <a:pt x="129955" y="21512"/>
                    <a:pt x="100763" y="0"/>
                    <a:pt x="64978" y="0"/>
                  </a:cubicBezTo>
                  <a:cubicBezTo>
                    <a:pt x="29192" y="0"/>
                    <a:pt x="0" y="21546"/>
                    <a:pt x="0" y="47918"/>
                  </a:cubicBezTo>
                  <a:cubicBezTo>
                    <a:pt x="0" y="74289"/>
                    <a:pt x="29192" y="95835"/>
                    <a:pt x="64978" y="95835"/>
                  </a:cubicBezTo>
                  <a:close/>
                </a:path>
              </a:pathLst>
            </a:custGeom>
            <a:solidFill>
              <a:srgbClr val="0057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7" name="Google Shape;1999;p46">
              <a:extLst>
                <a:ext uri="{FF2B5EF4-FFF2-40B4-BE49-F238E27FC236}">
                  <a16:creationId xmlns:a16="http://schemas.microsoft.com/office/drawing/2014/main" id="{8E44FCC3-7E97-4991-28AC-42597449604E}"/>
                </a:ext>
              </a:extLst>
            </p:cNvPr>
            <p:cNvSpPr/>
            <p:nvPr/>
          </p:nvSpPr>
          <p:spPr>
            <a:xfrm>
              <a:off x="6560554" y="3265916"/>
              <a:ext cx="293525" cy="131722"/>
            </a:xfrm>
            <a:custGeom>
              <a:avLst/>
              <a:gdLst/>
              <a:ahLst/>
              <a:cxnLst/>
              <a:rect l="l" t="t" r="r" b="b"/>
              <a:pathLst>
                <a:path w="129921" h="59098" extrusionOk="0">
                  <a:moveTo>
                    <a:pt x="0" y="0"/>
                  </a:moveTo>
                  <a:lnTo>
                    <a:pt x="129921" y="0"/>
                  </a:lnTo>
                  <a:lnTo>
                    <a:pt x="129921" y="59099"/>
                  </a:lnTo>
                  <a:lnTo>
                    <a:pt x="0" y="5909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8" name="Google Shape;2000;p46">
              <a:extLst>
                <a:ext uri="{FF2B5EF4-FFF2-40B4-BE49-F238E27FC236}">
                  <a16:creationId xmlns:a16="http://schemas.microsoft.com/office/drawing/2014/main" id="{3073C8D1-85C8-90F1-7CAD-9815F20B9F40}"/>
                </a:ext>
              </a:extLst>
            </p:cNvPr>
            <p:cNvSpPr/>
            <p:nvPr/>
          </p:nvSpPr>
          <p:spPr>
            <a:xfrm>
              <a:off x="6505003" y="3217555"/>
              <a:ext cx="399249" cy="57792"/>
            </a:xfrm>
            <a:custGeom>
              <a:avLst/>
              <a:gdLst/>
              <a:ahLst/>
              <a:cxnLst/>
              <a:rect l="l" t="t" r="r" b="b"/>
              <a:pathLst>
                <a:path w="176717" h="25929" extrusionOk="0">
                  <a:moveTo>
                    <a:pt x="163736" y="0"/>
                  </a:moveTo>
                  <a:lnTo>
                    <a:pt x="12982" y="0"/>
                  </a:lnTo>
                  <a:cubicBezTo>
                    <a:pt x="5845" y="0"/>
                    <a:pt x="0" y="5845"/>
                    <a:pt x="0" y="12982"/>
                  </a:cubicBezTo>
                  <a:lnTo>
                    <a:pt x="0" y="12982"/>
                  </a:lnTo>
                  <a:cubicBezTo>
                    <a:pt x="0" y="20119"/>
                    <a:pt x="5845" y="25930"/>
                    <a:pt x="12982" y="25930"/>
                  </a:cubicBezTo>
                  <a:lnTo>
                    <a:pt x="163736" y="25930"/>
                  </a:lnTo>
                  <a:cubicBezTo>
                    <a:pt x="170872" y="25930"/>
                    <a:pt x="176718" y="20085"/>
                    <a:pt x="176718" y="12948"/>
                  </a:cubicBezTo>
                  <a:lnTo>
                    <a:pt x="176718" y="12948"/>
                  </a:lnTo>
                  <a:cubicBezTo>
                    <a:pt x="176718" y="5811"/>
                    <a:pt x="170872" y="0"/>
                    <a:pt x="163736" y="0"/>
                  </a:cubicBezTo>
                  <a:close/>
                </a:path>
              </a:pathLst>
            </a:custGeom>
            <a:solidFill>
              <a:srgbClr val="0049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9" name="Google Shape;2001;p46">
              <a:extLst>
                <a:ext uri="{FF2B5EF4-FFF2-40B4-BE49-F238E27FC236}">
                  <a16:creationId xmlns:a16="http://schemas.microsoft.com/office/drawing/2014/main" id="{36FFD228-0CEE-2FA6-3BA7-6650564F4EBD}"/>
                </a:ext>
              </a:extLst>
            </p:cNvPr>
            <p:cNvSpPr/>
            <p:nvPr/>
          </p:nvSpPr>
          <p:spPr>
            <a:xfrm>
              <a:off x="6585756" y="3275998"/>
              <a:ext cx="19500" cy="73927"/>
            </a:xfrm>
            <a:custGeom>
              <a:avLst/>
              <a:gdLst/>
              <a:ahLst/>
              <a:cxnLst/>
              <a:rect l="l" t="t" r="r" b="b"/>
              <a:pathLst>
                <a:path w="8631" h="33168" extrusionOk="0">
                  <a:moveTo>
                    <a:pt x="0" y="0"/>
                  </a:moveTo>
                  <a:lnTo>
                    <a:pt x="8632" y="0"/>
                  </a:lnTo>
                  <a:lnTo>
                    <a:pt x="8632" y="33169"/>
                  </a:lnTo>
                  <a:lnTo>
                    <a:pt x="0" y="33169"/>
                  </a:lnTo>
                  <a:close/>
                </a:path>
              </a:pathLst>
            </a:custGeom>
            <a:solidFill>
              <a:srgbClr val="EFEFE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0" name="Google Shape;2002;p46">
              <a:extLst>
                <a:ext uri="{FF2B5EF4-FFF2-40B4-BE49-F238E27FC236}">
                  <a16:creationId xmlns:a16="http://schemas.microsoft.com/office/drawing/2014/main" id="{D39093B4-5D6D-D4E3-54CA-0C9CEBB0B7A3}"/>
                </a:ext>
              </a:extLst>
            </p:cNvPr>
            <p:cNvSpPr/>
            <p:nvPr/>
          </p:nvSpPr>
          <p:spPr>
            <a:xfrm>
              <a:off x="5614098" y="3274029"/>
              <a:ext cx="293602" cy="131722"/>
            </a:xfrm>
            <a:custGeom>
              <a:avLst/>
              <a:gdLst/>
              <a:ahLst/>
              <a:cxnLst/>
              <a:rect l="l" t="t" r="r" b="b"/>
              <a:pathLst>
                <a:path w="129955" h="59098" extrusionOk="0">
                  <a:moveTo>
                    <a:pt x="0" y="0"/>
                  </a:moveTo>
                  <a:lnTo>
                    <a:pt x="129955" y="0"/>
                  </a:lnTo>
                  <a:lnTo>
                    <a:pt x="129955" y="59099"/>
                  </a:lnTo>
                  <a:lnTo>
                    <a:pt x="0" y="5909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1" name="Google Shape;2003;p46">
              <a:extLst>
                <a:ext uri="{FF2B5EF4-FFF2-40B4-BE49-F238E27FC236}">
                  <a16:creationId xmlns:a16="http://schemas.microsoft.com/office/drawing/2014/main" id="{CB1012C7-5A33-D498-BF46-09E319AFE870}"/>
                </a:ext>
              </a:extLst>
            </p:cNvPr>
            <p:cNvSpPr/>
            <p:nvPr/>
          </p:nvSpPr>
          <p:spPr>
            <a:xfrm>
              <a:off x="5561313" y="3225667"/>
              <a:ext cx="399096" cy="57792"/>
            </a:xfrm>
            <a:custGeom>
              <a:avLst/>
              <a:gdLst/>
              <a:ahLst/>
              <a:cxnLst/>
              <a:rect l="l" t="t" r="r" b="b"/>
              <a:pathLst>
                <a:path w="176649" h="25929" extrusionOk="0">
                  <a:moveTo>
                    <a:pt x="12948" y="0"/>
                  </a:moveTo>
                  <a:lnTo>
                    <a:pt x="163702" y="0"/>
                  </a:lnTo>
                  <a:cubicBezTo>
                    <a:pt x="170838" y="0"/>
                    <a:pt x="176650" y="5811"/>
                    <a:pt x="176650" y="12948"/>
                  </a:cubicBezTo>
                  <a:lnTo>
                    <a:pt x="176650" y="12948"/>
                  </a:lnTo>
                  <a:cubicBezTo>
                    <a:pt x="176650" y="20085"/>
                    <a:pt x="170838" y="25930"/>
                    <a:pt x="163702" y="25930"/>
                  </a:cubicBezTo>
                  <a:lnTo>
                    <a:pt x="12948" y="25930"/>
                  </a:lnTo>
                  <a:cubicBezTo>
                    <a:pt x="5811" y="25930"/>
                    <a:pt x="0" y="20085"/>
                    <a:pt x="0" y="12948"/>
                  </a:cubicBezTo>
                  <a:lnTo>
                    <a:pt x="0" y="12948"/>
                  </a:lnTo>
                  <a:cubicBezTo>
                    <a:pt x="0" y="5811"/>
                    <a:pt x="5811" y="0"/>
                    <a:pt x="12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2" name="Google Shape;2004;p46">
              <a:extLst>
                <a:ext uri="{FF2B5EF4-FFF2-40B4-BE49-F238E27FC236}">
                  <a16:creationId xmlns:a16="http://schemas.microsoft.com/office/drawing/2014/main" id="{6F768690-47CB-D21F-F5E5-5CEC459AF5EC}"/>
                </a:ext>
              </a:extLst>
            </p:cNvPr>
            <p:cNvSpPr/>
            <p:nvPr/>
          </p:nvSpPr>
          <p:spPr>
            <a:xfrm>
              <a:off x="5209486" y="3358016"/>
              <a:ext cx="2082551" cy="864644"/>
            </a:xfrm>
            <a:custGeom>
              <a:avLst/>
              <a:gdLst/>
              <a:ahLst/>
              <a:cxnLst/>
              <a:rect l="l" t="t" r="r" b="b"/>
              <a:pathLst>
                <a:path w="921785" h="387929" extrusionOk="0">
                  <a:moveTo>
                    <a:pt x="38776" y="34"/>
                  </a:moveTo>
                  <a:lnTo>
                    <a:pt x="883010" y="34"/>
                  </a:lnTo>
                  <a:cubicBezTo>
                    <a:pt x="904420" y="34"/>
                    <a:pt x="921786" y="17400"/>
                    <a:pt x="921786" y="38810"/>
                  </a:cubicBezTo>
                  <a:lnTo>
                    <a:pt x="921786" y="349153"/>
                  </a:lnTo>
                  <a:cubicBezTo>
                    <a:pt x="921786" y="370563"/>
                    <a:pt x="904420" y="387929"/>
                    <a:pt x="883010" y="387929"/>
                  </a:cubicBezTo>
                  <a:lnTo>
                    <a:pt x="38776" y="387929"/>
                  </a:lnTo>
                  <a:cubicBezTo>
                    <a:pt x="17366" y="387929"/>
                    <a:pt x="0" y="370563"/>
                    <a:pt x="0" y="349153"/>
                  </a:cubicBezTo>
                  <a:lnTo>
                    <a:pt x="0" y="38776"/>
                  </a:lnTo>
                  <a:cubicBezTo>
                    <a:pt x="0" y="17366"/>
                    <a:pt x="17366" y="0"/>
                    <a:pt x="387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3" name="Google Shape;2005;p46">
              <a:extLst>
                <a:ext uri="{FF2B5EF4-FFF2-40B4-BE49-F238E27FC236}">
                  <a16:creationId xmlns:a16="http://schemas.microsoft.com/office/drawing/2014/main" id="{0E7BE766-17FD-3AD6-4700-C21890A53DE0}"/>
                </a:ext>
              </a:extLst>
            </p:cNvPr>
            <p:cNvSpPr/>
            <p:nvPr/>
          </p:nvSpPr>
          <p:spPr>
            <a:xfrm>
              <a:off x="5209486" y="3766512"/>
              <a:ext cx="2082628" cy="372973"/>
            </a:xfrm>
            <a:custGeom>
              <a:avLst/>
              <a:gdLst/>
              <a:ahLst/>
              <a:cxnLst/>
              <a:rect l="l" t="t" r="r" b="b"/>
              <a:pathLst>
                <a:path w="921819" h="167337" extrusionOk="0">
                  <a:moveTo>
                    <a:pt x="921786" y="0"/>
                  </a:moveTo>
                  <a:lnTo>
                    <a:pt x="921786" y="128528"/>
                  </a:lnTo>
                  <a:cubicBezTo>
                    <a:pt x="921786" y="149870"/>
                    <a:pt x="904318" y="167338"/>
                    <a:pt x="883010" y="167338"/>
                  </a:cubicBezTo>
                  <a:lnTo>
                    <a:pt x="38776" y="167338"/>
                  </a:lnTo>
                  <a:cubicBezTo>
                    <a:pt x="17434" y="167338"/>
                    <a:pt x="0" y="149870"/>
                    <a:pt x="0" y="128528"/>
                  </a:cubicBezTo>
                  <a:lnTo>
                    <a:pt x="0" y="0"/>
                  </a:lnTo>
                  <a:lnTo>
                    <a:pt x="921820" y="0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4" name="Google Shape;2006;p46">
              <a:extLst>
                <a:ext uri="{FF2B5EF4-FFF2-40B4-BE49-F238E27FC236}">
                  <a16:creationId xmlns:a16="http://schemas.microsoft.com/office/drawing/2014/main" id="{6F85FF5D-E289-B0ED-FE16-81F84EE5AB1E}"/>
                </a:ext>
              </a:extLst>
            </p:cNvPr>
            <p:cNvSpPr/>
            <p:nvPr/>
          </p:nvSpPr>
          <p:spPr>
            <a:xfrm>
              <a:off x="5209486" y="3358092"/>
              <a:ext cx="108411" cy="864644"/>
            </a:xfrm>
            <a:custGeom>
              <a:avLst/>
              <a:gdLst/>
              <a:ahLst/>
              <a:cxnLst/>
              <a:rect l="l" t="t" r="r" b="b"/>
              <a:pathLst>
                <a:path w="47985" h="387929" extrusionOk="0">
                  <a:moveTo>
                    <a:pt x="38776" y="0"/>
                  </a:moveTo>
                  <a:lnTo>
                    <a:pt x="47986" y="0"/>
                  </a:lnTo>
                  <a:lnTo>
                    <a:pt x="47986" y="387929"/>
                  </a:lnTo>
                  <a:lnTo>
                    <a:pt x="38776" y="387929"/>
                  </a:lnTo>
                  <a:cubicBezTo>
                    <a:pt x="17434" y="387929"/>
                    <a:pt x="0" y="370461"/>
                    <a:pt x="0" y="349153"/>
                  </a:cubicBezTo>
                  <a:lnTo>
                    <a:pt x="0" y="38810"/>
                  </a:lnTo>
                  <a:cubicBezTo>
                    <a:pt x="0" y="17468"/>
                    <a:pt x="17434" y="34"/>
                    <a:pt x="38776" y="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5" name="Google Shape;2007;p46">
              <a:extLst>
                <a:ext uri="{FF2B5EF4-FFF2-40B4-BE49-F238E27FC236}">
                  <a16:creationId xmlns:a16="http://schemas.microsoft.com/office/drawing/2014/main" id="{899AC533-843B-5F52-6B0F-3FCC2C430591}"/>
                </a:ext>
              </a:extLst>
            </p:cNvPr>
            <p:cNvSpPr/>
            <p:nvPr/>
          </p:nvSpPr>
          <p:spPr>
            <a:xfrm>
              <a:off x="5209486" y="3766512"/>
              <a:ext cx="108487" cy="372899"/>
            </a:xfrm>
            <a:custGeom>
              <a:avLst/>
              <a:gdLst/>
              <a:ahLst/>
              <a:cxnLst/>
              <a:rect l="l" t="t" r="r" b="b"/>
              <a:pathLst>
                <a:path w="48019" h="167304" extrusionOk="0">
                  <a:moveTo>
                    <a:pt x="47986" y="0"/>
                  </a:moveTo>
                  <a:lnTo>
                    <a:pt x="47986" y="167304"/>
                  </a:lnTo>
                  <a:lnTo>
                    <a:pt x="38776" y="167304"/>
                  </a:lnTo>
                  <a:cubicBezTo>
                    <a:pt x="17434" y="167304"/>
                    <a:pt x="0" y="149836"/>
                    <a:pt x="0" y="128528"/>
                  </a:cubicBezTo>
                  <a:lnTo>
                    <a:pt x="0" y="0"/>
                  </a:lnTo>
                  <a:lnTo>
                    <a:pt x="480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6" name="Google Shape;2008;p46">
              <a:extLst>
                <a:ext uri="{FF2B5EF4-FFF2-40B4-BE49-F238E27FC236}">
                  <a16:creationId xmlns:a16="http://schemas.microsoft.com/office/drawing/2014/main" id="{1C97D4E0-F75C-5EB2-709E-D987423B1030}"/>
                </a:ext>
              </a:extLst>
            </p:cNvPr>
            <p:cNvSpPr/>
            <p:nvPr/>
          </p:nvSpPr>
          <p:spPr>
            <a:xfrm>
              <a:off x="7185069" y="3358092"/>
              <a:ext cx="108411" cy="864644"/>
            </a:xfrm>
            <a:custGeom>
              <a:avLst/>
              <a:gdLst/>
              <a:ahLst/>
              <a:cxnLst/>
              <a:rect l="l" t="t" r="r" b="b"/>
              <a:pathLst>
                <a:path w="47985" h="387929" extrusionOk="0">
                  <a:moveTo>
                    <a:pt x="9210" y="387929"/>
                  </a:moveTo>
                  <a:lnTo>
                    <a:pt x="0" y="387929"/>
                  </a:lnTo>
                  <a:lnTo>
                    <a:pt x="0" y="0"/>
                  </a:lnTo>
                  <a:lnTo>
                    <a:pt x="9210" y="0"/>
                  </a:lnTo>
                  <a:cubicBezTo>
                    <a:pt x="30552" y="0"/>
                    <a:pt x="47986" y="17468"/>
                    <a:pt x="47986" y="38776"/>
                  </a:cubicBezTo>
                  <a:lnTo>
                    <a:pt x="47986" y="349119"/>
                  </a:lnTo>
                  <a:cubicBezTo>
                    <a:pt x="47986" y="370461"/>
                    <a:pt x="30518" y="387895"/>
                    <a:pt x="9210" y="3878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7" name="Google Shape;2009;p46">
              <a:extLst>
                <a:ext uri="{FF2B5EF4-FFF2-40B4-BE49-F238E27FC236}">
                  <a16:creationId xmlns:a16="http://schemas.microsoft.com/office/drawing/2014/main" id="{41E19C27-6E02-F36F-1C6A-6947BE15FB68}"/>
                </a:ext>
              </a:extLst>
            </p:cNvPr>
            <p:cNvSpPr/>
            <p:nvPr/>
          </p:nvSpPr>
          <p:spPr>
            <a:xfrm>
              <a:off x="7185069" y="3766588"/>
              <a:ext cx="108487" cy="372897"/>
            </a:xfrm>
            <a:custGeom>
              <a:avLst/>
              <a:gdLst/>
              <a:ahLst/>
              <a:cxnLst/>
              <a:rect l="l" t="t" r="r" b="b"/>
              <a:pathLst>
                <a:path w="48019" h="167303" extrusionOk="0">
                  <a:moveTo>
                    <a:pt x="9210" y="167304"/>
                  </a:moveTo>
                  <a:lnTo>
                    <a:pt x="0" y="167304"/>
                  </a:lnTo>
                  <a:lnTo>
                    <a:pt x="0" y="0"/>
                  </a:lnTo>
                  <a:lnTo>
                    <a:pt x="48020" y="0"/>
                  </a:lnTo>
                  <a:lnTo>
                    <a:pt x="48020" y="128528"/>
                  </a:lnTo>
                  <a:cubicBezTo>
                    <a:pt x="48020" y="149870"/>
                    <a:pt x="30552" y="167304"/>
                    <a:pt x="9244" y="1673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8" name="Google Shape;2010;p46">
              <a:extLst>
                <a:ext uri="{FF2B5EF4-FFF2-40B4-BE49-F238E27FC236}">
                  <a16:creationId xmlns:a16="http://schemas.microsoft.com/office/drawing/2014/main" id="{AC252D2B-D115-7D73-D557-AB7432C6B99F}"/>
                </a:ext>
              </a:extLst>
            </p:cNvPr>
            <p:cNvSpPr/>
            <p:nvPr/>
          </p:nvSpPr>
          <p:spPr>
            <a:xfrm>
              <a:off x="5341874" y="3457771"/>
              <a:ext cx="1750713" cy="74988"/>
            </a:xfrm>
            <a:custGeom>
              <a:avLst/>
              <a:gdLst/>
              <a:ahLst/>
              <a:cxnLst/>
              <a:rect l="l" t="t" r="r" b="b"/>
              <a:pathLst>
                <a:path w="774906" h="33644" extrusionOk="0">
                  <a:moveTo>
                    <a:pt x="16822" y="0"/>
                  </a:moveTo>
                  <a:lnTo>
                    <a:pt x="758084" y="0"/>
                  </a:lnTo>
                  <a:cubicBezTo>
                    <a:pt x="767328" y="0"/>
                    <a:pt x="774907" y="7578"/>
                    <a:pt x="774907" y="16822"/>
                  </a:cubicBezTo>
                  <a:lnTo>
                    <a:pt x="774907" y="16822"/>
                  </a:lnTo>
                  <a:cubicBezTo>
                    <a:pt x="774907" y="26066"/>
                    <a:pt x="767328" y="33644"/>
                    <a:pt x="758084" y="33644"/>
                  </a:cubicBezTo>
                  <a:lnTo>
                    <a:pt x="16822" y="33644"/>
                  </a:lnTo>
                  <a:cubicBezTo>
                    <a:pt x="7545" y="33644"/>
                    <a:pt x="0" y="26066"/>
                    <a:pt x="0" y="16822"/>
                  </a:cubicBezTo>
                  <a:lnTo>
                    <a:pt x="0" y="16822"/>
                  </a:lnTo>
                  <a:cubicBezTo>
                    <a:pt x="0" y="7578"/>
                    <a:pt x="7579" y="0"/>
                    <a:pt x="16822" y="0"/>
                  </a:cubicBezTo>
                  <a:close/>
                </a:path>
              </a:pathLst>
            </a:custGeom>
            <a:solidFill>
              <a:srgbClr val="EFEFE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9" name="Google Shape;2011;p46">
              <a:extLst>
                <a:ext uri="{FF2B5EF4-FFF2-40B4-BE49-F238E27FC236}">
                  <a16:creationId xmlns:a16="http://schemas.microsoft.com/office/drawing/2014/main" id="{04502BCB-FEAD-81DC-5E17-3F73CABCE63E}"/>
                </a:ext>
              </a:extLst>
            </p:cNvPr>
            <p:cNvSpPr/>
            <p:nvPr/>
          </p:nvSpPr>
          <p:spPr>
            <a:xfrm>
              <a:off x="5639301" y="3284111"/>
              <a:ext cx="19500" cy="73927"/>
            </a:xfrm>
            <a:custGeom>
              <a:avLst/>
              <a:gdLst/>
              <a:ahLst/>
              <a:cxnLst/>
              <a:rect l="l" t="t" r="r" b="b"/>
              <a:pathLst>
                <a:path w="8631" h="33168" extrusionOk="0">
                  <a:moveTo>
                    <a:pt x="0" y="0"/>
                  </a:moveTo>
                  <a:lnTo>
                    <a:pt x="8632" y="0"/>
                  </a:lnTo>
                  <a:lnTo>
                    <a:pt x="8632" y="33168"/>
                  </a:lnTo>
                  <a:lnTo>
                    <a:pt x="0" y="33168"/>
                  </a:lnTo>
                  <a:close/>
                </a:path>
              </a:pathLst>
            </a:custGeom>
            <a:solidFill>
              <a:srgbClr val="EFEFE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70" name="Google Shape;2012;p46">
              <a:extLst>
                <a:ext uri="{FF2B5EF4-FFF2-40B4-BE49-F238E27FC236}">
                  <a16:creationId xmlns:a16="http://schemas.microsoft.com/office/drawing/2014/main" id="{5D233077-10CB-3423-2997-ECC74CFE5A46}"/>
                </a:ext>
              </a:extLst>
            </p:cNvPr>
            <p:cNvGrpSpPr/>
            <p:nvPr/>
          </p:nvGrpSpPr>
          <p:grpSpPr>
            <a:xfrm>
              <a:off x="5448213" y="3766512"/>
              <a:ext cx="1606620" cy="675315"/>
              <a:chOff x="4439952" y="2779427"/>
              <a:chExt cx="710608" cy="302764"/>
            </a:xfrm>
          </p:grpSpPr>
          <p:sp>
            <p:nvSpPr>
              <p:cNvPr id="2162" name="Google Shape;2013;p46">
                <a:extLst>
                  <a:ext uri="{FF2B5EF4-FFF2-40B4-BE49-F238E27FC236}">
                    <a16:creationId xmlns:a16="http://schemas.microsoft.com/office/drawing/2014/main" id="{7381FD56-3B80-58C3-5257-0ED12BB1CBE9}"/>
                  </a:ext>
                </a:extLst>
              </p:cNvPr>
              <p:cNvSpPr/>
              <p:nvPr/>
            </p:nvSpPr>
            <p:spPr>
              <a:xfrm>
                <a:off x="4439952" y="2779427"/>
                <a:ext cx="71060" cy="286520"/>
              </a:xfrm>
              <a:custGeom>
                <a:avLst/>
                <a:gdLst/>
                <a:ahLst/>
                <a:cxnLst/>
                <a:rect l="l" t="t" r="r" b="b"/>
                <a:pathLst>
                  <a:path w="71060" h="286520" extrusionOk="0">
                    <a:moveTo>
                      <a:pt x="0" y="0"/>
                    </a:moveTo>
                    <a:lnTo>
                      <a:pt x="71061" y="0"/>
                    </a:lnTo>
                    <a:lnTo>
                      <a:pt x="71061" y="286520"/>
                    </a:lnTo>
                    <a:lnTo>
                      <a:pt x="0" y="2865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3" name="Google Shape;2014;p46">
                <a:extLst>
                  <a:ext uri="{FF2B5EF4-FFF2-40B4-BE49-F238E27FC236}">
                    <a16:creationId xmlns:a16="http://schemas.microsoft.com/office/drawing/2014/main" id="{2798D554-09B6-B96E-0D4E-759753D4E62E}"/>
                  </a:ext>
                </a:extLst>
              </p:cNvPr>
              <p:cNvSpPr/>
              <p:nvPr/>
            </p:nvSpPr>
            <p:spPr>
              <a:xfrm>
                <a:off x="5079499" y="2795671"/>
                <a:ext cx="71060" cy="286520"/>
              </a:xfrm>
              <a:custGeom>
                <a:avLst/>
                <a:gdLst/>
                <a:ahLst/>
                <a:cxnLst/>
                <a:rect l="l" t="t" r="r" b="b"/>
                <a:pathLst>
                  <a:path w="71060" h="286520" extrusionOk="0">
                    <a:moveTo>
                      <a:pt x="0" y="0"/>
                    </a:moveTo>
                    <a:lnTo>
                      <a:pt x="71061" y="0"/>
                    </a:lnTo>
                    <a:lnTo>
                      <a:pt x="71061" y="286520"/>
                    </a:lnTo>
                    <a:lnTo>
                      <a:pt x="0" y="2865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4" name="Google Shape;2015;p46">
                <a:extLst>
                  <a:ext uri="{FF2B5EF4-FFF2-40B4-BE49-F238E27FC236}">
                    <a16:creationId xmlns:a16="http://schemas.microsoft.com/office/drawing/2014/main" id="{2D61E9AF-F13A-99EA-AA92-B27F9A09910C}"/>
                  </a:ext>
                </a:extLst>
              </p:cNvPr>
              <p:cNvSpPr/>
              <p:nvPr/>
            </p:nvSpPr>
            <p:spPr>
              <a:xfrm>
                <a:off x="4439952" y="3018743"/>
                <a:ext cx="710608" cy="63448"/>
              </a:xfrm>
              <a:custGeom>
                <a:avLst/>
                <a:gdLst/>
                <a:ahLst/>
                <a:cxnLst/>
                <a:rect l="l" t="t" r="r" b="b"/>
                <a:pathLst>
                  <a:path w="710608" h="63448" extrusionOk="0">
                    <a:moveTo>
                      <a:pt x="0" y="0"/>
                    </a:moveTo>
                    <a:lnTo>
                      <a:pt x="710608" y="0"/>
                    </a:lnTo>
                    <a:lnTo>
                      <a:pt x="710608" y="63448"/>
                    </a:lnTo>
                    <a:lnTo>
                      <a:pt x="0" y="6344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71" name="Google Shape;2016;p46">
              <a:extLst>
                <a:ext uri="{FF2B5EF4-FFF2-40B4-BE49-F238E27FC236}">
                  <a16:creationId xmlns:a16="http://schemas.microsoft.com/office/drawing/2014/main" id="{1DDC00C5-C095-4D7B-E443-A9536EE2DEA2}"/>
                </a:ext>
              </a:extLst>
            </p:cNvPr>
            <p:cNvSpPr/>
            <p:nvPr/>
          </p:nvSpPr>
          <p:spPr>
            <a:xfrm>
              <a:off x="5447137" y="3695259"/>
              <a:ext cx="162771" cy="142403"/>
            </a:xfrm>
            <a:custGeom>
              <a:avLst/>
              <a:gdLst/>
              <a:ahLst/>
              <a:cxnLst/>
              <a:rect l="l" t="t" r="r" b="b"/>
              <a:pathLst>
                <a:path w="72046" h="63890" extrusionOk="0">
                  <a:moveTo>
                    <a:pt x="36023" y="63890"/>
                  </a:moveTo>
                  <a:cubicBezTo>
                    <a:pt x="55870" y="63890"/>
                    <a:pt x="72046" y="49549"/>
                    <a:pt x="72046" y="31945"/>
                  </a:cubicBezTo>
                  <a:cubicBezTo>
                    <a:pt x="72046" y="14341"/>
                    <a:pt x="55870" y="0"/>
                    <a:pt x="36023" y="0"/>
                  </a:cubicBezTo>
                  <a:cubicBezTo>
                    <a:pt x="16176" y="0"/>
                    <a:pt x="0" y="14375"/>
                    <a:pt x="0" y="31945"/>
                  </a:cubicBezTo>
                  <a:cubicBezTo>
                    <a:pt x="0" y="49515"/>
                    <a:pt x="16176" y="63890"/>
                    <a:pt x="36023" y="6389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2" name="Google Shape;2017;p46">
              <a:extLst>
                <a:ext uri="{FF2B5EF4-FFF2-40B4-BE49-F238E27FC236}">
                  <a16:creationId xmlns:a16="http://schemas.microsoft.com/office/drawing/2014/main" id="{27E364B5-CF4A-59BF-97C1-31FC82566290}"/>
                </a:ext>
              </a:extLst>
            </p:cNvPr>
            <p:cNvSpPr/>
            <p:nvPr/>
          </p:nvSpPr>
          <p:spPr>
            <a:xfrm>
              <a:off x="6891944" y="3731567"/>
              <a:ext cx="162771" cy="142403"/>
            </a:xfrm>
            <a:custGeom>
              <a:avLst/>
              <a:gdLst/>
              <a:ahLst/>
              <a:cxnLst/>
              <a:rect l="l" t="t" r="r" b="b"/>
              <a:pathLst>
                <a:path w="72046" h="63890" extrusionOk="0">
                  <a:moveTo>
                    <a:pt x="36023" y="63890"/>
                  </a:moveTo>
                  <a:cubicBezTo>
                    <a:pt x="55870" y="63890"/>
                    <a:pt x="72046" y="49549"/>
                    <a:pt x="72046" y="31945"/>
                  </a:cubicBezTo>
                  <a:cubicBezTo>
                    <a:pt x="72046" y="14341"/>
                    <a:pt x="55870" y="0"/>
                    <a:pt x="36023" y="0"/>
                  </a:cubicBezTo>
                  <a:cubicBezTo>
                    <a:pt x="16176" y="0"/>
                    <a:pt x="0" y="14341"/>
                    <a:pt x="0" y="31945"/>
                  </a:cubicBezTo>
                  <a:cubicBezTo>
                    <a:pt x="0" y="49549"/>
                    <a:pt x="16176" y="63890"/>
                    <a:pt x="36023" y="6389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73" name="Google Shape;2018;p46">
              <a:extLst>
                <a:ext uri="{FF2B5EF4-FFF2-40B4-BE49-F238E27FC236}">
                  <a16:creationId xmlns:a16="http://schemas.microsoft.com/office/drawing/2014/main" id="{8B602619-C05B-A3E6-3601-99A9C39916F4}"/>
                </a:ext>
              </a:extLst>
            </p:cNvPr>
            <p:cNvGrpSpPr/>
            <p:nvPr/>
          </p:nvGrpSpPr>
          <p:grpSpPr>
            <a:xfrm>
              <a:off x="7441352" y="1284942"/>
              <a:ext cx="513089" cy="975768"/>
              <a:chOff x="4380117" y="1824165"/>
              <a:chExt cx="226939" cy="437466"/>
            </a:xfrm>
          </p:grpSpPr>
          <p:sp>
            <p:nvSpPr>
              <p:cNvPr id="2145" name="Google Shape;2019;p46">
                <a:extLst>
                  <a:ext uri="{FF2B5EF4-FFF2-40B4-BE49-F238E27FC236}">
                    <a16:creationId xmlns:a16="http://schemas.microsoft.com/office/drawing/2014/main" id="{8E354ED5-9B4E-5B19-9AC6-F1C3F3BFD9D7}"/>
                  </a:ext>
                </a:extLst>
              </p:cNvPr>
              <p:cNvSpPr/>
              <p:nvPr/>
            </p:nvSpPr>
            <p:spPr>
              <a:xfrm>
                <a:off x="4469971" y="2216942"/>
                <a:ext cx="57501" cy="44689"/>
              </a:xfrm>
              <a:custGeom>
                <a:avLst/>
                <a:gdLst/>
                <a:ahLst/>
                <a:cxnLst/>
                <a:rect l="l" t="t" r="r" b="b"/>
                <a:pathLst>
                  <a:path w="57501" h="44689" extrusionOk="0">
                    <a:moveTo>
                      <a:pt x="57501" y="0"/>
                    </a:moveTo>
                    <a:lnTo>
                      <a:pt x="0" y="0"/>
                    </a:lnTo>
                    <a:lnTo>
                      <a:pt x="18487" y="44689"/>
                    </a:lnTo>
                    <a:lnTo>
                      <a:pt x="38776" y="44689"/>
                    </a:lnTo>
                    <a:lnTo>
                      <a:pt x="575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6" name="Google Shape;2020;p46">
                <a:extLst>
                  <a:ext uri="{FF2B5EF4-FFF2-40B4-BE49-F238E27FC236}">
                    <a16:creationId xmlns:a16="http://schemas.microsoft.com/office/drawing/2014/main" id="{B4AB7D16-4EED-8A1A-E9D5-3365A970DBE0}"/>
                  </a:ext>
                </a:extLst>
              </p:cNvPr>
              <p:cNvSpPr/>
              <p:nvPr/>
            </p:nvSpPr>
            <p:spPr>
              <a:xfrm>
                <a:off x="4496614" y="2025306"/>
                <a:ext cx="110442" cy="191602"/>
              </a:xfrm>
              <a:custGeom>
                <a:avLst/>
                <a:gdLst/>
                <a:ahLst/>
                <a:cxnLst/>
                <a:rect l="l" t="t" r="r" b="b"/>
                <a:pathLst>
                  <a:path w="110442" h="191602" extrusionOk="0">
                    <a:moveTo>
                      <a:pt x="48054" y="0"/>
                    </a:moveTo>
                    <a:cubicBezTo>
                      <a:pt x="48054" y="0"/>
                      <a:pt x="106234" y="59574"/>
                      <a:pt x="110279" y="62973"/>
                    </a:cubicBezTo>
                    <a:cubicBezTo>
                      <a:pt x="114323" y="66337"/>
                      <a:pt x="41937" y="191603"/>
                      <a:pt x="41937" y="191603"/>
                    </a:cubicBezTo>
                    <a:lnTo>
                      <a:pt x="0" y="191603"/>
                    </a:lnTo>
                    <a:lnTo>
                      <a:pt x="0" y="8564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7" name="Google Shape;2021;p46">
                <a:extLst>
                  <a:ext uri="{FF2B5EF4-FFF2-40B4-BE49-F238E27FC236}">
                    <a16:creationId xmlns:a16="http://schemas.microsoft.com/office/drawing/2014/main" id="{EDC6582B-20A2-DE0A-B48A-47DB1CEBA93B}"/>
                  </a:ext>
                </a:extLst>
              </p:cNvPr>
              <p:cNvSpPr/>
              <p:nvPr/>
            </p:nvSpPr>
            <p:spPr>
              <a:xfrm>
                <a:off x="4388719" y="2025306"/>
                <a:ext cx="110410" cy="191602"/>
              </a:xfrm>
              <a:custGeom>
                <a:avLst/>
                <a:gdLst/>
                <a:ahLst/>
                <a:cxnLst/>
                <a:rect l="l" t="t" r="r" b="b"/>
                <a:pathLst>
                  <a:path w="110410" h="191602" extrusionOk="0">
                    <a:moveTo>
                      <a:pt x="62391" y="0"/>
                    </a:moveTo>
                    <a:cubicBezTo>
                      <a:pt x="62391" y="0"/>
                      <a:pt x="4210" y="59574"/>
                      <a:pt x="166" y="62973"/>
                    </a:cubicBezTo>
                    <a:cubicBezTo>
                      <a:pt x="-3912" y="66337"/>
                      <a:pt x="68474" y="191603"/>
                      <a:pt x="68474" y="191603"/>
                    </a:cubicBezTo>
                    <a:lnTo>
                      <a:pt x="110410" y="191603"/>
                    </a:lnTo>
                    <a:lnTo>
                      <a:pt x="110410" y="8564"/>
                    </a:lnTo>
                    <a:lnTo>
                      <a:pt x="6239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8" name="Google Shape;2022;p46">
                <a:extLst>
                  <a:ext uri="{FF2B5EF4-FFF2-40B4-BE49-F238E27FC236}">
                    <a16:creationId xmlns:a16="http://schemas.microsoft.com/office/drawing/2014/main" id="{4B3D9E21-36EA-DC2C-4C01-2D0AA4E6D7F2}"/>
                  </a:ext>
                </a:extLst>
              </p:cNvPr>
              <p:cNvSpPr/>
              <p:nvPr/>
            </p:nvSpPr>
            <p:spPr>
              <a:xfrm>
                <a:off x="4381340" y="1840704"/>
                <a:ext cx="156938" cy="181135"/>
              </a:xfrm>
              <a:custGeom>
                <a:avLst/>
                <a:gdLst/>
                <a:ahLst/>
                <a:cxnLst/>
                <a:rect l="l" t="t" r="r" b="b"/>
                <a:pathLst>
                  <a:path w="156938" h="181135" extrusionOk="0">
                    <a:moveTo>
                      <a:pt x="0" y="0"/>
                    </a:moveTo>
                    <a:lnTo>
                      <a:pt x="20152" y="0"/>
                    </a:lnTo>
                    <a:cubicBezTo>
                      <a:pt x="95359" y="0"/>
                      <a:pt x="156939" y="61545"/>
                      <a:pt x="156939" y="136786"/>
                    </a:cubicBezTo>
                    <a:lnTo>
                      <a:pt x="156939" y="181136"/>
                    </a:lnTo>
                    <a:lnTo>
                      <a:pt x="82309" y="181136"/>
                    </a:lnTo>
                    <a:lnTo>
                      <a:pt x="82309" y="162478"/>
                    </a:lnTo>
                    <a:cubicBezTo>
                      <a:pt x="82309" y="94646"/>
                      <a:pt x="48733" y="70143"/>
                      <a:pt x="34" y="71741"/>
                    </a:cubicBez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9" name="Google Shape;2023;p46">
                <a:extLst>
                  <a:ext uri="{FF2B5EF4-FFF2-40B4-BE49-F238E27FC236}">
                    <a16:creationId xmlns:a16="http://schemas.microsoft.com/office/drawing/2014/main" id="{63770465-7B69-9CAF-0A1F-7E9900B0DEA5}"/>
                  </a:ext>
                </a:extLst>
              </p:cNvPr>
              <p:cNvSpPr/>
              <p:nvPr/>
            </p:nvSpPr>
            <p:spPr>
              <a:xfrm>
                <a:off x="4432079" y="2021024"/>
                <a:ext cx="132436" cy="23721"/>
              </a:xfrm>
              <a:custGeom>
                <a:avLst/>
                <a:gdLst/>
                <a:ahLst/>
                <a:cxnLst/>
                <a:rect l="l" t="t" r="r" b="b"/>
                <a:pathLst>
                  <a:path w="132436" h="23721" extrusionOk="0">
                    <a:moveTo>
                      <a:pt x="0" y="23721"/>
                    </a:moveTo>
                    <a:lnTo>
                      <a:pt x="0" y="11861"/>
                    </a:lnTo>
                    <a:cubicBezTo>
                      <a:pt x="0" y="5336"/>
                      <a:pt x="5336" y="0"/>
                      <a:pt x="11860" y="0"/>
                    </a:cubicBezTo>
                    <a:lnTo>
                      <a:pt x="120576" y="0"/>
                    </a:lnTo>
                    <a:cubicBezTo>
                      <a:pt x="127101" y="0"/>
                      <a:pt x="132436" y="5336"/>
                      <a:pt x="132436" y="11861"/>
                    </a:cubicBezTo>
                    <a:lnTo>
                      <a:pt x="132436" y="23721"/>
                    </a:lnTo>
                    <a:lnTo>
                      <a:pt x="0" y="2372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0" name="Google Shape;2024;p46">
                <a:extLst>
                  <a:ext uri="{FF2B5EF4-FFF2-40B4-BE49-F238E27FC236}">
                    <a16:creationId xmlns:a16="http://schemas.microsoft.com/office/drawing/2014/main" id="{F6D022CA-BAAE-68DE-E7BE-AE271FCFF5B7}"/>
                  </a:ext>
                </a:extLst>
              </p:cNvPr>
              <p:cNvSpPr/>
              <p:nvPr/>
            </p:nvSpPr>
            <p:spPr>
              <a:xfrm>
                <a:off x="4493284" y="2021024"/>
                <a:ext cx="71230" cy="23721"/>
              </a:xfrm>
              <a:custGeom>
                <a:avLst/>
                <a:gdLst/>
                <a:ahLst/>
                <a:cxnLst/>
                <a:rect l="l" t="t" r="r" b="b"/>
                <a:pathLst>
                  <a:path w="71230" h="23721" extrusionOk="0">
                    <a:moveTo>
                      <a:pt x="0" y="0"/>
                    </a:moveTo>
                    <a:lnTo>
                      <a:pt x="59370" y="0"/>
                    </a:lnTo>
                    <a:cubicBezTo>
                      <a:pt x="65895" y="0"/>
                      <a:pt x="71231" y="5336"/>
                      <a:pt x="71231" y="11861"/>
                    </a:cubicBezTo>
                    <a:lnTo>
                      <a:pt x="71231" y="23721"/>
                    </a:lnTo>
                    <a:lnTo>
                      <a:pt x="0" y="237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1" name="Google Shape;2025;p46">
                <a:extLst>
                  <a:ext uri="{FF2B5EF4-FFF2-40B4-BE49-F238E27FC236}">
                    <a16:creationId xmlns:a16="http://schemas.microsoft.com/office/drawing/2014/main" id="{C10A0801-BE59-B1AD-BF7A-8D3CC4A5C207}"/>
                  </a:ext>
                </a:extLst>
              </p:cNvPr>
              <p:cNvSpPr/>
              <p:nvPr/>
            </p:nvSpPr>
            <p:spPr>
              <a:xfrm>
                <a:off x="4453489" y="2009877"/>
                <a:ext cx="99131" cy="11248"/>
              </a:xfrm>
              <a:custGeom>
                <a:avLst/>
                <a:gdLst/>
                <a:ahLst/>
                <a:cxnLst/>
                <a:rect l="l" t="t" r="r" b="b"/>
                <a:pathLst>
                  <a:path w="99131" h="11248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15" y="11249"/>
                      <a:pt x="5607" y="11249"/>
                    </a:cubicBezTo>
                    <a:lnTo>
                      <a:pt x="93524" y="11249"/>
                    </a:lnTo>
                    <a:cubicBezTo>
                      <a:pt x="96617" y="11249"/>
                      <a:pt x="99131" y="8700"/>
                      <a:pt x="99131" y="5607"/>
                    </a:cubicBezTo>
                    <a:lnTo>
                      <a:pt x="99131" y="5607"/>
                    </a:lnTo>
                    <a:cubicBezTo>
                      <a:pt x="99131" y="2515"/>
                      <a:pt x="96583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2" name="Google Shape;2026;p46">
                <a:extLst>
                  <a:ext uri="{FF2B5EF4-FFF2-40B4-BE49-F238E27FC236}">
                    <a16:creationId xmlns:a16="http://schemas.microsoft.com/office/drawing/2014/main" id="{AC21F0C5-FE1C-55B1-22D0-D5B7FFEDAFFF}"/>
                  </a:ext>
                </a:extLst>
              </p:cNvPr>
              <p:cNvSpPr/>
              <p:nvPr/>
            </p:nvSpPr>
            <p:spPr>
              <a:xfrm>
                <a:off x="4451585" y="1992137"/>
                <a:ext cx="99199" cy="11248"/>
              </a:xfrm>
              <a:custGeom>
                <a:avLst/>
                <a:gdLst/>
                <a:ahLst/>
                <a:cxnLst/>
                <a:rect l="l" t="t" r="r" b="b"/>
                <a:pathLst>
                  <a:path w="99199" h="11248" extrusionOk="0">
                    <a:moveTo>
                      <a:pt x="93558" y="34"/>
                    </a:moveTo>
                    <a:lnTo>
                      <a:pt x="5641" y="34"/>
                    </a:lnTo>
                    <a:cubicBezTo>
                      <a:pt x="2549" y="34"/>
                      <a:pt x="0" y="2549"/>
                      <a:pt x="0" y="5641"/>
                    </a:cubicBezTo>
                    <a:lnTo>
                      <a:pt x="0" y="5641"/>
                    </a:lnTo>
                    <a:cubicBezTo>
                      <a:pt x="0" y="8734"/>
                      <a:pt x="2549" y="11249"/>
                      <a:pt x="5641" y="11249"/>
                    </a:cubicBezTo>
                    <a:lnTo>
                      <a:pt x="93558" y="11249"/>
                    </a:lnTo>
                    <a:cubicBezTo>
                      <a:pt x="96651" y="11249"/>
                      <a:pt x="99200" y="8700"/>
                      <a:pt x="99200" y="5607"/>
                    </a:cubicBezTo>
                    <a:lnTo>
                      <a:pt x="99200" y="5607"/>
                    </a:lnTo>
                    <a:cubicBezTo>
                      <a:pt x="99200" y="2515"/>
                      <a:pt x="96685" y="0"/>
                      <a:pt x="935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3" name="Google Shape;2027;p46">
                <a:extLst>
                  <a:ext uri="{FF2B5EF4-FFF2-40B4-BE49-F238E27FC236}">
                    <a16:creationId xmlns:a16="http://schemas.microsoft.com/office/drawing/2014/main" id="{9D33691A-DAA0-C432-2F1B-2C9E8605B6B2}"/>
                  </a:ext>
                </a:extLst>
              </p:cNvPr>
              <p:cNvSpPr/>
              <p:nvPr/>
            </p:nvSpPr>
            <p:spPr>
              <a:xfrm>
                <a:off x="4449751" y="1974466"/>
                <a:ext cx="99165" cy="11214"/>
              </a:xfrm>
              <a:custGeom>
                <a:avLst/>
                <a:gdLst/>
                <a:ahLst/>
                <a:cxnLst/>
                <a:rect l="l" t="t" r="r" b="b"/>
                <a:pathLst>
                  <a:path w="99165" h="11214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15" y="11215"/>
                      <a:pt x="5607" y="11215"/>
                    </a:cubicBezTo>
                    <a:lnTo>
                      <a:pt x="93524" y="11215"/>
                    </a:lnTo>
                    <a:cubicBezTo>
                      <a:pt x="96617" y="11215"/>
                      <a:pt x="99165" y="8666"/>
                      <a:pt x="99165" y="5607"/>
                    </a:cubicBezTo>
                    <a:lnTo>
                      <a:pt x="99165" y="5607"/>
                    </a:lnTo>
                    <a:cubicBezTo>
                      <a:pt x="99165" y="2515"/>
                      <a:pt x="96651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4" name="Google Shape;2028;p46">
                <a:extLst>
                  <a:ext uri="{FF2B5EF4-FFF2-40B4-BE49-F238E27FC236}">
                    <a16:creationId xmlns:a16="http://schemas.microsoft.com/office/drawing/2014/main" id="{C582FF2D-EFC3-FF2A-17EA-02F35628A468}"/>
                  </a:ext>
                </a:extLst>
              </p:cNvPr>
              <p:cNvSpPr/>
              <p:nvPr/>
            </p:nvSpPr>
            <p:spPr>
              <a:xfrm>
                <a:off x="4447881" y="1956760"/>
                <a:ext cx="99131" cy="11214"/>
              </a:xfrm>
              <a:custGeom>
                <a:avLst/>
                <a:gdLst/>
                <a:ahLst/>
                <a:cxnLst/>
                <a:rect l="l" t="t" r="r" b="b"/>
                <a:pathLst>
                  <a:path w="99131" h="11214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49" y="11215"/>
                      <a:pt x="5607" y="11215"/>
                    </a:cubicBezTo>
                    <a:lnTo>
                      <a:pt x="93524" y="11215"/>
                    </a:lnTo>
                    <a:cubicBezTo>
                      <a:pt x="96617" y="11215"/>
                      <a:pt x="99132" y="8700"/>
                      <a:pt x="99132" y="5607"/>
                    </a:cubicBezTo>
                    <a:lnTo>
                      <a:pt x="99132" y="5607"/>
                    </a:lnTo>
                    <a:cubicBezTo>
                      <a:pt x="99132" y="2515"/>
                      <a:pt x="96617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5" name="Google Shape;2029;p46">
                <a:extLst>
                  <a:ext uri="{FF2B5EF4-FFF2-40B4-BE49-F238E27FC236}">
                    <a16:creationId xmlns:a16="http://schemas.microsoft.com/office/drawing/2014/main" id="{A6907D3F-61A8-B500-DCEE-80DDEE418346}"/>
                  </a:ext>
                </a:extLst>
              </p:cNvPr>
              <p:cNvSpPr/>
              <p:nvPr/>
            </p:nvSpPr>
            <p:spPr>
              <a:xfrm>
                <a:off x="4446074" y="1936907"/>
                <a:ext cx="99074" cy="15507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15507" extrusionOk="0">
                    <a:moveTo>
                      <a:pt x="93156" y="6"/>
                    </a:moveTo>
                    <a:lnTo>
                      <a:pt x="5341" y="4288"/>
                    </a:lnTo>
                    <a:cubicBezTo>
                      <a:pt x="2249" y="4424"/>
                      <a:pt x="-130" y="7074"/>
                      <a:pt x="6" y="10167"/>
                    </a:cubicBezTo>
                    <a:lnTo>
                      <a:pt x="6" y="10167"/>
                    </a:lnTo>
                    <a:cubicBezTo>
                      <a:pt x="142" y="13259"/>
                      <a:pt x="2792" y="15638"/>
                      <a:pt x="5885" y="15502"/>
                    </a:cubicBezTo>
                    <a:lnTo>
                      <a:pt x="93734" y="11220"/>
                    </a:lnTo>
                    <a:cubicBezTo>
                      <a:pt x="96826" y="11084"/>
                      <a:pt x="99205" y="8434"/>
                      <a:pt x="99069" y="5341"/>
                    </a:cubicBezTo>
                    <a:lnTo>
                      <a:pt x="99069" y="5341"/>
                    </a:lnTo>
                    <a:cubicBezTo>
                      <a:pt x="98899" y="2249"/>
                      <a:pt x="96283" y="-130"/>
                      <a:pt x="93190" y="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6" name="Google Shape;2030;p46">
                <a:extLst>
                  <a:ext uri="{FF2B5EF4-FFF2-40B4-BE49-F238E27FC236}">
                    <a16:creationId xmlns:a16="http://schemas.microsoft.com/office/drawing/2014/main" id="{649B906B-66FD-EB40-8875-7D6B6CEB7E16}"/>
                  </a:ext>
                </a:extLst>
              </p:cNvPr>
              <p:cNvSpPr/>
              <p:nvPr/>
            </p:nvSpPr>
            <p:spPr>
              <a:xfrm>
                <a:off x="4437315" y="1910952"/>
                <a:ext cx="97595" cy="27725"/>
              </a:xfrm>
              <a:custGeom>
                <a:avLst/>
                <a:gdLst/>
                <a:ahLst/>
                <a:cxnLst/>
                <a:rect l="l" t="t" r="r" b="b"/>
                <a:pathLst>
                  <a:path w="97595" h="27725" extrusionOk="0">
                    <a:moveTo>
                      <a:pt x="90939" y="99"/>
                    </a:moveTo>
                    <a:lnTo>
                      <a:pt x="4551" y="16582"/>
                    </a:lnTo>
                    <a:cubicBezTo>
                      <a:pt x="1526" y="17159"/>
                      <a:pt x="-479" y="20116"/>
                      <a:pt x="99" y="23175"/>
                    </a:cubicBezTo>
                    <a:lnTo>
                      <a:pt x="99" y="23175"/>
                    </a:lnTo>
                    <a:cubicBezTo>
                      <a:pt x="677" y="26199"/>
                      <a:pt x="3633" y="28204"/>
                      <a:pt x="6658" y="27626"/>
                    </a:cubicBezTo>
                    <a:lnTo>
                      <a:pt x="93012" y="11110"/>
                    </a:lnTo>
                    <a:cubicBezTo>
                      <a:pt x="96036" y="10532"/>
                      <a:pt x="98075" y="7576"/>
                      <a:pt x="97498" y="4551"/>
                    </a:cubicBezTo>
                    <a:lnTo>
                      <a:pt x="97498" y="4551"/>
                    </a:lnTo>
                    <a:cubicBezTo>
                      <a:pt x="96920" y="1526"/>
                      <a:pt x="93963" y="-478"/>
                      <a:pt x="90939" y="9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7" name="Google Shape;2031;p46">
                <a:extLst>
                  <a:ext uri="{FF2B5EF4-FFF2-40B4-BE49-F238E27FC236}">
                    <a16:creationId xmlns:a16="http://schemas.microsoft.com/office/drawing/2014/main" id="{432AC9A8-37D1-BC67-1317-163534FE2019}"/>
                  </a:ext>
                </a:extLst>
              </p:cNvPr>
              <p:cNvSpPr/>
              <p:nvPr/>
            </p:nvSpPr>
            <p:spPr>
              <a:xfrm>
                <a:off x="4429531" y="1882948"/>
                <a:ext cx="90598" cy="49035"/>
              </a:xfrm>
              <a:custGeom>
                <a:avLst/>
                <a:gdLst/>
                <a:ahLst/>
                <a:cxnLst/>
                <a:rect l="l" t="t" r="r" b="b"/>
                <a:pathLst>
                  <a:path w="90598" h="49035" extrusionOk="0">
                    <a:moveTo>
                      <a:pt x="82580" y="542"/>
                    </a:moveTo>
                    <a:lnTo>
                      <a:pt x="3193" y="38366"/>
                    </a:lnTo>
                    <a:cubicBezTo>
                      <a:pt x="406" y="39692"/>
                      <a:pt x="-783" y="43056"/>
                      <a:pt x="542" y="45843"/>
                    </a:cubicBezTo>
                    <a:lnTo>
                      <a:pt x="542" y="45843"/>
                    </a:lnTo>
                    <a:cubicBezTo>
                      <a:pt x="1867" y="48630"/>
                      <a:pt x="5232" y="49819"/>
                      <a:pt x="8018" y="48494"/>
                    </a:cubicBezTo>
                    <a:lnTo>
                      <a:pt x="87405" y="10669"/>
                    </a:lnTo>
                    <a:cubicBezTo>
                      <a:pt x="90192" y="9344"/>
                      <a:pt x="91382" y="5980"/>
                      <a:pt x="90056" y="3193"/>
                    </a:cubicBezTo>
                    <a:lnTo>
                      <a:pt x="90056" y="3193"/>
                    </a:lnTo>
                    <a:cubicBezTo>
                      <a:pt x="88731" y="406"/>
                      <a:pt x="85332" y="-783"/>
                      <a:pt x="82546" y="5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8" name="Google Shape;2032;p46">
                <a:extLst>
                  <a:ext uri="{FF2B5EF4-FFF2-40B4-BE49-F238E27FC236}">
                    <a16:creationId xmlns:a16="http://schemas.microsoft.com/office/drawing/2014/main" id="{F4DB8C2C-D4A0-81A0-D762-036490A95B9C}"/>
                  </a:ext>
                </a:extLst>
              </p:cNvPr>
              <p:cNvSpPr/>
              <p:nvPr/>
            </p:nvSpPr>
            <p:spPr>
              <a:xfrm>
                <a:off x="4422838" y="1855265"/>
                <a:ext cx="71972" cy="74814"/>
              </a:xfrm>
              <a:custGeom>
                <a:avLst/>
                <a:gdLst/>
                <a:ahLst/>
                <a:cxnLst/>
                <a:rect l="l" t="t" r="r" b="b"/>
                <a:pathLst>
                  <a:path w="71972" h="74814" extrusionOk="0">
                    <a:moveTo>
                      <a:pt x="62324" y="1718"/>
                    </a:moveTo>
                    <a:lnTo>
                      <a:pt x="1560" y="65302"/>
                    </a:lnTo>
                    <a:cubicBezTo>
                      <a:pt x="-581" y="67545"/>
                      <a:pt x="-513" y="71113"/>
                      <a:pt x="1730" y="73254"/>
                    </a:cubicBezTo>
                    <a:lnTo>
                      <a:pt x="1730" y="73254"/>
                    </a:lnTo>
                    <a:cubicBezTo>
                      <a:pt x="3973" y="75395"/>
                      <a:pt x="7541" y="75327"/>
                      <a:pt x="9682" y="73085"/>
                    </a:cubicBezTo>
                    <a:lnTo>
                      <a:pt x="70412" y="9500"/>
                    </a:lnTo>
                    <a:cubicBezTo>
                      <a:pt x="72553" y="7257"/>
                      <a:pt x="72485" y="3689"/>
                      <a:pt x="70242" y="1548"/>
                    </a:cubicBezTo>
                    <a:lnTo>
                      <a:pt x="70242" y="1548"/>
                    </a:lnTo>
                    <a:cubicBezTo>
                      <a:pt x="67999" y="-593"/>
                      <a:pt x="64431" y="-491"/>
                      <a:pt x="62324" y="17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9" name="Google Shape;2033;p46">
                <a:extLst>
                  <a:ext uri="{FF2B5EF4-FFF2-40B4-BE49-F238E27FC236}">
                    <a16:creationId xmlns:a16="http://schemas.microsoft.com/office/drawing/2014/main" id="{DC2615FB-2504-620C-E30C-BEF2324D152F}"/>
                  </a:ext>
                </a:extLst>
              </p:cNvPr>
              <p:cNvSpPr/>
              <p:nvPr/>
            </p:nvSpPr>
            <p:spPr>
              <a:xfrm>
                <a:off x="4416185" y="1835374"/>
                <a:ext cx="45386" cy="92221"/>
              </a:xfrm>
              <a:custGeom>
                <a:avLst/>
                <a:gdLst/>
                <a:ahLst/>
                <a:cxnLst/>
                <a:rect l="l" t="t" r="r" b="b"/>
                <a:pathLst>
                  <a:path w="45386" h="92221" extrusionOk="0">
                    <a:moveTo>
                      <a:pt x="34619" y="3427"/>
                    </a:moveTo>
                    <a:lnTo>
                      <a:pt x="431" y="84445"/>
                    </a:lnTo>
                    <a:cubicBezTo>
                      <a:pt x="-758" y="87299"/>
                      <a:pt x="601" y="90596"/>
                      <a:pt x="3422" y="91785"/>
                    </a:cubicBezTo>
                    <a:lnTo>
                      <a:pt x="3422" y="91785"/>
                    </a:lnTo>
                    <a:cubicBezTo>
                      <a:pt x="6277" y="92975"/>
                      <a:pt x="9573" y="91649"/>
                      <a:pt x="10762" y="88795"/>
                    </a:cubicBezTo>
                    <a:lnTo>
                      <a:pt x="44951" y="7777"/>
                    </a:lnTo>
                    <a:cubicBezTo>
                      <a:pt x="46140" y="4956"/>
                      <a:pt x="44815" y="1625"/>
                      <a:pt x="41960" y="436"/>
                    </a:cubicBezTo>
                    <a:lnTo>
                      <a:pt x="41960" y="436"/>
                    </a:lnTo>
                    <a:cubicBezTo>
                      <a:pt x="39105" y="-753"/>
                      <a:pt x="35809" y="572"/>
                      <a:pt x="34585" y="342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0" name="Google Shape;2034;p46">
                <a:extLst>
                  <a:ext uri="{FF2B5EF4-FFF2-40B4-BE49-F238E27FC236}">
                    <a16:creationId xmlns:a16="http://schemas.microsoft.com/office/drawing/2014/main" id="{109E32E2-0FCE-4627-A3EE-AECC81A79063}"/>
                  </a:ext>
                </a:extLst>
              </p:cNvPr>
              <p:cNvSpPr/>
              <p:nvPr/>
            </p:nvSpPr>
            <p:spPr>
              <a:xfrm>
                <a:off x="4407685" y="1824165"/>
                <a:ext cx="19556" cy="98768"/>
              </a:xfrm>
              <a:custGeom>
                <a:avLst/>
                <a:gdLst/>
                <a:ahLst/>
                <a:cxnLst/>
                <a:rect l="l" t="t" r="r" b="b"/>
                <a:pathLst>
                  <a:path w="19556" h="98768" extrusionOk="0">
                    <a:moveTo>
                      <a:pt x="8354" y="5086"/>
                    </a:moveTo>
                    <a:lnTo>
                      <a:pt x="28" y="92629"/>
                    </a:lnTo>
                    <a:cubicBezTo>
                      <a:pt x="-279" y="95722"/>
                      <a:pt x="1999" y="98440"/>
                      <a:pt x="5091" y="98746"/>
                    </a:cubicBezTo>
                    <a:lnTo>
                      <a:pt x="5091" y="98746"/>
                    </a:lnTo>
                    <a:cubicBezTo>
                      <a:pt x="8149" y="99018"/>
                      <a:pt x="10902" y="96775"/>
                      <a:pt x="11208" y="93683"/>
                    </a:cubicBezTo>
                    <a:lnTo>
                      <a:pt x="19534" y="6140"/>
                    </a:lnTo>
                    <a:cubicBezTo>
                      <a:pt x="19806" y="3047"/>
                      <a:pt x="17563" y="294"/>
                      <a:pt x="14471" y="22"/>
                    </a:cubicBezTo>
                    <a:lnTo>
                      <a:pt x="14471" y="22"/>
                    </a:lnTo>
                    <a:cubicBezTo>
                      <a:pt x="11378" y="-250"/>
                      <a:pt x="8625" y="1993"/>
                      <a:pt x="8320" y="50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1" name="Google Shape;2035;p46">
                <a:extLst>
                  <a:ext uri="{FF2B5EF4-FFF2-40B4-BE49-F238E27FC236}">
                    <a16:creationId xmlns:a16="http://schemas.microsoft.com/office/drawing/2014/main" id="{AF0784AC-E0A4-D0A6-6646-7E75862EF5DD}"/>
                  </a:ext>
                </a:extLst>
              </p:cNvPr>
              <p:cNvSpPr/>
              <p:nvPr/>
            </p:nvSpPr>
            <p:spPr>
              <a:xfrm>
                <a:off x="4380117" y="1825037"/>
                <a:ext cx="11486" cy="99165"/>
              </a:xfrm>
              <a:custGeom>
                <a:avLst/>
                <a:gdLst/>
                <a:ahLst/>
                <a:cxnLst/>
                <a:rect l="l" t="t" r="r" b="b"/>
                <a:pathLst>
                  <a:path w="11486" h="99165" extrusionOk="0">
                    <a:moveTo>
                      <a:pt x="238" y="5607"/>
                    </a:moveTo>
                    <a:lnTo>
                      <a:pt x="0" y="93524"/>
                    </a:lnTo>
                    <a:cubicBezTo>
                      <a:pt x="0" y="96617"/>
                      <a:pt x="2515" y="99166"/>
                      <a:pt x="5607" y="99166"/>
                    </a:cubicBezTo>
                    <a:lnTo>
                      <a:pt x="5607" y="99166"/>
                    </a:lnTo>
                    <a:cubicBezTo>
                      <a:pt x="8700" y="99166"/>
                      <a:pt x="11249" y="96651"/>
                      <a:pt x="11249" y="93558"/>
                    </a:cubicBezTo>
                    <a:lnTo>
                      <a:pt x="11486" y="5641"/>
                    </a:lnTo>
                    <a:cubicBezTo>
                      <a:pt x="11486" y="2549"/>
                      <a:pt x="8971" y="34"/>
                      <a:pt x="5879" y="0"/>
                    </a:cubicBezTo>
                    <a:lnTo>
                      <a:pt x="5879" y="0"/>
                    </a:lnTo>
                    <a:cubicBezTo>
                      <a:pt x="2787" y="0"/>
                      <a:pt x="272" y="2515"/>
                      <a:pt x="238" y="56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74" name="Google Shape;2036;p46">
              <a:extLst>
                <a:ext uri="{FF2B5EF4-FFF2-40B4-BE49-F238E27FC236}">
                  <a16:creationId xmlns:a16="http://schemas.microsoft.com/office/drawing/2014/main" id="{0789C8FC-B028-949B-EB79-4E7255D739BE}"/>
                </a:ext>
              </a:extLst>
            </p:cNvPr>
            <p:cNvSpPr/>
            <p:nvPr/>
          </p:nvSpPr>
          <p:spPr>
            <a:xfrm>
              <a:off x="5448213" y="4417343"/>
              <a:ext cx="350418" cy="718149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5" name="Google Shape;2037;p46">
              <a:extLst>
                <a:ext uri="{FF2B5EF4-FFF2-40B4-BE49-F238E27FC236}">
                  <a16:creationId xmlns:a16="http://schemas.microsoft.com/office/drawing/2014/main" id="{208FB4CA-BF7F-602F-7D8E-D77B7CE78D0D}"/>
                </a:ext>
              </a:extLst>
            </p:cNvPr>
            <p:cNvSpPr/>
            <p:nvPr/>
          </p:nvSpPr>
          <p:spPr>
            <a:xfrm>
              <a:off x="6704083" y="4417343"/>
              <a:ext cx="350418" cy="718149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6" name="Google Shape;2038;p46">
              <a:extLst>
                <a:ext uri="{FF2B5EF4-FFF2-40B4-BE49-F238E27FC236}">
                  <a16:creationId xmlns:a16="http://schemas.microsoft.com/office/drawing/2014/main" id="{8C196B3E-4C4C-C04F-7A88-5E4BA3E3024E}"/>
                </a:ext>
              </a:extLst>
            </p:cNvPr>
            <p:cNvSpPr/>
            <p:nvPr/>
          </p:nvSpPr>
          <p:spPr>
            <a:xfrm>
              <a:off x="6076185" y="4422877"/>
              <a:ext cx="350418" cy="718149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77" name="Google Shape;2039;p46">
              <a:extLst>
                <a:ext uri="{FF2B5EF4-FFF2-40B4-BE49-F238E27FC236}">
                  <a16:creationId xmlns:a16="http://schemas.microsoft.com/office/drawing/2014/main" id="{783431AC-8AEF-4F60-2BF2-E629AD4684BB}"/>
                </a:ext>
              </a:extLst>
            </p:cNvPr>
            <p:cNvGrpSpPr/>
            <p:nvPr/>
          </p:nvGrpSpPr>
          <p:grpSpPr>
            <a:xfrm>
              <a:off x="5601356" y="3785583"/>
              <a:ext cx="1300432" cy="330190"/>
              <a:chOff x="2195175" y="2564277"/>
              <a:chExt cx="575181" cy="148034"/>
            </a:xfrm>
          </p:grpSpPr>
          <p:sp>
            <p:nvSpPr>
              <p:cNvPr id="2121" name="Google Shape;2040;p46">
                <a:extLst>
                  <a:ext uri="{FF2B5EF4-FFF2-40B4-BE49-F238E27FC236}">
                    <a16:creationId xmlns:a16="http://schemas.microsoft.com/office/drawing/2014/main" id="{B407778E-6B9F-B920-D96E-DD689F365986}"/>
                  </a:ext>
                </a:extLst>
              </p:cNvPr>
              <p:cNvSpPr/>
              <p:nvPr/>
            </p:nvSpPr>
            <p:spPr>
              <a:xfrm>
                <a:off x="2692873" y="2596358"/>
                <a:ext cx="63822" cy="79828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79828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79829"/>
                    </a:lnTo>
                    <a:lnTo>
                      <a:pt x="0" y="7982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2" name="Google Shape;2041;p46">
                <a:extLst>
                  <a:ext uri="{FF2B5EF4-FFF2-40B4-BE49-F238E27FC236}">
                    <a16:creationId xmlns:a16="http://schemas.microsoft.com/office/drawing/2014/main" id="{D8183960-2EE8-2F54-1DD0-E8660AAF594B}"/>
                  </a:ext>
                </a:extLst>
              </p:cNvPr>
              <p:cNvSpPr/>
              <p:nvPr/>
            </p:nvSpPr>
            <p:spPr>
              <a:xfrm>
                <a:off x="2692873" y="2606622"/>
                <a:ext cx="63822" cy="11384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11384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11385"/>
                    </a:lnTo>
                    <a:lnTo>
                      <a:pt x="0" y="11385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3" name="Google Shape;2042;p46">
                <a:extLst>
                  <a:ext uri="{FF2B5EF4-FFF2-40B4-BE49-F238E27FC236}">
                    <a16:creationId xmlns:a16="http://schemas.microsoft.com/office/drawing/2014/main" id="{F4989A40-3E41-8009-4016-B36285A67F71}"/>
                  </a:ext>
                </a:extLst>
              </p:cNvPr>
              <p:cNvSpPr/>
              <p:nvPr/>
            </p:nvSpPr>
            <p:spPr>
              <a:xfrm>
                <a:off x="2744731" y="2566146"/>
                <a:ext cx="25624" cy="143107"/>
              </a:xfrm>
              <a:custGeom>
                <a:avLst/>
                <a:gdLst/>
                <a:ahLst/>
                <a:cxnLst/>
                <a:rect l="l" t="t" r="r" b="b"/>
                <a:pathLst>
                  <a:path w="25624" h="143107" extrusionOk="0">
                    <a:moveTo>
                      <a:pt x="25624" y="0"/>
                    </a:moveTo>
                    <a:lnTo>
                      <a:pt x="12812" y="0"/>
                    </a:lnTo>
                    <a:cubicBezTo>
                      <a:pt x="5777" y="0"/>
                      <a:pt x="0" y="5777"/>
                      <a:pt x="0" y="12812"/>
                    </a:cubicBezTo>
                    <a:lnTo>
                      <a:pt x="0" y="130295"/>
                    </a:lnTo>
                    <a:cubicBezTo>
                      <a:pt x="0" y="137330"/>
                      <a:pt x="5777" y="143107"/>
                      <a:pt x="12812" y="143107"/>
                    </a:cubicBezTo>
                    <a:lnTo>
                      <a:pt x="25624" y="143107"/>
                    </a:lnTo>
                    <a:lnTo>
                      <a:pt x="2562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4" name="Google Shape;2043;p46">
                <a:extLst>
                  <a:ext uri="{FF2B5EF4-FFF2-40B4-BE49-F238E27FC236}">
                    <a16:creationId xmlns:a16="http://schemas.microsoft.com/office/drawing/2014/main" id="{884C0414-AEF3-5231-C5D5-33B38DB188A6}"/>
                  </a:ext>
                </a:extLst>
              </p:cNvPr>
              <p:cNvSpPr/>
              <p:nvPr/>
            </p:nvSpPr>
            <p:spPr>
              <a:xfrm>
                <a:off x="2744731" y="2632280"/>
                <a:ext cx="25624" cy="76974"/>
              </a:xfrm>
              <a:custGeom>
                <a:avLst/>
                <a:gdLst/>
                <a:ahLst/>
                <a:cxnLst/>
                <a:rect l="l" t="t" r="r" b="b"/>
                <a:pathLst>
                  <a:path w="25624" h="76974" extrusionOk="0">
                    <a:moveTo>
                      <a:pt x="0" y="0"/>
                    </a:moveTo>
                    <a:lnTo>
                      <a:pt x="0" y="64162"/>
                    </a:lnTo>
                    <a:cubicBezTo>
                      <a:pt x="0" y="71197"/>
                      <a:pt x="5777" y="76974"/>
                      <a:pt x="12812" y="76974"/>
                    </a:cubicBezTo>
                    <a:lnTo>
                      <a:pt x="25624" y="76974"/>
                    </a:lnTo>
                    <a:lnTo>
                      <a:pt x="25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5" name="Google Shape;2044;p46">
                <a:extLst>
                  <a:ext uri="{FF2B5EF4-FFF2-40B4-BE49-F238E27FC236}">
                    <a16:creationId xmlns:a16="http://schemas.microsoft.com/office/drawing/2014/main" id="{9343D49B-7F2A-0FDE-05FD-8F6F759861A0}"/>
                  </a:ext>
                </a:extLst>
              </p:cNvPr>
              <p:cNvSpPr/>
              <p:nvPr/>
            </p:nvSpPr>
            <p:spPr>
              <a:xfrm>
                <a:off x="2272625" y="2564277"/>
                <a:ext cx="423680" cy="148034"/>
              </a:xfrm>
              <a:custGeom>
                <a:avLst/>
                <a:gdLst/>
                <a:ahLst/>
                <a:cxnLst/>
                <a:rect l="l" t="t" r="r" b="b"/>
                <a:pathLst>
                  <a:path w="423680" h="148034" extrusionOk="0">
                    <a:moveTo>
                      <a:pt x="14341" y="0"/>
                    </a:moveTo>
                    <a:lnTo>
                      <a:pt x="409339" y="0"/>
                    </a:lnTo>
                    <a:cubicBezTo>
                      <a:pt x="417257" y="0"/>
                      <a:pt x="423680" y="6661"/>
                      <a:pt x="423680" y="14783"/>
                    </a:cubicBezTo>
                    <a:lnTo>
                      <a:pt x="423680" y="133252"/>
                    </a:lnTo>
                    <a:cubicBezTo>
                      <a:pt x="423680" y="141408"/>
                      <a:pt x="417257" y="148035"/>
                      <a:pt x="409339" y="148035"/>
                    </a:cubicBezTo>
                    <a:lnTo>
                      <a:pt x="14341" y="148035"/>
                    </a:lnTo>
                    <a:cubicBezTo>
                      <a:pt x="6457" y="148035"/>
                      <a:pt x="0" y="141374"/>
                      <a:pt x="0" y="133252"/>
                    </a:cubicBezTo>
                    <a:lnTo>
                      <a:pt x="0" y="14783"/>
                    </a:lnTo>
                    <a:cubicBezTo>
                      <a:pt x="0" y="6661"/>
                      <a:pt x="6457" y="0"/>
                      <a:pt x="143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6" name="Google Shape;2045;p46">
                <a:extLst>
                  <a:ext uri="{FF2B5EF4-FFF2-40B4-BE49-F238E27FC236}">
                    <a16:creationId xmlns:a16="http://schemas.microsoft.com/office/drawing/2014/main" id="{070F80FE-AE4A-DF86-4257-97255A8AD0FC}"/>
                  </a:ext>
                </a:extLst>
              </p:cNvPr>
              <p:cNvSpPr/>
              <p:nvPr/>
            </p:nvSpPr>
            <p:spPr>
              <a:xfrm>
                <a:off x="2285267" y="2573283"/>
                <a:ext cx="397954" cy="130295"/>
              </a:xfrm>
              <a:custGeom>
                <a:avLst/>
                <a:gdLst/>
                <a:ahLst/>
                <a:cxnLst/>
                <a:rect l="l" t="t" r="r" b="b"/>
                <a:pathLst>
                  <a:path w="397954" h="130295" extrusionOk="0">
                    <a:moveTo>
                      <a:pt x="12608" y="0"/>
                    </a:moveTo>
                    <a:lnTo>
                      <a:pt x="385312" y="0"/>
                    </a:lnTo>
                    <a:cubicBezTo>
                      <a:pt x="392245" y="0"/>
                      <a:pt x="397954" y="5845"/>
                      <a:pt x="397954" y="13016"/>
                    </a:cubicBezTo>
                    <a:lnTo>
                      <a:pt x="397954" y="117279"/>
                    </a:lnTo>
                    <a:cubicBezTo>
                      <a:pt x="397954" y="124416"/>
                      <a:pt x="392245" y="130295"/>
                      <a:pt x="385312" y="130295"/>
                    </a:cubicBezTo>
                    <a:lnTo>
                      <a:pt x="12608" y="130295"/>
                    </a:lnTo>
                    <a:cubicBezTo>
                      <a:pt x="5675" y="130295"/>
                      <a:pt x="0" y="124416"/>
                      <a:pt x="0" y="117279"/>
                    </a:cubicBezTo>
                    <a:lnTo>
                      <a:pt x="0" y="13016"/>
                    </a:lnTo>
                    <a:cubicBezTo>
                      <a:pt x="0" y="5845"/>
                      <a:pt x="5675" y="0"/>
                      <a:pt x="12608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27" name="Google Shape;2046;p46">
                <a:extLst>
                  <a:ext uri="{FF2B5EF4-FFF2-40B4-BE49-F238E27FC236}">
                    <a16:creationId xmlns:a16="http://schemas.microsoft.com/office/drawing/2014/main" id="{84664DB1-31D4-6358-6A17-12F22EF29D71}"/>
                  </a:ext>
                </a:extLst>
              </p:cNvPr>
              <p:cNvGrpSpPr/>
              <p:nvPr/>
            </p:nvGrpSpPr>
            <p:grpSpPr>
              <a:xfrm>
                <a:off x="2445264" y="2583716"/>
                <a:ext cx="207540" cy="106166"/>
                <a:chOff x="2445264" y="2583716"/>
                <a:chExt cx="207540" cy="106166"/>
              </a:xfrm>
            </p:grpSpPr>
            <p:sp>
              <p:nvSpPr>
                <p:cNvPr id="2134" name="Google Shape;2047;p46">
                  <a:extLst>
                    <a:ext uri="{FF2B5EF4-FFF2-40B4-BE49-F238E27FC236}">
                      <a16:creationId xmlns:a16="http://schemas.microsoft.com/office/drawing/2014/main" id="{2882356C-0E10-8C95-F2E9-3BAF1EBB2F34}"/>
                    </a:ext>
                  </a:extLst>
                </p:cNvPr>
                <p:cNvSpPr/>
                <p:nvPr/>
              </p:nvSpPr>
              <p:spPr>
                <a:xfrm>
                  <a:off x="2445264" y="2628813"/>
                  <a:ext cx="53694" cy="2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694" h="20900" extrusionOk="0">
                      <a:moveTo>
                        <a:pt x="0" y="0"/>
                      </a:moveTo>
                      <a:lnTo>
                        <a:pt x="53695" y="0"/>
                      </a:lnTo>
                      <a:lnTo>
                        <a:pt x="53695" y="20900"/>
                      </a:lnTo>
                      <a:lnTo>
                        <a:pt x="0" y="2090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5" name="Google Shape;2048;p46">
                  <a:extLst>
                    <a:ext uri="{FF2B5EF4-FFF2-40B4-BE49-F238E27FC236}">
                      <a16:creationId xmlns:a16="http://schemas.microsoft.com/office/drawing/2014/main" id="{656025B7-555D-3208-918D-1D569231929F}"/>
                    </a:ext>
                  </a:extLst>
                </p:cNvPr>
                <p:cNvSpPr/>
                <p:nvPr/>
              </p:nvSpPr>
              <p:spPr>
                <a:xfrm>
                  <a:off x="2599110" y="2627216"/>
                  <a:ext cx="53694" cy="2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694" h="20900" extrusionOk="0">
                      <a:moveTo>
                        <a:pt x="0" y="0"/>
                      </a:moveTo>
                      <a:lnTo>
                        <a:pt x="53695" y="0"/>
                      </a:lnTo>
                      <a:lnTo>
                        <a:pt x="53695" y="20900"/>
                      </a:lnTo>
                      <a:lnTo>
                        <a:pt x="0" y="2090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6" name="Google Shape;2049;p46">
                  <a:extLst>
                    <a:ext uri="{FF2B5EF4-FFF2-40B4-BE49-F238E27FC236}">
                      <a16:creationId xmlns:a16="http://schemas.microsoft.com/office/drawing/2014/main" id="{BDA2C3B7-AD3E-61F9-56B1-89DC88EB0A01}"/>
                    </a:ext>
                  </a:extLst>
                </p:cNvPr>
                <p:cNvSpPr/>
                <p:nvPr/>
              </p:nvSpPr>
              <p:spPr>
                <a:xfrm>
                  <a:off x="2494643" y="2583716"/>
                  <a:ext cx="106166" cy="106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166" h="106166" extrusionOk="0">
                      <a:moveTo>
                        <a:pt x="53083" y="106166"/>
                      </a:moveTo>
                      <a:cubicBezTo>
                        <a:pt x="82309" y="106166"/>
                        <a:pt x="106166" y="82309"/>
                        <a:pt x="106166" y="53083"/>
                      </a:cubicBezTo>
                      <a:cubicBezTo>
                        <a:pt x="106166" y="23857"/>
                        <a:pt x="82309" y="0"/>
                        <a:pt x="53083" y="0"/>
                      </a:cubicBezTo>
                      <a:cubicBezTo>
                        <a:pt x="23857" y="0"/>
                        <a:pt x="0" y="23857"/>
                        <a:pt x="0" y="53083"/>
                      </a:cubicBezTo>
                      <a:cubicBezTo>
                        <a:pt x="0" y="82309"/>
                        <a:pt x="23823" y="106166"/>
                        <a:pt x="53083" y="10616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7" name="Google Shape;2050;p46">
                  <a:extLst>
                    <a:ext uri="{FF2B5EF4-FFF2-40B4-BE49-F238E27FC236}">
                      <a16:creationId xmlns:a16="http://schemas.microsoft.com/office/drawing/2014/main" id="{00A4991F-2867-22CA-F874-D5A4332BDECB}"/>
                    </a:ext>
                  </a:extLst>
                </p:cNvPr>
                <p:cNvSpPr/>
                <p:nvPr/>
              </p:nvSpPr>
              <p:spPr>
                <a:xfrm>
                  <a:off x="2503037" y="2592110"/>
                  <a:ext cx="89378" cy="89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78" h="89378" extrusionOk="0">
                      <a:moveTo>
                        <a:pt x="44689" y="89378"/>
                      </a:moveTo>
                      <a:cubicBezTo>
                        <a:pt x="69328" y="89378"/>
                        <a:pt x="89378" y="69294"/>
                        <a:pt x="89378" y="44689"/>
                      </a:cubicBezTo>
                      <a:cubicBezTo>
                        <a:pt x="89378" y="20085"/>
                        <a:pt x="69294" y="0"/>
                        <a:pt x="44689" y="0"/>
                      </a:cubicBezTo>
                      <a:cubicBezTo>
                        <a:pt x="20085" y="0"/>
                        <a:pt x="0" y="20085"/>
                        <a:pt x="0" y="44689"/>
                      </a:cubicBezTo>
                      <a:cubicBezTo>
                        <a:pt x="0" y="69294"/>
                        <a:pt x="20085" y="89378"/>
                        <a:pt x="44689" y="8937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8" name="Google Shape;2051;p46">
                  <a:extLst>
                    <a:ext uri="{FF2B5EF4-FFF2-40B4-BE49-F238E27FC236}">
                      <a16:creationId xmlns:a16="http://schemas.microsoft.com/office/drawing/2014/main" id="{EB4D7088-D263-9744-B648-13C815E82FB7}"/>
                    </a:ext>
                  </a:extLst>
                </p:cNvPr>
                <p:cNvSpPr/>
                <p:nvPr/>
              </p:nvSpPr>
              <p:spPr>
                <a:xfrm>
                  <a:off x="2503037" y="2592110"/>
                  <a:ext cx="89378" cy="46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78" h="46388" extrusionOk="0">
                      <a:moveTo>
                        <a:pt x="44689" y="0"/>
                      </a:moveTo>
                      <a:cubicBezTo>
                        <a:pt x="69362" y="0"/>
                        <a:pt x="89378" y="20017"/>
                        <a:pt x="89378" y="44689"/>
                      </a:cubicBezTo>
                      <a:cubicBezTo>
                        <a:pt x="89378" y="45267"/>
                        <a:pt x="89378" y="45811"/>
                        <a:pt x="89310" y="46388"/>
                      </a:cubicBezTo>
                      <a:lnTo>
                        <a:pt x="34" y="46388"/>
                      </a:lnTo>
                      <a:cubicBezTo>
                        <a:pt x="34" y="45811"/>
                        <a:pt x="0" y="45267"/>
                        <a:pt x="0" y="44689"/>
                      </a:cubicBezTo>
                      <a:cubicBezTo>
                        <a:pt x="0" y="20017"/>
                        <a:pt x="20017" y="0"/>
                        <a:pt x="44689" y="0"/>
                      </a:cubicBezTo>
                      <a:close/>
                    </a:path>
                  </a:pathLst>
                </a:custGeom>
                <a:solidFill>
                  <a:srgbClr val="74D9E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9" name="Google Shape;2052;p46">
                  <a:extLst>
                    <a:ext uri="{FF2B5EF4-FFF2-40B4-BE49-F238E27FC236}">
                      <a16:creationId xmlns:a16="http://schemas.microsoft.com/office/drawing/2014/main" id="{EA8276AC-BF0E-DC13-1DC0-1A107A2FDF24}"/>
                    </a:ext>
                  </a:extLst>
                </p:cNvPr>
                <p:cNvSpPr/>
                <p:nvPr/>
              </p:nvSpPr>
              <p:spPr>
                <a:xfrm>
                  <a:off x="2546877" y="2599961"/>
                  <a:ext cx="46223" cy="3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223" h="37994" extrusionOk="0">
                      <a:moveTo>
                        <a:pt x="42004" y="18318"/>
                      </a:moveTo>
                      <a:cubicBezTo>
                        <a:pt x="44961" y="24673"/>
                        <a:pt x="46320" y="31401"/>
                        <a:pt x="46218" y="37994"/>
                      </a:cubicBezTo>
                      <a:lnTo>
                        <a:pt x="0" y="37994"/>
                      </a:lnTo>
                      <a:lnTo>
                        <a:pt x="26168" y="0"/>
                      </a:lnTo>
                      <a:cubicBezTo>
                        <a:pt x="32829" y="4384"/>
                        <a:pt x="38368" y="10603"/>
                        <a:pt x="42004" y="183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0" name="Google Shape;2053;p46">
                  <a:extLst>
                    <a:ext uri="{FF2B5EF4-FFF2-40B4-BE49-F238E27FC236}">
                      <a16:creationId xmlns:a16="http://schemas.microsoft.com/office/drawing/2014/main" id="{F04CC80A-2DCE-BE34-A6C1-0C4D3C588804}"/>
                    </a:ext>
                  </a:extLst>
                </p:cNvPr>
                <p:cNvSpPr/>
                <p:nvPr/>
              </p:nvSpPr>
              <p:spPr>
                <a:xfrm>
                  <a:off x="2527812" y="2592375"/>
                  <a:ext cx="42887" cy="463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87" h="46361" extrusionOk="0">
                      <a:moveTo>
                        <a:pt x="23687" y="143"/>
                      </a:moveTo>
                      <a:cubicBezTo>
                        <a:pt x="30722" y="687"/>
                        <a:pt x="37212" y="2828"/>
                        <a:pt x="42888" y="6193"/>
                      </a:cubicBezTo>
                      <a:lnTo>
                        <a:pt x="20085" y="46362"/>
                      </a:lnTo>
                      <a:lnTo>
                        <a:pt x="0" y="4833"/>
                      </a:lnTo>
                      <a:cubicBezTo>
                        <a:pt x="7069" y="1231"/>
                        <a:pt x="15225" y="-536"/>
                        <a:pt x="23721" y="14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41" name="Google Shape;2054;p46">
                  <a:extLst>
                    <a:ext uri="{FF2B5EF4-FFF2-40B4-BE49-F238E27FC236}">
                      <a16:creationId xmlns:a16="http://schemas.microsoft.com/office/drawing/2014/main" id="{22683D2A-4023-0BA9-36D7-5066638D628D}"/>
                    </a:ext>
                  </a:extLst>
                </p:cNvPr>
                <p:cNvSpPr/>
                <p:nvPr/>
              </p:nvSpPr>
              <p:spPr>
                <a:xfrm>
                  <a:off x="2503770" y="2600402"/>
                  <a:ext cx="46199" cy="38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99" h="38572" extrusionOk="0">
                      <a:moveTo>
                        <a:pt x="5554" y="15021"/>
                      </a:moveTo>
                      <a:cubicBezTo>
                        <a:pt x="8953" y="8836"/>
                        <a:pt x="13540" y="3806"/>
                        <a:pt x="18944" y="0"/>
                      </a:cubicBezTo>
                      <a:lnTo>
                        <a:pt x="46199" y="37349"/>
                      </a:lnTo>
                      <a:lnTo>
                        <a:pt x="49" y="38572"/>
                      </a:lnTo>
                      <a:cubicBezTo>
                        <a:pt x="-325" y="30620"/>
                        <a:pt x="1442" y="22497"/>
                        <a:pt x="5520" y="1502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142" name="Google Shape;2055;p46">
                  <a:extLst>
                    <a:ext uri="{FF2B5EF4-FFF2-40B4-BE49-F238E27FC236}">
                      <a16:creationId xmlns:a16="http://schemas.microsoft.com/office/drawing/2014/main" id="{D9EDA5DE-3343-30F3-DE8D-ACA4FEBC0653}"/>
                    </a:ext>
                  </a:extLst>
                </p:cNvPr>
                <p:cNvGrpSpPr/>
                <p:nvPr/>
              </p:nvGrpSpPr>
              <p:grpSpPr>
                <a:xfrm>
                  <a:off x="2527089" y="2609748"/>
                  <a:ext cx="30439" cy="37610"/>
                  <a:chOff x="4840276" y="2840598"/>
                  <a:chExt cx="30439" cy="37610"/>
                </a:xfrm>
              </p:grpSpPr>
              <p:sp>
                <p:nvSpPr>
                  <p:cNvPr id="2143" name="Google Shape;2056;p46">
                    <a:extLst>
                      <a:ext uri="{FF2B5EF4-FFF2-40B4-BE49-F238E27FC236}">
                        <a16:creationId xmlns:a16="http://schemas.microsoft.com/office/drawing/2014/main" id="{6B0ABD41-2AF8-6AFC-406D-699EF2445D72}"/>
                      </a:ext>
                    </a:extLst>
                  </p:cNvPr>
                  <p:cNvSpPr/>
                  <p:nvPr/>
                </p:nvSpPr>
                <p:spPr>
                  <a:xfrm>
                    <a:off x="4850500" y="2857984"/>
                    <a:ext cx="20215" cy="202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15" h="20224" extrusionOk="0">
                        <a:moveTo>
                          <a:pt x="8171" y="184"/>
                        </a:moveTo>
                        <a:cubicBezTo>
                          <a:pt x="13642" y="-869"/>
                          <a:pt x="18978" y="2699"/>
                          <a:pt x="20031" y="8171"/>
                        </a:cubicBezTo>
                        <a:cubicBezTo>
                          <a:pt x="21085" y="13642"/>
                          <a:pt x="17516" y="18944"/>
                          <a:pt x="12045" y="20031"/>
                        </a:cubicBezTo>
                        <a:cubicBezTo>
                          <a:pt x="6573" y="21119"/>
                          <a:pt x="1238" y="17516"/>
                          <a:pt x="184" y="12045"/>
                        </a:cubicBezTo>
                        <a:cubicBezTo>
                          <a:pt x="-869" y="6573"/>
                          <a:pt x="2699" y="1238"/>
                          <a:pt x="8171" y="18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44" name="Google Shape;2057;p46">
                    <a:extLst>
                      <a:ext uri="{FF2B5EF4-FFF2-40B4-BE49-F238E27FC236}">
                        <a16:creationId xmlns:a16="http://schemas.microsoft.com/office/drawing/2014/main" id="{CD4FDD01-4D70-E885-569A-5E9A23758886}"/>
                      </a:ext>
                    </a:extLst>
                  </p:cNvPr>
                  <p:cNvSpPr/>
                  <p:nvPr/>
                </p:nvSpPr>
                <p:spPr>
                  <a:xfrm>
                    <a:off x="4840276" y="2840598"/>
                    <a:ext cx="20501" cy="256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1" h="25692" extrusionOk="0">
                        <a:moveTo>
                          <a:pt x="14351" y="25692"/>
                        </a:moveTo>
                        <a:lnTo>
                          <a:pt x="20502" y="21410"/>
                        </a:lnTo>
                        <a:lnTo>
                          <a:pt x="6806" y="1597"/>
                        </a:lnTo>
                        <a:cubicBezTo>
                          <a:pt x="5651" y="-68"/>
                          <a:pt x="3306" y="-510"/>
                          <a:pt x="1606" y="646"/>
                        </a:cubicBezTo>
                        <a:lnTo>
                          <a:pt x="1606" y="646"/>
                        </a:lnTo>
                        <a:cubicBezTo>
                          <a:pt x="-93" y="1835"/>
                          <a:pt x="-501" y="4180"/>
                          <a:pt x="655" y="5845"/>
                        </a:cubicBezTo>
                        <a:lnTo>
                          <a:pt x="14317" y="25658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128" name="Google Shape;2058;p46">
                <a:extLst>
                  <a:ext uri="{FF2B5EF4-FFF2-40B4-BE49-F238E27FC236}">
                    <a16:creationId xmlns:a16="http://schemas.microsoft.com/office/drawing/2014/main" id="{50367B32-E158-FDB7-E711-1B195263EAB2}"/>
                  </a:ext>
                </a:extLst>
              </p:cNvPr>
              <p:cNvSpPr/>
              <p:nvPr/>
            </p:nvSpPr>
            <p:spPr>
              <a:xfrm>
                <a:off x="2310041" y="2586265"/>
                <a:ext cx="102360" cy="102360"/>
              </a:xfrm>
              <a:custGeom>
                <a:avLst/>
                <a:gdLst/>
                <a:ahLst/>
                <a:cxnLst/>
                <a:rect l="l" t="t" r="r" b="b"/>
                <a:pathLst>
                  <a:path w="102360" h="102360" extrusionOk="0">
                    <a:moveTo>
                      <a:pt x="51180" y="0"/>
                    </a:moveTo>
                    <a:cubicBezTo>
                      <a:pt x="79421" y="0"/>
                      <a:pt x="102360" y="22939"/>
                      <a:pt x="102360" y="51180"/>
                    </a:cubicBezTo>
                    <a:cubicBezTo>
                      <a:pt x="102360" y="79421"/>
                      <a:pt x="79421" y="102360"/>
                      <a:pt x="51180" y="102360"/>
                    </a:cubicBezTo>
                    <a:cubicBezTo>
                      <a:pt x="22939" y="102360"/>
                      <a:pt x="0" y="79421"/>
                      <a:pt x="0" y="51180"/>
                    </a:cubicBezTo>
                    <a:cubicBezTo>
                      <a:pt x="0" y="22939"/>
                      <a:pt x="22939" y="0"/>
                      <a:pt x="51180" y="0"/>
                    </a:cubicBezTo>
                    <a:lnTo>
                      <a:pt x="51180" y="0"/>
                    </a:lnTo>
                    <a:close/>
                    <a:moveTo>
                      <a:pt x="51180" y="41936"/>
                    </a:moveTo>
                    <a:cubicBezTo>
                      <a:pt x="46048" y="41936"/>
                      <a:pt x="41903" y="46082"/>
                      <a:pt x="41903" y="51180"/>
                    </a:cubicBezTo>
                    <a:cubicBezTo>
                      <a:pt x="41903" y="56278"/>
                      <a:pt x="46048" y="60458"/>
                      <a:pt x="51180" y="60458"/>
                    </a:cubicBezTo>
                    <a:cubicBezTo>
                      <a:pt x="56312" y="60458"/>
                      <a:pt x="60458" y="56312"/>
                      <a:pt x="60458" y="51180"/>
                    </a:cubicBezTo>
                    <a:cubicBezTo>
                      <a:pt x="60458" y="46048"/>
                      <a:pt x="56312" y="41936"/>
                      <a:pt x="51180" y="41936"/>
                    </a:cubicBezTo>
                    <a:lnTo>
                      <a:pt x="51180" y="41936"/>
                    </a:lnTo>
                    <a:close/>
                    <a:moveTo>
                      <a:pt x="57263" y="30110"/>
                    </a:moveTo>
                    <a:cubicBezTo>
                      <a:pt x="64502" y="32183"/>
                      <a:pt x="70177" y="37892"/>
                      <a:pt x="72284" y="45097"/>
                    </a:cubicBezTo>
                    <a:lnTo>
                      <a:pt x="89073" y="45097"/>
                    </a:lnTo>
                    <a:cubicBezTo>
                      <a:pt x="86490" y="28784"/>
                      <a:pt x="73576" y="15905"/>
                      <a:pt x="57297" y="13322"/>
                    </a:cubicBezTo>
                    <a:lnTo>
                      <a:pt x="57297" y="30110"/>
                    </a:lnTo>
                    <a:lnTo>
                      <a:pt x="57297" y="30110"/>
                    </a:lnTo>
                    <a:close/>
                    <a:moveTo>
                      <a:pt x="72284" y="57263"/>
                    </a:moveTo>
                    <a:cubicBezTo>
                      <a:pt x="70177" y="64502"/>
                      <a:pt x="64502" y="70177"/>
                      <a:pt x="57263" y="72284"/>
                    </a:cubicBezTo>
                    <a:lnTo>
                      <a:pt x="57263" y="89072"/>
                    </a:lnTo>
                    <a:cubicBezTo>
                      <a:pt x="73576" y="86456"/>
                      <a:pt x="86456" y="73576"/>
                      <a:pt x="89038" y="57263"/>
                    </a:cubicBezTo>
                    <a:lnTo>
                      <a:pt x="72250" y="57263"/>
                    </a:lnTo>
                    <a:close/>
                    <a:moveTo>
                      <a:pt x="45131" y="72284"/>
                    </a:moveTo>
                    <a:cubicBezTo>
                      <a:pt x="37926" y="70177"/>
                      <a:pt x="32217" y="64502"/>
                      <a:pt x="30144" y="57263"/>
                    </a:cubicBezTo>
                    <a:lnTo>
                      <a:pt x="13356" y="57263"/>
                    </a:lnTo>
                    <a:cubicBezTo>
                      <a:pt x="15939" y="73576"/>
                      <a:pt x="28853" y="86456"/>
                      <a:pt x="45131" y="89072"/>
                    </a:cubicBezTo>
                    <a:lnTo>
                      <a:pt x="45131" y="72284"/>
                    </a:lnTo>
                    <a:lnTo>
                      <a:pt x="45131" y="72284"/>
                    </a:lnTo>
                    <a:close/>
                    <a:moveTo>
                      <a:pt x="30144" y="45131"/>
                    </a:moveTo>
                    <a:cubicBezTo>
                      <a:pt x="32217" y="37892"/>
                      <a:pt x="37926" y="32217"/>
                      <a:pt x="45131" y="30144"/>
                    </a:cubicBezTo>
                    <a:lnTo>
                      <a:pt x="45131" y="13356"/>
                    </a:lnTo>
                    <a:cubicBezTo>
                      <a:pt x="28853" y="15939"/>
                      <a:pt x="15939" y="28853"/>
                      <a:pt x="13356" y="45131"/>
                    </a:cubicBezTo>
                    <a:lnTo>
                      <a:pt x="30144" y="4513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9" name="Google Shape;2059;p46">
                <a:extLst>
                  <a:ext uri="{FF2B5EF4-FFF2-40B4-BE49-F238E27FC236}">
                    <a16:creationId xmlns:a16="http://schemas.microsoft.com/office/drawing/2014/main" id="{4266DE48-1585-B55A-D0B7-2A6574CEB8C3}"/>
                  </a:ext>
                </a:extLst>
              </p:cNvPr>
              <p:cNvSpPr/>
              <p:nvPr/>
            </p:nvSpPr>
            <p:spPr>
              <a:xfrm>
                <a:off x="2208836" y="2598499"/>
                <a:ext cx="63822" cy="79828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79828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79829"/>
                    </a:lnTo>
                    <a:lnTo>
                      <a:pt x="0" y="7982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0" name="Google Shape;2060;p46">
                <a:extLst>
                  <a:ext uri="{FF2B5EF4-FFF2-40B4-BE49-F238E27FC236}">
                    <a16:creationId xmlns:a16="http://schemas.microsoft.com/office/drawing/2014/main" id="{63FE6542-4256-955C-8D63-CCF90C548427}"/>
                  </a:ext>
                </a:extLst>
              </p:cNvPr>
              <p:cNvSpPr/>
              <p:nvPr/>
            </p:nvSpPr>
            <p:spPr>
              <a:xfrm>
                <a:off x="2208836" y="2608729"/>
                <a:ext cx="63822" cy="11418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11418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11419"/>
                    </a:lnTo>
                    <a:lnTo>
                      <a:pt x="0" y="11419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1" name="Google Shape;2061;p46">
                <a:extLst>
                  <a:ext uri="{FF2B5EF4-FFF2-40B4-BE49-F238E27FC236}">
                    <a16:creationId xmlns:a16="http://schemas.microsoft.com/office/drawing/2014/main" id="{1943498C-0822-8FA3-BACF-75DC5CBD0594}"/>
                  </a:ext>
                </a:extLst>
              </p:cNvPr>
              <p:cNvSpPr/>
              <p:nvPr/>
            </p:nvSpPr>
            <p:spPr>
              <a:xfrm>
                <a:off x="2195175" y="2568219"/>
                <a:ext cx="25623" cy="143107"/>
              </a:xfrm>
              <a:custGeom>
                <a:avLst/>
                <a:gdLst/>
                <a:ahLst/>
                <a:cxnLst/>
                <a:rect l="l" t="t" r="r" b="b"/>
                <a:pathLst>
                  <a:path w="25623" h="143107" extrusionOk="0">
                    <a:moveTo>
                      <a:pt x="0" y="34"/>
                    </a:moveTo>
                    <a:lnTo>
                      <a:pt x="12812" y="34"/>
                    </a:lnTo>
                    <a:cubicBezTo>
                      <a:pt x="19847" y="34"/>
                      <a:pt x="25624" y="5811"/>
                      <a:pt x="25624" y="12846"/>
                    </a:cubicBezTo>
                    <a:lnTo>
                      <a:pt x="25624" y="130295"/>
                    </a:lnTo>
                    <a:cubicBezTo>
                      <a:pt x="25624" y="137330"/>
                      <a:pt x="19847" y="143107"/>
                      <a:pt x="12812" y="143107"/>
                    </a:cubicBezTo>
                    <a:lnTo>
                      <a:pt x="0" y="1431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2" name="Google Shape;2062;p46">
                <a:extLst>
                  <a:ext uri="{FF2B5EF4-FFF2-40B4-BE49-F238E27FC236}">
                    <a16:creationId xmlns:a16="http://schemas.microsoft.com/office/drawing/2014/main" id="{50CAA230-2F84-D591-15F1-7C79081C2A2A}"/>
                  </a:ext>
                </a:extLst>
              </p:cNvPr>
              <p:cNvSpPr/>
              <p:nvPr/>
            </p:nvSpPr>
            <p:spPr>
              <a:xfrm>
                <a:off x="2195175" y="2634387"/>
                <a:ext cx="25623" cy="76974"/>
              </a:xfrm>
              <a:custGeom>
                <a:avLst/>
                <a:gdLst/>
                <a:ahLst/>
                <a:cxnLst/>
                <a:rect l="l" t="t" r="r" b="b"/>
                <a:pathLst>
                  <a:path w="25623" h="76974" extrusionOk="0">
                    <a:moveTo>
                      <a:pt x="25624" y="0"/>
                    </a:moveTo>
                    <a:lnTo>
                      <a:pt x="25624" y="64162"/>
                    </a:lnTo>
                    <a:cubicBezTo>
                      <a:pt x="25624" y="71197"/>
                      <a:pt x="19847" y="76974"/>
                      <a:pt x="12812" y="76974"/>
                    </a:cubicBezTo>
                    <a:lnTo>
                      <a:pt x="0" y="76974"/>
                    </a:lnTo>
                    <a:lnTo>
                      <a:pt x="0" y="0"/>
                    </a:lnTo>
                    <a:lnTo>
                      <a:pt x="25624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3" name="Google Shape;2063;p46">
                <a:extLst>
                  <a:ext uri="{FF2B5EF4-FFF2-40B4-BE49-F238E27FC236}">
                    <a16:creationId xmlns:a16="http://schemas.microsoft.com/office/drawing/2014/main" id="{2DD43E19-1446-3B69-2784-24422F555569}"/>
                  </a:ext>
                </a:extLst>
              </p:cNvPr>
              <p:cNvSpPr/>
              <p:nvPr/>
            </p:nvSpPr>
            <p:spPr>
              <a:xfrm>
                <a:off x="2350924" y="2627556"/>
                <a:ext cx="19982" cy="19948"/>
              </a:xfrm>
              <a:custGeom>
                <a:avLst/>
                <a:gdLst/>
                <a:ahLst/>
                <a:cxnLst/>
                <a:rect l="l" t="t" r="r" b="b"/>
                <a:pathLst>
                  <a:path w="19982" h="19948" extrusionOk="0">
                    <a:moveTo>
                      <a:pt x="9991" y="19949"/>
                    </a:moveTo>
                    <a:cubicBezTo>
                      <a:pt x="15463" y="19949"/>
                      <a:pt x="19983" y="15463"/>
                      <a:pt x="19983" y="9958"/>
                    </a:cubicBezTo>
                    <a:cubicBezTo>
                      <a:pt x="19983" y="4452"/>
                      <a:pt x="15497" y="0"/>
                      <a:pt x="9991" y="0"/>
                    </a:cubicBezTo>
                    <a:cubicBezTo>
                      <a:pt x="4486" y="0"/>
                      <a:pt x="0" y="4486"/>
                      <a:pt x="0" y="9958"/>
                    </a:cubicBezTo>
                    <a:cubicBezTo>
                      <a:pt x="0" y="15429"/>
                      <a:pt x="4486" y="19949"/>
                      <a:pt x="9991" y="199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78" name="Google Shape;2064;p46">
              <a:extLst>
                <a:ext uri="{FF2B5EF4-FFF2-40B4-BE49-F238E27FC236}">
                  <a16:creationId xmlns:a16="http://schemas.microsoft.com/office/drawing/2014/main" id="{6B62A83C-4F64-BE98-20B2-E47D476EDB31}"/>
                </a:ext>
              </a:extLst>
            </p:cNvPr>
            <p:cNvSpPr/>
            <p:nvPr/>
          </p:nvSpPr>
          <p:spPr>
            <a:xfrm>
              <a:off x="6482028" y="3204972"/>
              <a:ext cx="438330" cy="77411"/>
            </a:xfrm>
            <a:custGeom>
              <a:avLst/>
              <a:gdLst/>
              <a:ahLst/>
              <a:cxnLst/>
              <a:rect l="l" t="t" r="r" b="b"/>
              <a:pathLst>
                <a:path w="194015" h="34731" extrusionOk="0">
                  <a:moveTo>
                    <a:pt x="0" y="34732"/>
                  </a:moveTo>
                  <a:lnTo>
                    <a:pt x="0" y="17366"/>
                  </a:lnTo>
                  <a:cubicBezTo>
                    <a:pt x="0" y="7816"/>
                    <a:pt x="7816" y="0"/>
                    <a:pt x="17366" y="0"/>
                  </a:cubicBezTo>
                  <a:lnTo>
                    <a:pt x="176650" y="0"/>
                  </a:lnTo>
                  <a:cubicBezTo>
                    <a:pt x="186199" y="0"/>
                    <a:pt x="194016" y="7816"/>
                    <a:pt x="194016" y="17366"/>
                  </a:cubicBezTo>
                  <a:lnTo>
                    <a:pt x="194016" y="34732"/>
                  </a:lnTo>
                  <a:lnTo>
                    <a:pt x="0" y="3473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9" name="Google Shape;2065;p46">
              <a:extLst>
                <a:ext uri="{FF2B5EF4-FFF2-40B4-BE49-F238E27FC236}">
                  <a16:creationId xmlns:a16="http://schemas.microsoft.com/office/drawing/2014/main" id="{B97DFC38-119D-19EB-00AF-24527E43657A}"/>
                </a:ext>
              </a:extLst>
            </p:cNvPr>
            <p:cNvSpPr/>
            <p:nvPr/>
          </p:nvSpPr>
          <p:spPr>
            <a:xfrm>
              <a:off x="6684720" y="3204897"/>
              <a:ext cx="235788" cy="77411"/>
            </a:xfrm>
            <a:custGeom>
              <a:avLst/>
              <a:gdLst/>
              <a:ahLst/>
              <a:cxnLst/>
              <a:rect l="l" t="t" r="r" b="b"/>
              <a:pathLst>
                <a:path w="104365" h="34731" extrusionOk="0">
                  <a:moveTo>
                    <a:pt x="0" y="0"/>
                  </a:moveTo>
                  <a:lnTo>
                    <a:pt x="86999" y="0"/>
                  </a:lnTo>
                  <a:cubicBezTo>
                    <a:pt x="96549" y="0"/>
                    <a:pt x="104365" y="7816"/>
                    <a:pt x="104365" y="17366"/>
                  </a:cubicBezTo>
                  <a:lnTo>
                    <a:pt x="104365" y="34732"/>
                  </a:lnTo>
                  <a:lnTo>
                    <a:pt x="0" y="34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0" name="Google Shape;2066;p46">
              <a:extLst>
                <a:ext uri="{FF2B5EF4-FFF2-40B4-BE49-F238E27FC236}">
                  <a16:creationId xmlns:a16="http://schemas.microsoft.com/office/drawing/2014/main" id="{E689B684-6DA5-803A-D513-DACCD81B1493}"/>
                </a:ext>
              </a:extLst>
            </p:cNvPr>
            <p:cNvSpPr/>
            <p:nvPr/>
          </p:nvSpPr>
          <p:spPr>
            <a:xfrm>
              <a:off x="6584142" y="1894210"/>
              <a:ext cx="244463" cy="1309804"/>
            </a:xfrm>
            <a:custGeom>
              <a:avLst/>
              <a:gdLst/>
              <a:ahLst/>
              <a:cxnLst/>
              <a:rect l="l" t="t" r="r" b="b"/>
              <a:pathLst>
                <a:path w="108205" h="587653" extrusionOk="0">
                  <a:moveTo>
                    <a:pt x="0" y="0"/>
                  </a:moveTo>
                  <a:lnTo>
                    <a:pt x="108206" y="0"/>
                  </a:lnTo>
                  <a:lnTo>
                    <a:pt x="108206" y="587654"/>
                  </a:lnTo>
                  <a:lnTo>
                    <a:pt x="0" y="5876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1" name="Google Shape;2067;p46">
              <a:extLst>
                <a:ext uri="{FF2B5EF4-FFF2-40B4-BE49-F238E27FC236}">
                  <a16:creationId xmlns:a16="http://schemas.microsoft.com/office/drawing/2014/main" id="{892E8329-41D4-A671-BC7D-88947F710165}"/>
                </a:ext>
              </a:extLst>
            </p:cNvPr>
            <p:cNvSpPr/>
            <p:nvPr/>
          </p:nvSpPr>
          <p:spPr>
            <a:xfrm>
              <a:off x="6615568" y="1894210"/>
              <a:ext cx="34933" cy="1309804"/>
            </a:xfrm>
            <a:custGeom>
              <a:avLst/>
              <a:gdLst/>
              <a:ahLst/>
              <a:cxnLst/>
              <a:rect l="l" t="t" r="r" b="b"/>
              <a:pathLst>
                <a:path w="15462" h="587653" extrusionOk="0">
                  <a:moveTo>
                    <a:pt x="0" y="0"/>
                  </a:moveTo>
                  <a:lnTo>
                    <a:pt x="15463" y="0"/>
                  </a:lnTo>
                  <a:lnTo>
                    <a:pt x="15463" y="587654"/>
                  </a:lnTo>
                  <a:lnTo>
                    <a:pt x="0" y="587654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2" name="Google Shape;2068;p46">
              <a:extLst>
                <a:ext uri="{FF2B5EF4-FFF2-40B4-BE49-F238E27FC236}">
                  <a16:creationId xmlns:a16="http://schemas.microsoft.com/office/drawing/2014/main" id="{FBE1185B-231B-2A69-06D0-EE877A60F12C}"/>
                </a:ext>
              </a:extLst>
            </p:cNvPr>
            <p:cNvSpPr/>
            <p:nvPr/>
          </p:nvSpPr>
          <p:spPr>
            <a:xfrm>
              <a:off x="6492247" y="1957429"/>
              <a:ext cx="438330" cy="77411"/>
            </a:xfrm>
            <a:custGeom>
              <a:avLst/>
              <a:gdLst/>
              <a:ahLst/>
              <a:cxnLst/>
              <a:rect l="l" t="t" r="r" b="b"/>
              <a:pathLst>
                <a:path w="194015" h="34731" extrusionOk="0">
                  <a:moveTo>
                    <a:pt x="0" y="0"/>
                  </a:moveTo>
                  <a:lnTo>
                    <a:pt x="0" y="17366"/>
                  </a:lnTo>
                  <a:cubicBezTo>
                    <a:pt x="0" y="26915"/>
                    <a:pt x="7816" y="34732"/>
                    <a:pt x="17366" y="34732"/>
                  </a:cubicBezTo>
                  <a:lnTo>
                    <a:pt x="176650" y="34732"/>
                  </a:lnTo>
                  <a:cubicBezTo>
                    <a:pt x="186199" y="34732"/>
                    <a:pt x="194015" y="26915"/>
                    <a:pt x="194015" y="17366"/>
                  </a:cubicBezTo>
                  <a:lnTo>
                    <a:pt x="19401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3" name="Google Shape;2069;p46">
              <a:extLst>
                <a:ext uri="{FF2B5EF4-FFF2-40B4-BE49-F238E27FC236}">
                  <a16:creationId xmlns:a16="http://schemas.microsoft.com/office/drawing/2014/main" id="{51350724-1A65-ADBF-1BA6-BB3A3A5357FD}"/>
                </a:ext>
              </a:extLst>
            </p:cNvPr>
            <p:cNvSpPr/>
            <p:nvPr/>
          </p:nvSpPr>
          <p:spPr>
            <a:xfrm>
              <a:off x="6694940" y="1957505"/>
              <a:ext cx="235788" cy="77411"/>
            </a:xfrm>
            <a:custGeom>
              <a:avLst/>
              <a:gdLst/>
              <a:ahLst/>
              <a:cxnLst/>
              <a:rect l="l" t="t" r="r" b="b"/>
              <a:pathLst>
                <a:path w="104365" h="34731" extrusionOk="0">
                  <a:moveTo>
                    <a:pt x="34" y="34732"/>
                  </a:moveTo>
                  <a:lnTo>
                    <a:pt x="86999" y="34732"/>
                  </a:lnTo>
                  <a:cubicBezTo>
                    <a:pt x="96549" y="34732"/>
                    <a:pt x="104365" y="26915"/>
                    <a:pt x="104365" y="17366"/>
                  </a:cubicBezTo>
                  <a:lnTo>
                    <a:pt x="104365" y="0"/>
                  </a:lnTo>
                  <a:lnTo>
                    <a:pt x="0" y="0"/>
                  </a:lnTo>
                  <a:lnTo>
                    <a:pt x="0" y="34732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4" name="Google Shape;2070;p46">
              <a:extLst>
                <a:ext uri="{FF2B5EF4-FFF2-40B4-BE49-F238E27FC236}">
                  <a16:creationId xmlns:a16="http://schemas.microsoft.com/office/drawing/2014/main" id="{C068FA3B-45BA-10D8-F50E-411153669EAD}"/>
                </a:ext>
              </a:extLst>
            </p:cNvPr>
            <p:cNvSpPr/>
            <p:nvPr/>
          </p:nvSpPr>
          <p:spPr>
            <a:xfrm>
              <a:off x="6578686" y="1296893"/>
              <a:ext cx="516952" cy="588623"/>
            </a:xfrm>
            <a:custGeom>
              <a:avLst/>
              <a:gdLst/>
              <a:ahLst/>
              <a:cxnLst/>
              <a:rect l="l" t="t" r="r" b="b"/>
              <a:pathLst>
                <a:path w="228815" h="264090" extrusionOk="0">
                  <a:moveTo>
                    <a:pt x="228781" y="0"/>
                  </a:moveTo>
                  <a:lnTo>
                    <a:pt x="199419" y="0"/>
                  </a:lnTo>
                  <a:cubicBezTo>
                    <a:pt x="89718" y="0"/>
                    <a:pt x="0" y="89718"/>
                    <a:pt x="0" y="199419"/>
                  </a:cubicBezTo>
                  <a:lnTo>
                    <a:pt x="0" y="264091"/>
                  </a:lnTo>
                  <a:lnTo>
                    <a:pt x="108817" y="264091"/>
                  </a:lnTo>
                  <a:lnTo>
                    <a:pt x="108817" y="236904"/>
                  </a:lnTo>
                  <a:cubicBezTo>
                    <a:pt x="108817" y="140491"/>
                    <a:pt x="157754" y="102258"/>
                    <a:pt x="228815" y="104603"/>
                  </a:cubicBezTo>
                  <a:lnTo>
                    <a:pt x="228815" y="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5" name="Google Shape;2071;p46">
              <a:extLst>
                <a:ext uri="{FF2B5EF4-FFF2-40B4-BE49-F238E27FC236}">
                  <a16:creationId xmlns:a16="http://schemas.microsoft.com/office/drawing/2014/main" id="{5560E61A-634C-8460-B3AB-6D1B10D10714}"/>
                </a:ext>
              </a:extLst>
            </p:cNvPr>
            <p:cNvSpPr/>
            <p:nvPr/>
          </p:nvSpPr>
          <p:spPr>
            <a:xfrm>
              <a:off x="6687255" y="1381801"/>
              <a:ext cx="408463" cy="503852"/>
            </a:xfrm>
            <a:custGeom>
              <a:avLst/>
              <a:gdLst/>
              <a:ahLst/>
              <a:cxnLst/>
              <a:rect l="l" t="t" r="r" b="b"/>
              <a:pathLst>
                <a:path w="180795" h="226057" extrusionOk="0">
                  <a:moveTo>
                    <a:pt x="0" y="226024"/>
                  </a:moveTo>
                  <a:lnTo>
                    <a:pt x="60797" y="226024"/>
                  </a:lnTo>
                  <a:lnTo>
                    <a:pt x="60797" y="198836"/>
                  </a:lnTo>
                  <a:cubicBezTo>
                    <a:pt x="60797" y="102423"/>
                    <a:pt x="109735" y="64191"/>
                    <a:pt x="180796" y="66536"/>
                  </a:cubicBezTo>
                  <a:lnTo>
                    <a:pt x="180796" y="29"/>
                  </a:lnTo>
                  <a:cubicBezTo>
                    <a:pt x="25420" y="-1908"/>
                    <a:pt x="34" y="93214"/>
                    <a:pt x="34" y="198599"/>
                  </a:cubicBezTo>
                  <a:lnTo>
                    <a:pt x="34" y="226058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6" name="Google Shape;2072;p46">
              <a:extLst>
                <a:ext uri="{FF2B5EF4-FFF2-40B4-BE49-F238E27FC236}">
                  <a16:creationId xmlns:a16="http://schemas.microsoft.com/office/drawing/2014/main" id="{86BE5F69-0E16-3BD1-50EA-273396DF47EF}"/>
                </a:ext>
              </a:extLst>
            </p:cNvPr>
            <p:cNvSpPr/>
            <p:nvPr/>
          </p:nvSpPr>
          <p:spPr>
            <a:xfrm>
              <a:off x="6492093" y="1883294"/>
              <a:ext cx="436256" cy="77108"/>
            </a:xfrm>
            <a:custGeom>
              <a:avLst/>
              <a:gdLst/>
              <a:ahLst/>
              <a:cxnLst/>
              <a:rect l="l" t="t" r="r" b="b"/>
              <a:pathLst>
                <a:path w="193097" h="34595" extrusionOk="0">
                  <a:moveTo>
                    <a:pt x="0" y="34596"/>
                  </a:moveTo>
                  <a:lnTo>
                    <a:pt x="0" y="17298"/>
                  </a:lnTo>
                  <a:cubicBezTo>
                    <a:pt x="0" y="7783"/>
                    <a:pt x="7782" y="0"/>
                    <a:pt x="17298" y="0"/>
                  </a:cubicBezTo>
                  <a:lnTo>
                    <a:pt x="175800" y="0"/>
                  </a:lnTo>
                  <a:cubicBezTo>
                    <a:pt x="185316" y="0"/>
                    <a:pt x="193098" y="7783"/>
                    <a:pt x="193098" y="17298"/>
                  </a:cubicBezTo>
                  <a:lnTo>
                    <a:pt x="193098" y="34596"/>
                  </a:lnTo>
                  <a:lnTo>
                    <a:pt x="0" y="345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7" name="Google Shape;2073;p46">
              <a:extLst>
                <a:ext uri="{FF2B5EF4-FFF2-40B4-BE49-F238E27FC236}">
                  <a16:creationId xmlns:a16="http://schemas.microsoft.com/office/drawing/2014/main" id="{5944C92C-073D-1FB3-0EED-8E2730448E57}"/>
                </a:ext>
              </a:extLst>
            </p:cNvPr>
            <p:cNvSpPr/>
            <p:nvPr/>
          </p:nvSpPr>
          <p:spPr>
            <a:xfrm>
              <a:off x="6693863" y="1883294"/>
              <a:ext cx="234635" cy="77108"/>
            </a:xfrm>
            <a:custGeom>
              <a:avLst/>
              <a:gdLst/>
              <a:ahLst/>
              <a:cxnLst/>
              <a:rect l="l" t="t" r="r" b="b"/>
              <a:pathLst>
                <a:path w="103855" h="34595" extrusionOk="0">
                  <a:moveTo>
                    <a:pt x="0" y="0"/>
                  </a:moveTo>
                  <a:lnTo>
                    <a:pt x="86558" y="0"/>
                  </a:lnTo>
                  <a:cubicBezTo>
                    <a:pt x="96073" y="0"/>
                    <a:pt x="103856" y="7783"/>
                    <a:pt x="103856" y="17298"/>
                  </a:cubicBezTo>
                  <a:lnTo>
                    <a:pt x="103856" y="34596"/>
                  </a:lnTo>
                  <a:lnTo>
                    <a:pt x="0" y="34596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8" name="Google Shape;2074;p46">
              <a:extLst>
                <a:ext uri="{FF2B5EF4-FFF2-40B4-BE49-F238E27FC236}">
                  <a16:creationId xmlns:a16="http://schemas.microsoft.com/office/drawing/2014/main" id="{523855FA-4848-29A7-FB7C-A5DAE2A8EAF8}"/>
                </a:ext>
              </a:extLst>
            </p:cNvPr>
            <p:cNvSpPr/>
            <p:nvPr/>
          </p:nvSpPr>
          <p:spPr>
            <a:xfrm>
              <a:off x="7095250" y="1205551"/>
              <a:ext cx="78159" cy="430389"/>
            </a:xfrm>
            <a:custGeom>
              <a:avLst/>
              <a:gdLst/>
              <a:ahLst/>
              <a:cxnLst/>
              <a:rect l="l" t="t" r="r" b="b"/>
              <a:pathLst>
                <a:path w="34595" h="193097" extrusionOk="0">
                  <a:moveTo>
                    <a:pt x="34596" y="0"/>
                  </a:moveTo>
                  <a:lnTo>
                    <a:pt x="17298" y="0"/>
                  </a:lnTo>
                  <a:cubicBezTo>
                    <a:pt x="7782" y="0"/>
                    <a:pt x="0" y="7782"/>
                    <a:pt x="0" y="17298"/>
                  </a:cubicBezTo>
                  <a:lnTo>
                    <a:pt x="0" y="175800"/>
                  </a:lnTo>
                  <a:cubicBezTo>
                    <a:pt x="0" y="185315"/>
                    <a:pt x="7782" y="193098"/>
                    <a:pt x="17298" y="193098"/>
                  </a:cubicBezTo>
                  <a:lnTo>
                    <a:pt x="34596" y="193098"/>
                  </a:lnTo>
                  <a:lnTo>
                    <a:pt x="345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9" name="Google Shape;2075;p46">
              <a:extLst>
                <a:ext uri="{FF2B5EF4-FFF2-40B4-BE49-F238E27FC236}">
                  <a16:creationId xmlns:a16="http://schemas.microsoft.com/office/drawing/2014/main" id="{5A6E2DAB-F0AC-1B89-0F84-36FF82CDAD63}"/>
                </a:ext>
              </a:extLst>
            </p:cNvPr>
            <p:cNvSpPr/>
            <p:nvPr/>
          </p:nvSpPr>
          <p:spPr>
            <a:xfrm>
              <a:off x="7095250" y="1404608"/>
              <a:ext cx="78159" cy="231480"/>
            </a:xfrm>
            <a:custGeom>
              <a:avLst/>
              <a:gdLst/>
              <a:ahLst/>
              <a:cxnLst/>
              <a:rect l="l" t="t" r="r" b="b"/>
              <a:pathLst>
                <a:path w="34595" h="103855" extrusionOk="0">
                  <a:moveTo>
                    <a:pt x="0" y="0"/>
                  </a:moveTo>
                  <a:lnTo>
                    <a:pt x="0" y="86558"/>
                  </a:lnTo>
                  <a:cubicBezTo>
                    <a:pt x="0" y="96073"/>
                    <a:pt x="7782" y="103856"/>
                    <a:pt x="17298" y="103856"/>
                  </a:cubicBezTo>
                  <a:lnTo>
                    <a:pt x="34596" y="103856"/>
                  </a:lnTo>
                  <a:lnTo>
                    <a:pt x="345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0" name="Google Shape;2076;p46">
              <a:extLst>
                <a:ext uri="{FF2B5EF4-FFF2-40B4-BE49-F238E27FC236}">
                  <a16:creationId xmlns:a16="http://schemas.microsoft.com/office/drawing/2014/main" id="{D40AF892-DA27-C339-A4A4-17E1141F6F8A}"/>
                </a:ext>
              </a:extLst>
            </p:cNvPr>
            <p:cNvSpPr/>
            <p:nvPr/>
          </p:nvSpPr>
          <p:spPr>
            <a:xfrm>
              <a:off x="7359100" y="1207675"/>
              <a:ext cx="78159" cy="430389"/>
            </a:xfrm>
            <a:custGeom>
              <a:avLst/>
              <a:gdLst/>
              <a:ahLst/>
              <a:cxnLst/>
              <a:rect l="l" t="t" r="r" b="b"/>
              <a:pathLst>
                <a:path w="34595" h="193097" extrusionOk="0">
                  <a:moveTo>
                    <a:pt x="0" y="0"/>
                  </a:moveTo>
                  <a:lnTo>
                    <a:pt x="17298" y="0"/>
                  </a:lnTo>
                  <a:cubicBezTo>
                    <a:pt x="26814" y="0"/>
                    <a:pt x="34596" y="7782"/>
                    <a:pt x="34596" y="17298"/>
                  </a:cubicBezTo>
                  <a:lnTo>
                    <a:pt x="34596" y="175800"/>
                  </a:lnTo>
                  <a:cubicBezTo>
                    <a:pt x="34596" y="185316"/>
                    <a:pt x="26814" y="193098"/>
                    <a:pt x="17298" y="193098"/>
                  </a:cubicBezTo>
                  <a:lnTo>
                    <a:pt x="0" y="1930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1" name="Google Shape;2077;p46">
              <a:extLst>
                <a:ext uri="{FF2B5EF4-FFF2-40B4-BE49-F238E27FC236}">
                  <a16:creationId xmlns:a16="http://schemas.microsoft.com/office/drawing/2014/main" id="{DEE49504-66ED-D0CE-2913-0A88F0307D3C}"/>
                </a:ext>
              </a:extLst>
            </p:cNvPr>
            <p:cNvSpPr/>
            <p:nvPr/>
          </p:nvSpPr>
          <p:spPr>
            <a:xfrm>
              <a:off x="7359100" y="1406729"/>
              <a:ext cx="78159" cy="231480"/>
            </a:xfrm>
            <a:custGeom>
              <a:avLst/>
              <a:gdLst/>
              <a:ahLst/>
              <a:cxnLst/>
              <a:rect l="l" t="t" r="r" b="b"/>
              <a:pathLst>
                <a:path w="34595" h="103855" extrusionOk="0">
                  <a:moveTo>
                    <a:pt x="34596" y="0"/>
                  </a:moveTo>
                  <a:lnTo>
                    <a:pt x="34596" y="86558"/>
                  </a:lnTo>
                  <a:cubicBezTo>
                    <a:pt x="34596" y="96073"/>
                    <a:pt x="26814" y="103856"/>
                    <a:pt x="17298" y="103856"/>
                  </a:cubicBezTo>
                  <a:lnTo>
                    <a:pt x="0" y="103856"/>
                  </a:lnTo>
                  <a:lnTo>
                    <a:pt x="0" y="0"/>
                  </a:lnTo>
                  <a:lnTo>
                    <a:pt x="34562" y="0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2" name="Google Shape;2078;p46">
              <a:extLst>
                <a:ext uri="{FF2B5EF4-FFF2-40B4-BE49-F238E27FC236}">
                  <a16:creationId xmlns:a16="http://schemas.microsoft.com/office/drawing/2014/main" id="{77E246BB-EB22-62A4-EF0B-40028B489B83}"/>
                </a:ext>
              </a:extLst>
            </p:cNvPr>
            <p:cNvSpPr/>
            <p:nvPr/>
          </p:nvSpPr>
          <p:spPr>
            <a:xfrm>
              <a:off x="7165476" y="1298637"/>
              <a:ext cx="206304" cy="241251"/>
            </a:xfrm>
            <a:custGeom>
              <a:avLst/>
              <a:gdLst/>
              <a:ahLst/>
              <a:cxnLst/>
              <a:rect l="l" t="t" r="r" b="b"/>
              <a:pathLst>
                <a:path w="91315" h="108239" extrusionOk="0">
                  <a:moveTo>
                    <a:pt x="0" y="0"/>
                  </a:moveTo>
                  <a:lnTo>
                    <a:pt x="91315" y="0"/>
                  </a:lnTo>
                  <a:lnTo>
                    <a:pt x="91315" y="108240"/>
                  </a:lnTo>
                  <a:lnTo>
                    <a:pt x="0" y="108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3" name="Google Shape;2079;p46">
              <a:extLst>
                <a:ext uri="{FF2B5EF4-FFF2-40B4-BE49-F238E27FC236}">
                  <a16:creationId xmlns:a16="http://schemas.microsoft.com/office/drawing/2014/main" id="{739FB5DD-1FF8-F69D-00DD-356F55D6704A}"/>
                </a:ext>
              </a:extLst>
            </p:cNvPr>
            <p:cNvSpPr/>
            <p:nvPr/>
          </p:nvSpPr>
          <p:spPr>
            <a:xfrm>
              <a:off x="7469292" y="3284106"/>
              <a:ext cx="429270" cy="1859398"/>
            </a:xfrm>
            <a:custGeom>
              <a:avLst/>
              <a:gdLst/>
              <a:ahLst/>
              <a:cxnLst/>
              <a:rect l="l" t="t" r="r" b="b"/>
              <a:pathLst>
                <a:path w="190005" h="822959" extrusionOk="0">
                  <a:moveTo>
                    <a:pt x="0" y="0"/>
                  </a:moveTo>
                  <a:lnTo>
                    <a:pt x="190005" y="0"/>
                  </a:lnTo>
                  <a:lnTo>
                    <a:pt x="190005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94" name="Google Shape;2080;p46">
              <a:extLst>
                <a:ext uri="{FF2B5EF4-FFF2-40B4-BE49-F238E27FC236}">
                  <a16:creationId xmlns:a16="http://schemas.microsoft.com/office/drawing/2014/main" id="{008A8FEB-FAC2-7E0B-A25F-46D34EB3ABED}"/>
                </a:ext>
              </a:extLst>
            </p:cNvPr>
            <p:cNvGrpSpPr/>
            <p:nvPr/>
          </p:nvGrpSpPr>
          <p:grpSpPr>
            <a:xfrm>
              <a:off x="7375390" y="4525333"/>
              <a:ext cx="508187" cy="617327"/>
              <a:chOff x="5292342" y="3091129"/>
              <a:chExt cx="224771" cy="276766"/>
            </a:xfrm>
          </p:grpSpPr>
          <p:sp>
            <p:nvSpPr>
              <p:cNvPr id="2111" name="Google Shape;2081;p46">
                <a:extLst>
                  <a:ext uri="{FF2B5EF4-FFF2-40B4-BE49-F238E27FC236}">
                    <a16:creationId xmlns:a16="http://schemas.microsoft.com/office/drawing/2014/main" id="{4500856B-8ABD-28C6-FB73-6DBA00EEE363}"/>
                  </a:ext>
                </a:extLst>
              </p:cNvPr>
              <p:cNvSpPr/>
              <p:nvPr/>
            </p:nvSpPr>
            <p:spPr>
              <a:xfrm>
                <a:off x="5378390" y="3254253"/>
                <a:ext cx="44247" cy="113642"/>
              </a:xfrm>
              <a:custGeom>
                <a:avLst/>
                <a:gdLst/>
                <a:ahLst/>
                <a:cxnLst/>
                <a:rect l="l" t="t" r="r" b="b"/>
                <a:pathLst>
                  <a:path w="44247" h="113642" extrusionOk="0">
                    <a:moveTo>
                      <a:pt x="0" y="0"/>
                    </a:moveTo>
                    <a:lnTo>
                      <a:pt x="44247" y="0"/>
                    </a:lnTo>
                    <a:lnTo>
                      <a:pt x="44247" y="113643"/>
                    </a:lnTo>
                    <a:lnTo>
                      <a:pt x="0" y="11364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2" name="Google Shape;2082;p46">
                <a:extLst>
                  <a:ext uri="{FF2B5EF4-FFF2-40B4-BE49-F238E27FC236}">
                    <a16:creationId xmlns:a16="http://schemas.microsoft.com/office/drawing/2014/main" id="{C064ADE6-8B3E-3759-9812-F844863A0FBD}"/>
                  </a:ext>
                </a:extLst>
              </p:cNvPr>
              <p:cNvSpPr/>
              <p:nvPr/>
            </p:nvSpPr>
            <p:spPr>
              <a:xfrm>
                <a:off x="5292342" y="3091129"/>
                <a:ext cx="224771" cy="224770"/>
              </a:xfrm>
              <a:custGeom>
                <a:avLst/>
                <a:gdLst/>
                <a:ahLst/>
                <a:cxnLst/>
                <a:rect l="l" t="t" r="r" b="b"/>
                <a:pathLst>
                  <a:path w="224771" h="224770" extrusionOk="0">
                    <a:moveTo>
                      <a:pt x="112385" y="224771"/>
                    </a:moveTo>
                    <a:cubicBezTo>
                      <a:pt x="174271" y="224771"/>
                      <a:pt x="224771" y="174305"/>
                      <a:pt x="224771" y="112386"/>
                    </a:cubicBezTo>
                    <a:cubicBezTo>
                      <a:pt x="224771" y="50466"/>
                      <a:pt x="174305" y="0"/>
                      <a:pt x="112385" y="0"/>
                    </a:cubicBezTo>
                    <a:cubicBezTo>
                      <a:pt x="50466" y="0"/>
                      <a:pt x="0" y="50500"/>
                      <a:pt x="0" y="112386"/>
                    </a:cubicBezTo>
                    <a:cubicBezTo>
                      <a:pt x="0" y="174271"/>
                      <a:pt x="50466" y="224771"/>
                      <a:pt x="112385" y="22477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3" name="Google Shape;2083;p46">
                <a:extLst>
                  <a:ext uri="{FF2B5EF4-FFF2-40B4-BE49-F238E27FC236}">
                    <a16:creationId xmlns:a16="http://schemas.microsoft.com/office/drawing/2014/main" id="{0390A238-63FC-C83C-5133-A00998C0B1E0}"/>
                  </a:ext>
                </a:extLst>
              </p:cNvPr>
              <p:cNvSpPr/>
              <p:nvPr/>
            </p:nvSpPr>
            <p:spPr>
              <a:xfrm>
                <a:off x="5310116" y="3108903"/>
                <a:ext cx="189189" cy="189223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189223" extrusionOk="0">
                    <a:moveTo>
                      <a:pt x="94612" y="189224"/>
                    </a:moveTo>
                    <a:cubicBezTo>
                      <a:pt x="146710" y="189224"/>
                      <a:pt x="189190" y="146744"/>
                      <a:pt x="189190" y="94612"/>
                    </a:cubicBezTo>
                    <a:cubicBezTo>
                      <a:pt x="189190" y="42480"/>
                      <a:pt x="146710" y="0"/>
                      <a:pt x="94612" y="0"/>
                    </a:cubicBezTo>
                    <a:cubicBezTo>
                      <a:pt x="42514" y="0"/>
                      <a:pt x="0" y="42514"/>
                      <a:pt x="0" y="94612"/>
                    </a:cubicBezTo>
                    <a:cubicBezTo>
                      <a:pt x="0" y="146709"/>
                      <a:pt x="42480" y="189224"/>
                      <a:pt x="94612" y="18922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4" name="Google Shape;2084;p46">
                <a:extLst>
                  <a:ext uri="{FF2B5EF4-FFF2-40B4-BE49-F238E27FC236}">
                    <a16:creationId xmlns:a16="http://schemas.microsoft.com/office/drawing/2014/main" id="{E133E18E-BFEF-3BC2-AA40-FEC5C8B11010}"/>
                  </a:ext>
                </a:extLst>
              </p:cNvPr>
              <p:cNvSpPr/>
              <p:nvPr/>
            </p:nvSpPr>
            <p:spPr>
              <a:xfrm>
                <a:off x="5310116" y="3108937"/>
                <a:ext cx="189189" cy="98180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98180" extrusionOk="0">
                    <a:moveTo>
                      <a:pt x="94578" y="0"/>
                    </a:moveTo>
                    <a:cubicBezTo>
                      <a:pt x="146845" y="0"/>
                      <a:pt x="189190" y="42378"/>
                      <a:pt x="189190" y="94612"/>
                    </a:cubicBezTo>
                    <a:cubicBezTo>
                      <a:pt x="189190" y="95801"/>
                      <a:pt x="189190" y="96991"/>
                      <a:pt x="189122" y="98180"/>
                    </a:cubicBezTo>
                    <a:lnTo>
                      <a:pt x="68" y="98180"/>
                    </a:lnTo>
                    <a:cubicBezTo>
                      <a:pt x="68" y="96991"/>
                      <a:pt x="0" y="95801"/>
                      <a:pt x="0" y="94612"/>
                    </a:cubicBezTo>
                    <a:cubicBezTo>
                      <a:pt x="0" y="42378"/>
                      <a:pt x="42378" y="0"/>
                      <a:pt x="946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5" name="Google Shape;2085;p46">
                <a:extLst>
                  <a:ext uri="{FF2B5EF4-FFF2-40B4-BE49-F238E27FC236}">
                    <a16:creationId xmlns:a16="http://schemas.microsoft.com/office/drawing/2014/main" id="{D7C5F163-7FBD-97D0-8798-DD3F831B5D47}"/>
                  </a:ext>
                </a:extLst>
              </p:cNvPr>
              <p:cNvSpPr/>
              <p:nvPr/>
            </p:nvSpPr>
            <p:spPr>
              <a:xfrm>
                <a:off x="5402893" y="3125521"/>
                <a:ext cx="97853" cy="80440"/>
              </a:xfrm>
              <a:custGeom>
                <a:avLst/>
                <a:gdLst/>
                <a:ahLst/>
                <a:cxnLst/>
                <a:rect l="l" t="t" r="r" b="b"/>
                <a:pathLst>
                  <a:path w="97853" h="80440" extrusionOk="0">
                    <a:moveTo>
                      <a:pt x="88902" y="38810"/>
                    </a:moveTo>
                    <a:cubicBezTo>
                      <a:pt x="95223" y="52302"/>
                      <a:pt x="98078" y="66507"/>
                      <a:pt x="97840" y="80440"/>
                    </a:cubicBezTo>
                    <a:lnTo>
                      <a:pt x="0" y="80440"/>
                    </a:lnTo>
                    <a:lnTo>
                      <a:pt x="55428" y="0"/>
                    </a:lnTo>
                    <a:cubicBezTo>
                      <a:pt x="69497" y="9278"/>
                      <a:pt x="81256" y="22429"/>
                      <a:pt x="88902" y="3877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6" name="Google Shape;2086;p46">
                <a:extLst>
                  <a:ext uri="{FF2B5EF4-FFF2-40B4-BE49-F238E27FC236}">
                    <a16:creationId xmlns:a16="http://schemas.microsoft.com/office/drawing/2014/main" id="{016B320E-7BA1-2CBB-01A2-BAC8D8A2540B}"/>
                  </a:ext>
                </a:extLst>
              </p:cNvPr>
              <p:cNvSpPr/>
              <p:nvPr/>
            </p:nvSpPr>
            <p:spPr>
              <a:xfrm>
                <a:off x="5362485" y="3109487"/>
                <a:ext cx="90873" cy="98173"/>
              </a:xfrm>
              <a:custGeom>
                <a:avLst/>
                <a:gdLst/>
                <a:ahLst/>
                <a:cxnLst/>
                <a:rect l="l" t="t" r="r" b="b"/>
                <a:pathLst>
                  <a:path w="90873" h="98173" extrusionOk="0">
                    <a:moveTo>
                      <a:pt x="50228" y="299"/>
                    </a:moveTo>
                    <a:cubicBezTo>
                      <a:pt x="65080" y="1455"/>
                      <a:pt x="78877" y="6008"/>
                      <a:pt x="90874" y="13111"/>
                    </a:cubicBezTo>
                    <a:lnTo>
                      <a:pt x="42548" y="98173"/>
                    </a:lnTo>
                    <a:lnTo>
                      <a:pt x="0" y="10257"/>
                    </a:lnTo>
                    <a:cubicBezTo>
                      <a:pt x="15055" y="2610"/>
                      <a:pt x="32217" y="-1128"/>
                      <a:pt x="50228" y="29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7" name="Google Shape;2087;p46">
                <a:extLst>
                  <a:ext uri="{FF2B5EF4-FFF2-40B4-BE49-F238E27FC236}">
                    <a16:creationId xmlns:a16="http://schemas.microsoft.com/office/drawing/2014/main" id="{3C75B52D-839A-28A9-2D58-A2F394C0331E}"/>
                  </a:ext>
                </a:extLst>
              </p:cNvPr>
              <p:cNvSpPr/>
              <p:nvPr/>
            </p:nvSpPr>
            <p:spPr>
              <a:xfrm>
                <a:off x="5311712" y="3126507"/>
                <a:ext cx="97738" cy="81629"/>
              </a:xfrm>
              <a:custGeom>
                <a:avLst/>
                <a:gdLst/>
                <a:ahLst/>
                <a:cxnLst/>
                <a:rect l="l" t="t" r="r" b="b"/>
                <a:pathLst>
                  <a:path w="97738" h="81629" extrusionOk="0">
                    <a:moveTo>
                      <a:pt x="11657" y="31775"/>
                    </a:moveTo>
                    <a:cubicBezTo>
                      <a:pt x="18862" y="18725"/>
                      <a:pt x="28649" y="8054"/>
                      <a:pt x="40068" y="0"/>
                    </a:cubicBezTo>
                    <a:lnTo>
                      <a:pt x="97739" y="79047"/>
                    </a:lnTo>
                    <a:lnTo>
                      <a:pt x="103" y="81630"/>
                    </a:lnTo>
                    <a:cubicBezTo>
                      <a:pt x="-679" y="64808"/>
                      <a:pt x="2991" y="47578"/>
                      <a:pt x="11691" y="3174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18" name="Google Shape;2088;p46">
                <a:extLst>
                  <a:ext uri="{FF2B5EF4-FFF2-40B4-BE49-F238E27FC236}">
                    <a16:creationId xmlns:a16="http://schemas.microsoft.com/office/drawing/2014/main" id="{01A2999E-C10B-05F5-A146-431B49F7B93B}"/>
                  </a:ext>
                </a:extLst>
              </p:cNvPr>
              <p:cNvGrpSpPr/>
              <p:nvPr/>
            </p:nvGrpSpPr>
            <p:grpSpPr>
              <a:xfrm>
                <a:off x="5361045" y="3146273"/>
                <a:ext cx="64409" cy="79667"/>
                <a:chOff x="5361045" y="3146273"/>
                <a:chExt cx="64409" cy="79667"/>
              </a:xfrm>
            </p:grpSpPr>
            <p:sp>
              <p:nvSpPr>
                <p:cNvPr id="2119" name="Google Shape;2089;p46">
                  <a:extLst>
                    <a:ext uri="{FF2B5EF4-FFF2-40B4-BE49-F238E27FC236}">
                      <a16:creationId xmlns:a16="http://schemas.microsoft.com/office/drawing/2014/main" id="{0F02EF89-B111-BB07-F62A-E44A0C01448D}"/>
                    </a:ext>
                  </a:extLst>
                </p:cNvPr>
                <p:cNvSpPr/>
                <p:nvPr/>
              </p:nvSpPr>
              <p:spPr>
                <a:xfrm>
                  <a:off x="5382608" y="3183094"/>
                  <a:ext cx="42846" cy="42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46" h="42846" extrusionOk="0">
                      <a:moveTo>
                        <a:pt x="17328" y="404"/>
                      </a:moveTo>
                      <a:cubicBezTo>
                        <a:pt x="28951" y="-1873"/>
                        <a:pt x="40166" y="5705"/>
                        <a:pt x="42442" y="17328"/>
                      </a:cubicBezTo>
                      <a:cubicBezTo>
                        <a:pt x="44719" y="28951"/>
                        <a:pt x="37141" y="40199"/>
                        <a:pt x="25518" y="42442"/>
                      </a:cubicBezTo>
                      <a:cubicBezTo>
                        <a:pt x="13896" y="44719"/>
                        <a:pt x="2647" y="37141"/>
                        <a:pt x="404" y="25518"/>
                      </a:cubicBezTo>
                      <a:cubicBezTo>
                        <a:pt x="-1873" y="13930"/>
                        <a:pt x="5706" y="2681"/>
                        <a:pt x="17328" y="43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0" name="Google Shape;2090;p46">
                  <a:extLst>
                    <a:ext uri="{FF2B5EF4-FFF2-40B4-BE49-F238E27FC236}">
                      <a16:creationId xmlns:a16="http://schemas.microsoft.com/office/drawing/2014/main" id="{92933694-EEFB-BB8B-28C0-D042233AD696}"/>
                    </a:ext>
                  </a:extLst>
                </p:cNvPr>
                <p:cNvSpPr/>
                <p:nvPr/>
              </p:nvSpPr>
              <p:spPr>
                <a:xfrm>
                  <a:off x="5361045" y="3146273"/>
                  <a:ext cx="43376" cy="54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76" h="54353" extrusionOk="0">
                      <a:moveTo>
                        <a:pt x="30327" y="54353"/>
                      </a:moveTo>
                      <a:lnTo>
                        <a:pt x="43376" y="45348"/>
                      </a:lnTo>
                      <a:lnTo>
                        <a:pt x="14456" y="3411"/>
                      </a:lnTo>
                      <a:cubicBezTo>
                        <a:pt x="11975" y="-191"/>
                        <a:pt x="6980" y="-1075"/>
                        <a:pt x="3411" y="1406"/>
                      </a:cubicBezTo>
                      <a:lnTo>
                        <a:pt x="3411" y="1406"/>
                      </a:lnTo>
                      <a:cubicBezTo>
                        <a:pt x="-191" y="3853"/>
                        <a:pt x="-1075" y="8815"/>
                        <a:pt x="1406" y="12451"/>
                      </a:cubicBezTo>
                      <a:lnTo>
                        <a:pt x="30361" y="5435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95" name="Google Shape;2091;p46">
              <a:extLst>
                <a:ext uri="{FF2B5EF4-FFF2-40B4-BE49-F238E27FC236}">
                  <a16:creationId xmlns:a16="http://schemas.microsoft.com/office/drawing/2014/main" id="{19DCF18D-C10B-0B58-4C1C-F002B25943AB}"/>
                </a:ext>
              </a:extLst>
            </p:cNvPr>
            <p:cNvGrpSpPr/>
            <p:nvPr/>
          </p:nvGrpSpPr>
          <p:grpSpPr>
            <a:xfrm>
              <a:off x="7173424" y="2351130"/>
              <a:ext cx="1068467" cy="932361"/>
              <a:chOff x="4168463" y="2302169"/>
              <a:chExt cx="472583" cy="418005"/>
            </a:xfrm>
          </p:grpSpPr>
          <p:sp>
            <p:nvSpPr>
              <p:cNvPr id="2096" name="Google Shape;2092;p46">
                <a:extLst>
                  <a:ext uri="{FF2B5EF4-FFF2-40B4-BE49-F238E27FC236}">
                    <a16:creationId xmlns:a16="http://schemas.microsoft.com/office/drawing/2014/main" id="{E5C4DDB5-8AEE-A381-C7FD-DB1CB7356BCF}"/>
                  </a:ext>
                </a:extLst>
              </p:cNvPr>
              <p:cNvSpPr/>
              <p:nvPr/>
            </p:nvSpPr>
            <p:spPr>
              <a:xfrm>
                <a:off x="4193679" y="2335916"/>
                <a:ext cx="425889" cy="372126"/>
              </a:xfrm>
              <a:custGeom>
                <a:avLst/>
                <a:gdLst/>
                <a:ahLst/>
                <a:cxnLst/>
                <a:rect l="l" t="t" r="r" b="b"/>
                <a:pathLst>
                  <a:path w="425889" h="372126" extrusionOk="0">
                    <a:moveTo>
                      <a:pt x="150618" y="0"/>
                    </a:moveTo>
                    <a:lnTo>
                      <a:pt x="269324" y="0"/>
                    </a:lnTo>
                    <a:lnTo>
                      <a:pt x="425889" y="123396"/>
                    </a:lnTo>
                    <a:lnTo>
                      <a:pt x="425889" y="372126"/>
                    </a:lnTo>
                    <a:lnTo>
                      <a:pt x="0" y="372126"/>
                    </a:lnTo>
                    <a:lnTo>
                      <a:pt x="0" y="123396"/>
                    </a:lnTo>
                    <a:lnTo>
                      <a:pt x="15061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7" name="Google Shape;2093;p46">
                <a:extLst>
                  <a:ext uri="{FF2B5EF4-FFF2-40B4-BE49-F238E27FC236}">
                    <a16:creationId xmlns:a16="http://schemas.microsoft.com/office/drawing/2014/main" id="{7B41689C-A426-9097-6BF9-DF9422C72469}"/>
                  </a:ext>
                </a:extLst>
              </p:cNvPr>
              <p:cNvSpPr/>
              <p:nvPr/>
            </p:nvSpPr>
            <p:spPr>
              <a:xfrm>
                <a:off x="4193679" y="2459312"/>
                <a:ext cx="425889" cy="248695"/>
              </a:xfrm>
              <a:custGeom>
                <a:avLst/>
                <a:gdLst/>
                <a:ahLst/>
                <a:cxnLst/>
                <a:rect l="l" t="t" r="r" b="b"/>
                <a:pathLst>
                  <a:path w="425889" h="248695" extrusionOk="0">
                    <a:moveTo>
                      <a:pt x="0" y="0"/>
                    </a:moveTo>
                    <a:lnTo>
                      <a:pt x="425889" y="0"/>
                    </a:lnTo>
                    <a:lnTo>
                      <a:pt x="425889" y="248696"/>
                    </a:lnTo>
                    <a:lnTo>
                      <a:pt x="0" y="248696"/>
                    </a:lnTo>
                    <a:close/>
                  </a:path>
                </a:pathLst>
              </a:custGeom>
              <a:solidFill>
                <a:srgbClr val="161D1E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8" name="Google Shape;2094;p46">
                <a:extLst>
                  <a:ext uri="{FF2B5EF4-FFF2-40B4-BE49-F238E27FC236}">
                    <a16:creationId xmlns:a16="http://schemas.microsoft.com/office/drawing/2014/main" id="{2ADC7E90-42F7-70A8-45C4-525617229EBE}"/>
                  </a:ext>
                </a:extLst>
              </p:cNvPr>
              <p:cNvSpPr/>
              <p:nvPr/>
            </p:nvSpPr>
            <p:spPr>
              <a:xfrm>
                <a:off x="4488798" y="2459312"/>
                <a:ext cx="87781" cy="216920"/>
              </a:xfrm>
              <a:custGeom>
                <a:avLst/>
                <a:gdLst/>
                <a:ahLst/>
                <a:cxnLst/>
                <a:rect l="l" t="t" r="r" b="b"/>
                <a:pathLst>
                  <a:path w="87781" h="216920" extrusionOk="0">
                    <a:moveTo>
                      <a:pt x="0" y="0"/>
                    </a:moveTo>
                    <a:lnTo>
                      <a:pt x="87781" y="0"/>
                    </a:lnTo>
                    <a:lnTo>
                      <a:pt x="87781" y="216921"/>
                    </a:lnTo>
                    <a:lnTo>
                      <a:pt x="0" y="216921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9" name="Google Shape;2095;p46">
                <a:extLst>
                  <a:ext uri="{FF2B5EF4-FFF2-40B4-BE49-F238E27FC236}">
                    <a16:creationId xmlns:a16="http://schemas.microsoft.com/office/drawing/2014/main" id="{2D8581E7-FD9F-AEE2-521C-EFE275716CC5}"/>
                  </a:ext>
                </a:extLst>
              </p:cNvPr>
              <p:cNvSpPr/>
              <p:nvPr/>
            </p:nvSpPr>
            <p:spPr>
              <a:xfrm>
                <a:off x="4250229" y="2458904"/>
                <a:ext cx="60151" cy="216920"/>
              </a:xfrm>
              <a:custGeom>
                <a:avLst/>
                <a:gdLst/>
                <a:ahLst/>
                <a:cxnLst/>
                <a:rect l="l" t="t" r="r" b="b"/>
                <a:pathLst>
                  <a:path w="60151" h="216920" extrusionOk="0">
                    <a:moveTo>
                      <a:pt x="0" y="0"/>
                    </a:moveTo>
                    <a:lnTo>
                      <a:pt x="60152" y="0"/>
                    </a:lnTo>
                    <a:lnTo>
                      <a:pt x="60152" y="216921"/>
                    </a:lnTo>
                    <a:lnTo>
                      <a:pt x="0" y="216921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0" name="Google Shape;2096;p46">
                <a:extLst>
                  <a:ext uri="{FF2B5EF4-FFF2-40B4-BE49-F238E27FC236}">
                    <a16:creationId xmlns:a16="http://schemas.microsoft.com/office/drawing/2014/main" id="{ABD3E4EA-3805-DAB5-BBD3-15E10553319A}"/>
                  </a:ext>
                </a:extLst>
              </p:cNvPr>
              <p:cNvSpPr/>
              <p:nvPr/>
            </p:nvSpPr>
            <p:spPr>
              <a:xfrm>
                <a:off x="4423412" y="2335916"/>
                <a:ext cx="153166" cy="123396"/>
              </a:xfrm>
              <a:custGeom>
                <a:avLst/>
                <a:gdLst/>
                <a:ahLst/>
                <a:cxnLst/>
                <a:rect l="l" t="t" r="r" b="b"/>
                <a:pathLst>
                  <a:path w="153166" h="123396" extrusionOk="0">
                    <a:moveTo>
                      <a:pt x="0" y="0"/>
                    </a:moveTo>
                    <a:lnTo>
                      <a:pt x="65385" y="123396"/>
                    </a:lnTo>
                    <a:lnTo>
                      <a:pt x="153167" y="123396"/>
                    </a:lnTo>
                    <a:lnTo>
                      <a:pt x="224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1" name="Google Shape;2097;p46">
                <a:extLst>
                  <a:ext uri="{FF2B5EF4-FFF2-40B4-BE49-F238E27FC236}">
                    <a16:creationId xmlns:a16="http://schemas.microsoft.com/office/drawing/2014/main" id="{F533004F-77D6-3B59-A2F2-7640AA829B0B}"/>
                  </a:ext>
                </a:extLst>
              </p:cNvPr>
              <p:cNvSpPr/>
              <p:nvPr/>
            </p:nvSpPr>
            <p:spPr>
              <a:xfrm>
                <a:off x="4250229" y="2335916"/>
                <a:ext cx="114356" cy="122988"/>
              </a:xfrm>
              <a:custGeom>
                <a:avLst/>
                <a:gdLst/>
                <a:ahLst/>
                <a:cxnLst/>
                <a:rect l="l" t="t" r="r" b="b"/>
                <a:pathLst>
                  <a:path w="114356" h="122988" extrusionOk="0">
                    <a:moveTo>
                      <a:pt x="0" y="122989"/>
                    </a:moveTo>
                    <a:lnTo>
                      <a:pt x="114357" y="0"/>
                    </a:lnTo>
                    <a:lnTo>
                      <a:pt x="60186" y="122989"/>
                    </a:lnTo>
                    <a:lnTo>
                      <a:pt x="0" y="122989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2" name="Google Shape;2098;p46">
                <a:extLst>
                  <a:ext uri="{FF2B5EF4-FFF2-40B4-BE49-F238E27FC236}">
                    <a16:creationId xmlns:a16="http://schemas.microsoft.com/office/drawing/2014/main" id="{5F8822E4-6C0A-45B0-1247-508FF8B560F3}"/>
                  </a:ext>
                </a:extLst>
              </p:cNvPr>
              <p:cNvSpPr/>
              <p:nvPr/>
            </p:nvSpPr>
            <p:spPr>
              <a:xfrm>
                <a:off x="4177741" y="2448267"/>
                <a:ext cx="8394" cy="241219"/>
              </a:xfrm>
              <a:custGeom>
                <a:avLst/>
                <a:gdLst/>
                <a:ahLst/>
                <a:cxnLst/>
                <a:rect l="l" t="t" r="r" b="b"/>
                <a:pathLst>
                  <a:path w="8394" h="241219" extrusionOk="0">
                    <a:moveTo>
                      <a:pt x="0" y="0"/>
                    </a:moveTo>
                    <a:lnTo>
                      <a:pt x="8394" y="0"/>
                    </a:lnTo>
                    <a:lnTo>
                      <a:pt x="8394" y="241219"/>
                    </a:lnTo>
                    <a:lnTo>
                      <a:pt x="0" y="24121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3" name="Google Shape;2099;p46">
                <a:extLst>
                  <a:ext uri="{FF2B5EF4-FFF2-40B4-BE49-F238E27FC236}">
                    <a16:creationId xmlns:a16="http://schemas.microsoft.com/office/drawing/2014/main" id="{25220CE1-FA13-9595-19B3-04FBA394DA41}"/>
                  </a:ext>
                </a:extLst>
              </p:cNvPr>
              <p:cNvSpPr/>
              <p:nvPr/>
            </p:nvSpPr>
            <p:spPr>
              <a:xfrm>
                <a:off x="4627351" y="2449660"/>
                <a:ext cx="8428" cy="241219"/>
              </a:xfrm>
              <a:custGeom>
                <a:avLst/>
                <a:gdLst/>
                <a:ahLst/>
                <a:cxnLst/>
                <a:rect l="l" t="t" r="r" b="b"/>
                <a:pathLst>
                  <a:path w="8428" h="241219" extrusionOk="0">
                    <a:moveTo>
                      <a:pt x="0" y="0"/>
                    </a:moveTo>
                    <a:lnTo>
                      <a:pt x="8428" y="0"/>
                    </a:lnTo>
                    <a:lnTo>
                      <a:pt x="8428" y="241219"/>
                    </a:lnTo>
                    <a:lnTo>
                      <a:pt x="0" y="24121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4" name="Google Shape;2100;p46">
                <a:extLst>
                  <a:ext uri="{FF2B5EF4-FFF2-40B4-BE49-F238E27FC236}">
                    <a16:creationId xmlns:a16="http://schemas.microsoft.com/office/drawing/2014/main" id="{D111D93A-42DE-464B-A9BF-CBC3ABB43AE7}"/>
                  </a:ext>
                </a:extLst>
              </p:cNvPr>
              <p:cNvSpPr/>
              <p:nvPr/>
            </p:nvSpPr>
            <p:spPr>
              <a:xfrm>
                <a:off x="4177809" y="2324463"/>
                <a:ext cx="159657" cy="131858"/>
              </a:xfrm>
              <a:custGeom>
                <a:avLst/>
                <a:gdLst/>
                <a:ahLst/>
                <a:cxnLst/>
                <a:rect l="l" t="t" r="r" b="b"/>
                <a:pathLst>
                  <a:path w="159657" h="131858" extrusionOk="0">
                    <a:moveTo>
                      <a:pt x="0" y="125231"/>
                    </a:moveTo>
                    <a:lnTo>
                      <a:pt x="5166" y="131858"/>
                    </a:lnTo>
                    <a:lnTo>
                      <a:pt x="159658" y="10705"/>
                    </a:lnTo>
                    <a:lnTo>
                      <a:pt x="159658" y="0"/>
                    </a:lnTo>
                    <a:lnTo>
                      <a:pt x="0" y="12523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5" name="Google Shape;2101;p46">
                <a:extLst>
                  <a:ext uri="{FF2B5EF4-FFF2-40B4-BE49-F238E27FC236}">
                    <a16:creationId xmlns:a16="http://schemas.microsoft.com/office/drawing/2014/main" id="{D8AD2A4E-B347-C3D3-D4D1-E69627BD7570}"/>
                  </a:ext>
                </a:extLst>
              </p:cNvPr>
              <p:cNvSpPr/>
              <p:nvPr/>
            </p:nvSpPr>
            <p:spPr>
              <a:xfrm>
                <a:off x="4476086" y="2325890"/>
                <a:ext cx="159623" cy="131824"/>
              </a:xfrm>
              <a:custGeom>
                <a:avLst/>
                <a:gdLst/>
                <a:ahLst/>
                <a:cxnLst/>
                <a:rect l="l" t="t" r="r" b="b"/>
                <a:pathLst>
                  <a:path w="159623" h="131824" extrusionOk="0">
                    <a:moveTo>
                      <a:pt x="159623" y="125231"/>
                    </a:moveTo>
                    <a:lnTo>
                      <a:pt x="154458" y="131824"/>
                    </a:lnTo>
                    <a:lnTo>
                      <a:pt x="0" y="10671"/>
                    </a:lnTo>
                    <a:lnTo>
                      <a:pt x="0" y="0"/>
                    </a:lnTo>
                    <a:lnTo>
                      <a:pt x="159623" y="12523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6" name="Google Shape;2102;p46">
                <a:extLst>
                  <a:ext uri="{FF2B5EF4-FFF2-40B4-BE49-F238E27FC236}">
                    <a16:creationId xmlns:a16="http://schemas.microsoft.com/office/drawing/2014/main" id="{7E80CFB7-2FA1-1B52-6B09-90274CBA9216}"/>
                  </a:ext>
                </a:extLst>
              </p:cNvPr>
              <p:cNvSpPr/>
              <p:nvPr/>
            </p:nvSpPr>
            <p:spPr>
              <a:xfrm>
                <a:off x="4337398" y="2324089"/>
                <a:ext cx="138417" cy="11690"/>
              </a:xfrm>
              <a:custGeom>
                <a:avLst/>
                <a:gdLst/>
                <a:ahLst/>
                <a:cxnLst/>
                <a:rect l="l" t="t" r="r" b="b"/>
                <a:pathLst>
                  <a:path w="138417" h="11690" extrusionOk="0">
                    <a:moveTo>
                      <a:pt x="0" y="0"/>
                    </a:moveTo>
                    <a:lnTo>
                      <a:pt x="138417" y="0"/>
                    </a:lnTo>
                    <a:lnTo>
                      <a:pt x="138417" y="11690"/>
                    </a:lnTo>
                    <a:lnTo>
                      <a:pt x="0" y="1169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7" name="Google Shape;2103;p46">
                <a:extLst>
                  <a:ext uri="{FF2B5EF4-FFF2-40B4-BE49-F238E27FC236}">
                    <a16:creationId xmlns:a16="http://schemas.microsoft.com/office/drawing/2014/main" id="{E0263E52-0801-1F3F-4485-C353D8F633A8}"/>
                  </a:ext>
                </a:extLst>
              </p:cNvPr>
              <p:cNvSpPr/>
              <p:nvPr/>
            </p:nvSpPr>
            <p:spPr>
              <a:xfrm>
                <a:off x="4337398" y="2302169"/>
                <a:ext cx="138417" cy="11690"/>
              </a:xfrm>
              <a:custGeom>
                <a:avLst/>
                <a:gdLst/>
                <a:ahLst/>
                <a:cxnLst/>
                <a:rect l="l" t="t" r="r" b="b"/>
                <a:pathLst>
                  <a:path w="138417" h="11690" extrusionOk="0">
                    <a:moveTo>
                      <a:pt x="0" y="0"/>
                    </a:moveTo>
                    <a:lnTo>
                      <a:pt x="138417" y="0"/>
                    </a:lnTo>
                    <a:lnTo>
                      <a:pt x="138417" y="11691"/>
                    </a:lnTo>
                    <a:lnTo>
                      <a:pt x="0" y="1169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8" name="Google Shape;2104;p46">
                <a:extLst>
                  <a:ext uri="{FF2B5EF4-FFF2-40B4-BE49-F238E27FC236}">
                    <a16:creationId xmlns:a16="http://schemas.microsoft.com/office/drawing/2014/main" id="{D1384A64-4DC5-6DAC-510A-3F364B6B88AA}"/>
                  </a:ext>
                </a:extLst>
              </p:cNvPr>
              <p:cNvSpPr/>
              <p:nvPr/>
            </p:nvSpPr>
            <p:spPr>
              <a:xfrm>
                <a:off x="4168463" y="2676233"/>
                <a:ext cx="472583" cy="43941"/>
              </a:xfrm>
              <a:custGeom>
                <a:avLst/>
                <a:gdLst/>
                <a:ahLst/>
                <a:cxnLst/>
                <a:rect l="l" t="t" r="r" b="b"/>
                <a:pathLst>
                  <a:path w="472583" h="43941" extrusionOk="0">
                    <a:moveTo>
                      <a:pt x="0" y="0"/>
                    </a:moveTo>
                    <a:lnTo>
                      <a:pt x="472584" y="0"/>
                    </a:lnTo>
                    <a:lnTo>
                      <a:pt x="472584" y="43942"/>
                    </a:lnTo>
                    <a:lnTo>
                      <a:pt x="0" y="4394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9" name="Google Shape;2105;p46">
                <a:extLst>
                  <a:ext uri="{FF2B5EF4-FFF2-40B4-BE49-F238E27FC236}">
                    <a16:creationId xmlns:a16="http://schemas.microsoft.com/office/drawing/2014/main" id="{2C7EB7F7-433E-CE01-2490-DB10A96C70A4}"/>
                  </a:ext>
                </a:extLst>
              </p:cNvPr>
              <p:cNvSpPr/>
              <p:nvPr/>
            </p:nvSpPr>
            <p:spPr>
              <a:xfrm>
                <a:off x="4350549" y="2313010"/>
                <a:ext cx="111162" cy="11690"/>
              </a:xfrm>
              <a:custGeom>
                <a:avLst/>
                <a:gdLst/>
                <a:ahLst/>
                <a:cxnLst/>
                <a:rect l="l" t="t" r="r" b="b"/>
                <a:pathLst>
                  <a:path w="111162" h="11690" extrusionOk="0">
                    <a:moveTo>
                      <a:pt x="0" y="0"/>
                    </a:moveTo>
                    <a:lnTo>
                      <a:pt x="111162" y="0"/>
                    </a:lnTo>
                    <a:lnTo>
                      <a:pt x="111162" y="11691"/>
                    </a:lnTo>
                    <a:lnTo>
                      <a:pt x="0" y="1169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0" name="Google Shape;2106;p46">
                <a:extLst>
                  <a:ext uri="{FF2B5EF4-FFF2-40B4-BE49-F238E27FC236}">
                    <a16:creationId xmlns:a16="http://schemas.microsoft.com/office/drawing/2014/main" id="{339DA940-6D85-66D1-84DF-3364BF870D4F}"/>
                  </a:ext>
                </a:extLst>
              </p:cNvPr>
              <p:cNvSpPr/>
              <p:nvPr/>
            </p:nvSpPr>
            <p:spPr>
              <a:xfrm>
                <a:off x="4351049" y="2313010"/>
                <a:ext cx="111162" cy="11690"/>
              </a:xfrm>
              <a:custGeom>
                <a:avLst/>
                <a:gdLst/>
                <a:ahLst/>
                <a:cxnLst/>
                <a:rect l="l" t="t" r="r" b="b"/>
                <a:pathLst>
                  <a:path w="111162" h="11690" extrusionOk="0">
                    <a:moveTo>
                      <a:pt x="0" y="0"/>
                    </a:moveTo>
                    <a:lnTo>
                      <a:pt x="111162" y="0"/>
                    </a:lnTo>
                    <a:lnTo>
                      <a:pt x="111162" y="11691"/>
                    </a:lnTo>
                    <a:lnTo>
                      <a:pt x="0" y="11691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6945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7">
          <a:extLst>
            <a:ext uri="{FF2B5EF4-FFF2-40B4-BE49-F238E27FC236}">
              <a16:creationId xmlns:a16="http://schemas.microsoft.com/office/drawing/2014/main" id="{65F3FF5D-C762-7FFB-F7EF-38DC03A3E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152829AF-5039-ED06-AB96-0BC414E8F8CC}"/>
              </a:ext>
            </a:extLst>
          </p:cNvPr>
          <p:cNvSpPr txBox="1"/>
          <p:nvPr/>
        </p:nvSpPr>
        <p:spPr>
          <a:xfrm>
            <a:off x="507094" y="3146959"/>
            <a:ext cx="2158614" cy="19697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b="1" dirty="0"/>
              <a:t>🚀 Top Growth Priority:</a:t>
            </a:r>
            <a:r>
              <a:rPr lang="en-US" sz="1200" dirty="0"/>
              <a:t> Our biggest revenue leak is the drop-off at the Billing step. By fixing the Billing UX (as proven by the </a:t>
            </a:r>
            <a:r>
              <a:rPr lang="en-US" dirty="0"/>
              <a:t>/billing-2</a:t>
            </a:r>
            <a:r>
              <a:rPr lang="en-US" sz="1200" dirty="0"/>
              <a:t> test), we can immediately recover lost revenue. This is our #1 priority because it requires no extra marketing spend (High ROI).</a:t>
            </a:r>
          </a:p>
        </p:txBody>
      </p:sp>
      <p:grpSp>
        <p:nvGrpSpPr>
          <p:cNvPr id="39" name="Google Shape;2122;p47">
            <a:extLst>
              <a:ext uri="{FF2B5EF4-FFF2-40B4-BE49-F238E27FC236}">
                <a16:creationId xmlns:a16="http://schemas.microsoft.com/office/drawing/2014/main" id="{B2EC6E78-C71E-4E09-55FF-E881F59889D4}"/>
              </a:ext>
            </a:extLst>
          </p:cNvPr>
          <p:cNvGrpSpPr/>
          <p:nvPr/>
        </p:nvGrpSpPr>
        <p:grpSpPr>
          <a:xfrm rot="15848292">
            <a:off x="7696952" y="3782965"/>
            <a:ext cx="1832941" cy="2040337"/>
            <a:chOff x="2529992" y="3333695"/>
            <a:chExt cx="367436" cy="370053"/>
          </a:xfrm>
        </p:grpSpPr>
        <p:sp>
          <p:nvSpPr>
            <p:cNvPr id="40" name="Google Shape;2123;p47">
              <a:extLst>
                <a:ext uri="{FF2B5EF4-FFF2-40B4-BE49-F238E27FC236}">
                  <a16:creationId xmlns:a16="http://schemas.microsoft.com/office/drawing/2014/main" id="{597006F9-C4EC-B962-1885-E73AFC375C96}"/>
                </a:ext>
              </a:extLst>
            </p:cNvPr>
            <p:cNvSpPr/>
            <p:nvPr/>
          </p:nvSpPr>
          <p:spPr>
            <a:xfrm>
              <a:off x="2529992" y="3333695"/>
              <a:ext cx="367402" cy="370053"/>
            </a:xfrm>
            <a:custGeom>
              <a:avLst/>
              <a:gdLst/>
              <a:ahLst/>
              <a:cxnLst/>
              <a:rect l="l" t="t" r="r" b="b"/>
              <a:pathLst>
                <a:path w="367402" h="370053" extrusionOk="0">
                  <a:moveTo>
                    <a:pt x="199827" y="32319"/>
                  </a:moveTo>
                  <a:cubicBezTo>
                    <a:pt x="206793" y="33032"/>
                    <a:pt x="213624" y="34222"/>
                    <a:pt x="220285" y="35853"/>
                  </a:cubicBezTo>
                  <a:lnTo>
                    <a:pt x="238908" y="8224"/>
                  </a:lnTo>
                  <a:lnTo>
                    <a:pt x="254337" y="13831"/>
                  </a:lnTo>
                  <a:lnTo>
                    <a:pt x="251075" y="47034"/>
                  </a:lnTo>
                  <a:cubicBezTo>
                    <a:pt x="257328" y="50093"/>
                    <a:pt x="263309" y="53559"/>
                    <a:pt x="269086" y="57399"/>
                  </a:cubicBezTo>
                  <a:lnTo>
                    <a:pt x="296036" y="37790"/>
                  </a:lnTo>
                  <a:lnTo>
                    <a:pt x="308610" y="48325"/>
                  </a:lnTo>
                  <a:lnTo>
                    <a:pt x="294201" y="78435"/>
                  </a:lnTo>
                  <a:cubicBezTo>
                    <a:pt x="298992" y="83397"/>
                    <a:pt x="303445" y="88699"/>
                    <a:pt x="307557" y="94306"/>
                  </a:cubicBezTo>
                  <a:lnTo>
                    <a:pt x="339637" y="85062"/>
                  </a:lnTo>
                  <a:lnTo>
                    <a:pt x="347828" y="99302"/>
                  </a:lnTo>
                  <a:lnTo>
                    <a:pt x="324005" y="122649"/>
                  </a:lnTo>
                  <a:cubicBezTo>
                    <a:pt x="326792" y="128936"/>
                    <a:pt x="329204" y="135461"/>
                    <a:pt x="331141" y="142156"/>
                  </a:cubicBezTo>
                  <a:lnTo>
                    <a:pt x="364378" y="144467"/>
                  </a:lnTo>
                  <a:lnTo>
                    <a:pt x="367232" y="160643"/>
                  </a:lnTo>
                  <a:lnTo>
                    <a:pt x="336851" y="174440"/>
                  </a:lnTo>
                  <a:cubicBezTo>
                    <a:pt x="337089" y="177975"/>
                    <a:pt x="337225" y="181509"/>
                    <a:pt x="337225" y="185078"/>
                  </a:cubicBezTo>
                  <a:cubicBezTo>
                    <a:pt x="337225" y="188476"/>
                    <a:pt x="337089" y="191840"/>
                    <a:pt x="336885" y="195171"/>
                  </a:cubicBezTo>
                  <a:lnTo>
                    <a:pt x="367403" y="208731"/>
                  </a:lnTo>
                  <a:lnTo>
                    <a:pt x="364548" y="224907"/>
                  </a:lnTo>
                  <a:lnTo>
                    <a:pt x="331277" y="227456"/>
                  </a:lnTo>
                  <a:cubicBezTo>
                    <a:pt x="329340" y="234151"/>
                    <a:pt x="326995" y="240676"/>
                    <a:pt x="324209" y="246963"/>
                  </a:cubicBezTo>
                  <a:lnTo>
                    <a:pt x="348201" y="270106"/>
                  </a:lnTo>
                  <a:lnTo>
                    <a:pt x="340011" y="284345"/>
                  </a:lnTo>
                  <a:lnTo>
                    <a:pt x="307794" y="275374"/>
                  </a:lnTo>
                  <a:cubicBezTo>
                    <a:pt x="303716" y="280981"/>
                    <a:pt x="299298" y="286282"/>
                    <a:pt x="294507" y="291278"/>
                  </a:cubicBezTo>
                  <a:lnTo>
                    <a:pt x="309188" y="321286"/>
                  </a:lnTo>
                  <a:lnTo>
                    <a:pt x="296614" y="331821"/>
                  </a:lnTo>
                  <a:lnTo>
                    <a:pt x="269460" y="312382"/>
                  </a:lnTo>
                  <a:cubicBezTo>
                    <a:pt x="263751" y="316256"/>
                    <a:pt x="257770" y="319723"/>
                    <a:pt x="251551" y="322815"/>
                  </a:cubicBezTo>
                  <a:lnTo>
                    <a:pt x="255051" y="355984"/>
                  </a:lnTo>
                  <a:lnTo>
                    <a:pt x="239622" y="361591"/>
                  </a:lnTo>
                  <a:lnTo>
                    <a:pt x="220761" y="334064"/>
                  </a:lnTo>
                  <a:cubicBezTo>
                    <a:pt x="214100" y="335729"/>
                    <a:pt x="207269" y="336953"/>
                    <a:pt x="200302" y="337700"/>
                  </a:cubicBezTo>
                  <a:lnTo>
                    <a:pt x="192282" y="370053"/>
                  </a:lnTo>
                  <a:lnTo>
                    <a:pt x="175868" y="370053"/>
                  </a:lnTo>
                  <a:lnTo>
                    <a:pt x="167542" y="337734"/>
                  </a:lnTo>
                  <a:cubicBezTo>
                    <a:pt x="160575" y="336987"/>
                    <a:pt x="153744" y="335797"/>
                    <a:pt x="147083" y="334200"/>
                  </a:cubicBezTo>
                  <a:lnTo>
                    <a:pt x="128460" y="361863"/>
                  </a:lnTo>
                  <a:lnTo>
                    <a:pt x="113031" y="356256"/>
                  </a:lnTo>
                  <a:lnTo>
                    <a:pt x="116294" y="323053"/>
                  </a:lnTo>
                  <a:cubicBezTo>
                    <a:pt x="110041" y="319995"/>
                    <a:pt x="104059" y="316528"/>
                    <a:pt x="98316" y="312688"/>
                  </a:cubicBezTo>
                  <a:lnTo>
                    <a:pt x="71333" y="332331"/>
                  </a:lnTo>
                  <a:lnTo>
                    <a:pt x="58759" y="321762"/>
                  </a:lnTo>
                  <a:lnTo>
                    <a:pt x="73202" y="291618"/>
                  </a:lnTo>
                  <a:cubicBezTo>
                    <a:pt x="68410" y="286656"/>
                    <a:pt x="63924" y="281389"/>
                    <a:pt x="59846" y="275815"/>
                  </a:cubicBezTo>
                  <a:lnTo>
                    <a:pt x="27765" y="285025"/>
                  </a:lnTo>
                  <a:lnTo>
                    <a:pt x="19541" y="270819"/>
                  </a:lnTo>
                  <a:lnTo>
                    <a:pt x="43364" y="247472"/>
                  </a:lnTo>
                  <a:cubicBezTo>
                    <a:pt x="40577" y="241185"/>
                    <a:pt x="38164" y="234694"/>
                    <a:pt x="36227" y="228000"/>
                  </a:cubicBezTo>
                  <a:lnTo>
                    <a:pt x="2991" y="225689"/>
                  </a:lnTo>
                  <a:lnTo>
                    <a:pt x="136" y="209512"/>
                  </a:lnTo>
                  <a:lnTo>
                    <a:pt x="30518" y="195715"/>
                  </a:lnTo>
                  <a:cubicBezTo>
                    <a:pt x="30280" y="192181"/>
                    <a:pt x="30144" y="188646"/>
                    <a:pt x="30144" y="185078"/>
                  </a:cubicBezTo>
                  <a:cubicBezTo>
                    <a:pt x="30144" y="181509"/>
                    <a:pt x="30280" y="178281"/>
                    <a:pt x="30484" y="174950"/>
                  </a:cubicBezTo>
                  <a:lnTo>
                    <a:pt x="0" y="161391"/>
                  </a:lnTo>
                  <a:lnTo>
                    <a:pt x="2855" y="145214"/>
                  </a:lnTo>
                  <a:lnTo>
                    <a:pt x="36091" y="142665"/>
                  </a:lnTo>
                  <a:cubicBezTo>
                    <a:pt x="38028" y="135937"/>
                    <a:pt x="40373" y="129445"/>
                    <a:pt x="43160" y="123124"/>
                  </a:cubicBezTo>
                  <a:lnTo>
                    <a:pt x="19167" y="99982"/>
                  </a:lnTo>
                  <a:lnTo>
                    <a:pt x="27357" y="85776"/>
                  </a:lnTo>
                  <a:lnTo>
                    <a:pt x="59506" y="94748"/>
                  </a:lnTo>
                  <a:cubicBezTo>
                    <a:pt x="63584" y="89140"/>
                    <a:pt x="68036" y="83839"/>
                    <a:pt x="72828" y="78843"/>
                  </a:cubicBezTo>
                  <a:lnTo>
                    <a:pt x="58181" y="48835"/>
                  </a:lnTo>
                  <a:lnTo>
                    <a:pt x="70755" y="38300"/>
                  </a:lnTo>
                  <a:lnTo>
                    <a:pt x="97874" y="57705"/>
                  </a:lnTo>
                  <a:cubicBezTo>
                    <a:pt x="103584" y="53831"/>
                    <a:pt x="109599" y="50364"/>
                    <a:pt x="115818" y="47272"/>
                  </a:cubicBezTo>
                  <a:lnTo>
                    <a:pt x="112317" y="14104"/>
                  </a:lnTo>
                  <a:lnTo>
                    <a:pt x="127746" y="8496"/>
                  </a:lnTo>
                  <a:lnTo>
                    <a:pt x="146574" y="35989"/>
                  </a:lnTo>
                  <a:cubicBezTo>
                    <a:pt x="153234" y="34324"/>
                    <a:pt x="160031" y="33101"/>
                    <a:pt x="166998" y="32353"/>
                  </a:cubicBezTo>
                  <a:lnTo>
                    <a:pt x="175052" y="0"/>
                  </a:lnTo>
                  <a:lnTo>
                    <a:pt x="191467" y="0"/>
                  </a:lnTo>
                  <a:lnTo>
                    <a:pt x="199793" y="32285"/>
                  </a:lnTo>
                  <a:lnTo>
                    <a:pt x="199793" y="32285"/>
                  </a:lnTo>
                  <a:close/>
                  <a:moveTo>
                    <a:pt x="243870" y="150312"/>
                  </a:moveTo>
                  <a:cubicBezTo>
                    <a:pt x="239690" y="143073"/>
                    <a:pt x="230412" y="140592"/>
                    <a:pt x="223174" y="144772"/>
                  </a:cubicBezTo>
                  <a:cubicBezTo>
                    <a:pt x="215935" y="148952"/>
                    <a:pt x="213420" y="158230"/>
                    <a:pt x="217635" y="165469"/>
                  </a:cubicBezTo>
                  <a:cubicBezTo>
                    <a:pt x="221815" y="172707"/>
                    <a:pt x="231058" y="175188"/>
                    <a:pt x="238331" y="171008"/>
                  </a:cubicBezTo>
                  <a:cubicBezTo>
                    <a:pt x="245569" y="166828"/>
                    <a:pt x="248050" y="157584"/>
                    <a:pt x="243870" y="150312"/>
                  </a:cubicBezTo>
                  <a:lnTo>
                    <a:pt x="243870" y="150312"/>
                  </a:lnTo>
                  <a:close/>
                  <a:moveTo>
                    <a:pt x="183684" y="115546"/>
                  </a:moveTo>
                  <a:cubicBezTo>
                    <a:pt x="175324" y="115546"/>
                    <a:pt x="168527" y="122343"/>
                    <a:pt x="168527" y="130703"/>
                  </a:cubicBezTo>
                  <a:cubicBezTo>
                    <a:pt x="168527" y="139063"/>
                    <a:pt x="175324" y="145860"/>
                    <a:pt x="183684" y="145860"/>
                  </a:cubicBezTo>
                  <a:cubicBezTo>
                    <a:pt x="192044" y="145860"/>
                    <a:pt x="198841" y="139063"/>
                    <a:pt x="198841" y="130703"/>
                  </a:cubicBezTo>
                  <a:cubicBezTo>
                    <a:pt x="198841" y="122343"/>
                    <a:pt x="192044" y="115546"/>
                    <a:pt x="183684" y="115546"/>
                  </a:cubicBezTo>
                  <a:lnTo>
                    <a:pt x="183684" y="115546"/>
                  </a:lnTo>
                  <a:close/>
                  <a:moveTo>
                    <a:pt x="123498" y="150278"/>
                  </a:moveTo>
                  <a:cubicBezTo>
                    <a:pt x="119318" y="157516"/>
                    <a:pt x="121799" y="166794"/>
                    <a:pt x="129038" y="170940"/>
                  </a:cubicBezTo>
                  <a:cubicBezTo>
                    <a:pt x="136276" y="175154"/>
                    <a:pt x="145554" y="172673"/>
                    <a:pt x="149734" y="165401"/>
                  </a:cubicBezTo>
                  <a:cubicBezTo>
                    <a:pt x="153914" y="158162"/>
                    <a:pt x="151433" y="148884"/>
                    <a:pt x="144194" y="144738"/>
                  </a:cubicBezTo>
                  <a:cubicBezTo>
                    <a:pt x="136956" y="140558"/>
                    <a:pt x="127678" y="143039"/>
                    <a:pt x="123464" y="150278"/>
                  </a:cubicBezTo>
                  <a:lnTo>
                    <a:pt x="123464" y="150278"/>
                  </a:lnTo>
                  <a:close/>
                  <a:moveTo>
                    <a:pt x="123498" y="219776"/>
                  </a:moveTo>
                  <a:cubicBezTo>
                    <a:pt x="127678" y="227014"/>
                    <a:pt x="136956" y="229495"/>
                    <a:pt x="144194" y="225315"/>
                  </a:cubicBezTo>
                  <a:cubicBezTo>
                    <a:pt x="151433" y="221135"/>
                    <a:pt x="153914" y="211857"/>
                    <a:pt x="149734" y="204618"/>
                  </a:cubicBezTo>
                  <a:cubicBezTo>
                    <a:pt x="145554" y="197380"/>
                    <a:pt x="136276" y="194899"/>
                    <a:pt x="129038" y="199079"/>
                  </a:cubicBezTo>
                  <a:cubicBezTo>
                    <a:pt x="121799" y="203259"/>
                    <a:pt x="119318" y="212503"/>
                    <a:pt x="123498" y="219776"/>
                  </a:cubicBezTo>
                  <a:lnTo>
                    <a:pt x="123498" y="219776"/>
                  </a:lnTo>
                  <a:close/>
                  <a:moveTo>
                    <a:pt x="183684" y="162003"/>
                  </a:moveTo>
                  <a:cubicBezTo>
                    <a:pt x="170974" y="162003"/>
                    <a:pt x="160677" y="172299"/>
                    <a:pt x="160677" y="185043"/>
                  </a:cubicBezTo>
                  <a:cubicBezTo>
                    <a:pt x="160677" y="197788"/>
                    <a:pt x="171008" y="208051"/>
                    <a:pt x="183684" y="208051"/>
                  </a:cubicBezTo>
                  <a:cubicBezTo>
                    <a:pt x="196360" y="208051"/>
                    <a:pt x="206725" y="197720"/>
                    <a:pt x="206725" y="185043"/>
                  </a:cubicBezTo>
                  <a:cubicBezTo>
                    <a:pt x="206725" y="172367"/>
                    <a:pt x="196395" y="162003"/>
                    <a:pt x="183684" y="162003"/>
                  </a:cubicBezTo>
                  <a:lnTo>
                    <a:pt x="183684" y="162003"/>
                  </a:lnTo>
                  <a:close/>
                  <a:moveTo>
                    <a:pt x="183684" y="254541"/>
                  </a:moveTo>
                  <a:cubicBezTo>
                    <a:pt x="192044" y="254541"/>
                    <a:pt x="198841" y="247744"/>
                    <a:pt x="198841" y="239384"/>
                  </a:cubicBezTo>
                  <a:cubicBezTo>
                    <a:pt x="198841" y="231024"/>
                    <a:pt x="192044" y="224227"/>
                    <a:pt x="183684" y="224227"/>
                  </a:cubicBezTo>
                  <a:cubicBezTo>
                    <a:pt x="175324" y="224227"/>
                    <a:pt x="168561" y="231024"/>
                    <a:pt x="168561" y="239384"/>
                  </a:cubicBezTo>
                  <a:cubicBezTo>
                    <a:pt x="168561" y="247744"/>
                    <a:pt x="175324" y="254541"/>
                    <a:pt x="183684" y="254541"/>
                  </a:cubicBezTo>
                  <a:lnTo>
                    <a:pt x="183684" y="254541"/>
                  </a:lnTo>
                  <a:close/>
                  <a:moveTo>
                    <a:pt x="243870" y="219809"/>
                  </a:moveTo>
                  <a:cubicBezTo>
                    <a:pt x="248084" y="212571"/>
                    <a:pt x="245603" y="203293"/>
                    <a:pt x="238331" y="199113"/>
                  </a:cubicBezTo>
                  <a:cubicBezTo>
                    <a:pt x="231092" y="194933"/>
                    <a:pt x="221849" y="197414"/>
                    <a:pt x="217635" y="204652"/>
                  </a:cubicBezTo>
                  <a:cubicBezTo>
                    <a:pt x="213454" y="211891"/>
                    <a:pt x="215935" y="221169"/>
                    <a:pt x="223208" y="225349"/>
                  </a:cubicBezTo>
                  <a:cubicBezTo>
                    <a:pt x="230446" y="229529"/>
                    <a:pt x="239724" y="227048"/>
                    <a:pt x="243870" y="219809"/>
                  </a:cubicBezTo>
                  <a:lnTo>
                    <a:pt x="243870" y="219809"/>
                  </a:lnTo>
                  <a:close/>
                  <a:moveTo>
                    <a:pt x="191535" y="101884"/>
                  </a:moveTo>
                  <a:cubicBezTo>
                    <a:pt x="196088" y="102326"/>
                    <a:pt x="200506" y="103074"/>
                    <a:pt x="204823" y="104196"/>
                  </a:cubicBezTo>
                  <a:lnTo>
                    <a:pt x="220319" y="61613"/>
                  </a:lnTo>
                  <a:cubicBezTo>
                    <a:pt x="211144" y="58894"/>
                    <a:pt x="201492" y="57161"/>
                    <a:pt x="191535" y="56584"/>
                  </a:cubicBezTo>
                  <a:lnTo>
                    <a:pt x="191535" y="101918"/>
                  </a:lnTo>
                  <a:lnTo>
                    <a:pt x="191535" y="101918"/>
                  </a:lnTo>
                  <a:close/>
                  <a:moveTo>
                    <a:pt x="219503" y="109531"/>
                  </a:moveTo>
                  <a:cubicBezTo>
                    <a:pt x="223582" y="111468"/>
                    <a:pt x="227456" y="113745"/>
                    <a:pt x="231160" y="116294"/>
                  </a:cubicBezTo>
                  <a:lnTo>
                    <a:pt x="260284" y="81562"/>
                  </a:lnTo>
                  <a:cubicBezTo>
                    <a:pt x="252502" y="75785"/>
                    <a:pt x="244040" y="70857"/>
                    <a:pt x="235000" y="66915"/>
                  </a:cubicBezTo>
                  <a:lnTo>
                    <a:pt x="219503" y="109497"/>
                  </a:lnTo>
                  <a:lnTo>
                    <a:pt x="219503" y="109497"/>
                  </a:lnTo>
                  <a:close/>
                  <a:moveTo>
                    <a:pt x="243156" y="126353"/>
                  </a:moveTo>
                  <a:cubicBezTo>
                    <a:pt x="246317" y="129548"/>
                    <a:pt x="249206" y="132980"/>
                    <a:pt x="251822" y="136650"/>
                  </a:cubicBezTo>
                  <a:lnTo>
                    <a:pt x="291074" y="113983"/>
                  </a:lnTo>
                  <a:cubicBezTo>
                    <a:pt x="285671" y="105827"/>
                    <a:pt x="279350" y="98316"/>
                    <a:pt x="272281" y="91621"/>
                  </a:cubicBezTo>
                  <a:lnTo>
                    <a:pt x="243190" y="126353"/>
                  </a:lnTo>
                  <a:lnTo>
                    <a:pt x="243190" y="126353"/>
                  </a:lnTo>
                  <a:close/>
                  <a:moveTo>
                    <a:pt x="259639" y="150210"/>
                  </a:moveTo>
                  <a:cubicBezTo>
                    <a:pt x="261474" y="154254"/>
                    <a:pt x="263037" y="158502"/>
                    <a:pt x="264261" y="162852"/>
                  </a:cubicBezTo>
                  <a:lnTo>
                    <a:pt x="308916" y="155002"/>
                  </a:lnTo>
                  <a:cubicBezTo>
                    <a:pt x="306639" y="145384"/>
                    <a:pt x="303240" y="136208"/>
                    <a:pt x="298924" y="127543"/>
                  </a:cubicBezTo>
                  <a:lnTo>
                    <a:pt x="259673" y="150210"/>
                  </a:lnTo>
                  <a:lnTo>
                    <a:pt x="259673" y="150210"/>
                  </a:lnTo>
                  <a:close/>
                  <a:moveTo>
                    <a:pt x="266945" y="178281"/>
                  </a:moveTo>
                  <a:cubicBezTo>
                    <a:pt x="267115" y="180490"/>
                    <a:pt x="267217" y="182767"/>
                    <a:pt x="267217" y="185043"/>
                  </a:cubicBezTo>
                  <a:cubicBezTo>
                    <a:pt x="267217" y="187321"/>
                    <a:pt x="267115" y="189564"/>
                    <a:pt x="266945" y="191772"/>
                  </a:cubicBezTo>
                  <a:lnTo>
                    <a:pt x="311600" y="199623"/>
                  </a:lnTo>
                  <a:cubicBezTo>
                    <a:pt x="312144" y="194831"/>
                    <a:pt x="312450" y="189971"/>
                    <a:pt x="312450" y="185043"/>
                  </a:cubicBezTo>
                  <a:cubicBezTo>
                    <a:pt x="312450" y="180116"/>
                    <a:pt x="312144" y="175222"/>
                    <a:pt x="311600" y="170431"/>
                  </a:cubicBezTo>
                  <a:lnTo>
                    <a:pt x="266945" y="178281"/>
                  </a:lnTo>
                  <a:lnTo>
                    <a:pt x="266945" y="178281"/>
                  </a:lnTo>
                  <a:close/>
                  <a:moveTo>
                    <a:pt x="264261" y="207167"/>
                  </a:moveTo>
                  <a:cubicBezTo>
                    <a:pt x="263037" y="211551"/>
                    <a:pt x="261508" y="215765"/>
                    <a:pt x="259639" y="219809"/>
                  </a:cubicBezTo>
                  <a:lnTo>
                    <a:pt x="298890" y="242477"/>
                  </a:lnTo>
                  <a:cubicBezTo>
                    <a:pt x="303206" y="233845"/>
                    <a:pt x="306605" y="224635"/>
                    <a:pt x="308882" y="215018"/>
                  </a:cubicBezTo>
                  <a:lnTo>
                    <a:pt x="264227" y="207167"/>
                  </a:lnTo>
                  <a:lnTo>
                    <a:pt x="264227" y="207167"/>
                  </a:lnTo>
                  <a:close/>
                  <a:moveTo>
                    <a:pt x="251822" y="233369"/>
                  </a:moveTo>
                  <a:cubicBezTo>
                    <a:pt x="249206" y="237005"/>
                    <a:pt x="246317" y="240506"/>
                    <a:pt x="243156" y="243666"/>
                  </a:cubicBezTo>
                  <a:lnTo>
                    <a:pt x="272247" y="278398"/>
                  </a:lnTo>
                  <a:cubicBezTo>
                    <a:pt x="279350" y="271703"/>
                    <a:pt x="285636" y="264193"/>
                    <a:pt x="291040" y="256036"/>
                  </a:cubicBezTo>
                  <a:lnTo>
                    <a:pt x="251788" y="233369"/>
                  </a:lnTo>
                  <a:lnTo>
                    <a:pt x="251788" y="233369"/>
                  </a:lnTo>
                  <a:close/>
                  <a:moveTo>
                    <a:pt x="231160" y="253760"/>
                  </a:moveTo>
                  <a:cubicBezTo>
                    <a:pt x="227456" y="256309"/>
                    <a:pt x="223582" y="258585"/>
                    <a:pt x="219503" y="260489"/>
                  </a:cubicBezTo>
                  <a:lnTo>
                    <a:pt x="235000" y="303104"/>
                  </a:lnTo>
                  <a:cubicBezTo>
                    <a:pt x="244006" y="299163"/>
                    <a:pt x="252502" y="294235"/>
                    <a:pt x="260284" y="288457"/>
                  </a:cubicBezTo>
                  <a:lnTo>
                    <a:pt x="231160" y="253760"/>
                  </a:lnTo>
                  <a:lnTo>
                    <a:pt x="231160" y="253760"/>
                  </a:lnTo>
                  <a:close/>
                  <a:moveTo>
                    <a:pt x="204823" y="265858"/>
                  </a:moveTo>
                  <a:cubicBezTo>
                    <a:pt x="200506" y="266979"/>
                    <a:pt x="196088" y="267761"/>
                    <a:pt x="191535" y="268169"/>
                  </a:cubicBezTo>
                  <a:lnTo>
                    <a:pt x="191535" y="313504"/>
                  </a:lnTo>
                  <a:cubicBezTo>
                    <a:pt x="201492" y="312926"/>
                    <a:pt x="211109" y="311193"/>
                    <a:pt x="220319" y="308440"/>
                  </a:cubicBezTo>
                  <a:lnTo>
                    <a:pt x="204823" y="265858"/>
                  </a:lnTo>
                  <a:lnTo>
                    <a:pt x="204823" y="265858"/>
                  </a:lnTo>
                  <a:close/>
                  <a:moveTo>
                    <a:pt x="175936" y="268169"/>
                  </a:moveTo>
                  <a:cubicBezTo>
                    <a:pt x="171382" y="267761"/>
                    <a:pt x="166930" y="266979"/>
                    <a:pt x="162648" y="265858"/>
                  </a:cubicBezTo>
                  <a:lnTo>
                    <a:pt x="147151" y="308474"/>
                  </a:lnTo>
                  <a:cubicBezTo>
                    <a:pt x="156361" y="311193"/>
                    <a:pt x="165978" y="312926"/>
                    <a:pt x="175936" y="313538"/>
                  </a:cubicBezTo>
                  <a:lnTo>
                    <a:pt x="175936" y="268203"/>
                  </a:lnTo>
                  <a:lnTo>
                    <a:pt x="175936" y="268203"/>
                  </a:lnTo>
                  <a:close/>
                  <a:moveTo>
                    <a:pt x="147967" y="260489"/>
                  </a:moveTo>
                  <a:cubicBezTo>
                    <a:pt x="143889" y="258551"/>
                    <a:pt x="139980" y="256309"/>
                    <a:pt x="136310" y="253726"/>
                  </a:cubicBezTo>
                  <a:lnTo>
                    <a:pt x="107186" y="288457"/>
                  </a:lnTo>
                  <a:cubicBezTo>
                    <a:pt x="115002" y="294235"/>
                    <a:pt x="123430" y="299163"/>
                    <a:pt x="132470" y="303104"/>
                  </a:cubicBezTo>
                  <a:lnTo>
                    <a:pt x="148001" y="260489"/>
                  </a:lnTo>
                  <a:lnTo>
                    <a:pt x="148001" y="260489"/>
                  </a:lnTo>
                  <a:close/>
                  <a:moveTo>
                    <a:pt x="124314" y="243666"/>
                  </a:moveTo>
                  <a:cubicBezTo>
                    <a:pt x="121188" y="240472"/>
                    <a:pt x="118265" y="237039"/>
                    <a:pt x="115648" y="233335"/>
                  </a:cubicBezTo>
                  <a:lnTo>
                    <a:pt x="76396" y="256002"/>
                  </a:lnTo>
                  <a:cubicBezTo>
                    <a:pt x="81800" y="264159"/>
                    <a:pt x="88087" y="271669"/>
                    <a:pt x="95156" y="278364"/>
                  </a:cubicBezTo>
                  <a:lnTo>
                    <a:pt x="124280" y="243632"/>
                  </a:lnTo>
                  <a:lnTo>
                    <a:pt x="124280" y="243632"/>
                  </a:lnTo>
                  <a:close/>
                  <a:moveTo>
                    <a:pt x="107832" y="219809"/>
                  </a:moveTo>
                  <a:cubicBezTo>
                    <a:pt x="105962" y="215765"/>
                    <a:pt x="104399" y="211517"/>
                    <a:pt x="103210" y="207167"/>
                  </a:cubicBezTo>
                  <a:lnTo>
                    <a:pt x="58555" y="215018"/>
                  </a:lnTo>
                  <a:cubicBezTo>
                    <a:pt x="60866" y="224635"/>
                    <a:pt x="64230" y="233845"/>
                    <a:pt x="68580" y="242477"/>
                  </a:cubicBezTo>
                  <a:lnTo>
                    <a:pt x="107832" y="219809"/>
                  </a:lnTo>
                  <a:lnTo>
                    <a:pt x="107832" y="219809"/>
                  </a:lnTo>
                  <a:close/>
                  <a:moveTo>
                    <a:pt x="100525" y="191772"/>
                  </a:moveTo>
                  <a:cubicBezTo>
                    <a:pt x="100355" y="189530"/>
                    <a:pt x="100253" y="187287"/>
                    <a:pt x="100253" y="185043"/>
                  </a:cubicBezTo>
                  <a:cubicBezTo>
                    <a:pt x="100253" y="182801"/>
                    <a:pt x="100355" y="180524"/>
                    <a:pt x="100525" y="178315"/>
                  </a:cubicBezTo>
                  <a:lnTo>
                    <a:pt x="55870" y="170431"/>
                  </a:lnTo>
                  <a:cubicBezTo>
                    <a:pt x="55326" y="175222"/>
                    <a:pt x="55054" y="180082"/>
                    <a:pt x="55054" y="185043"/>
                  </a:cubicBezTo>
                  <a:cubicBezTo>
                    <a:pt x="55054" y="190005"/>
                    <a:pt x="55360" y="194831"/>
                    <a:pt x="55870" y="199657"/>
                  </a:cubicBezTo>
                  <a:lnTo>
                    <a:pt x="100525" y="191806"/>
                  </a:lnTo>
                  <a:lnTo>
                    <a:pt x="100525" y="191806"/>
                  </a:lnTo>
                  <a:close/>
                  <a:moveTo>
                    <a:pt x="103210" y="162886"/>
                  </a:moveTo>
                  <a:cubicBezTo>
                    <a:pt x="104399" y="158502"/>
                    <a:pt x="105962" y="154288"/>
                    <a:pt x="107832" y="150244"/>
                  </a:cubicBezTo>
                  <a:lnTo>
                    <a:pt x="68580" y="127577"/>
                  </a:lnTo>
                  <a:cubicBezTo>
                    <a:pt x="64264" y="136242"/>
                    <a:pt x="60900" y="145418"/>
                    <a:pt x="58589" y="155036"/>
                  </a:cubicBezTo>
                  <a:lnTo>
                    <a:pt x="103244" y="162886"/>
                  </a:lnTo>
                  <a:lnTo>
                    <a:pt x="103244" y="162886"/>
                  </a:lnTo>
                  <a:close/>
                  <a:moveTo>
                    <a:pt x="115648" y="136684"/>
                  </a:moveTo>
                  <a:cubicBezTo>
                    <a:pt x="118265" y="133014"/>
                    <a:pt x="121154" y="129582"/>
                    <a:pt x="124314" y="126387"/>
                  </a:cubicBezTo>
                  <a:lnTo>
                    <a:pt x="95190" y="91655"/>
                  </a:lnTo>
                  <a:cubicBezTo>
                    <a:pt x="88121" y="98384"/>
                    <a:pt x="81834" y="105861"/>
                    <a:pt x="76430" y="114017"/>
                  </a:cubicBezTo>
                  <a:lnTo>
                    <a:pt x="115682" y="136684"/>
                  </a:lnTo>
                  <a:lnTo>
                    <a:pt x="115682" y="136684"/>
                  </a:lnTo>
                  <a:close/>
                  <a:moveTo>
                    <a:pt x="136276" y="116294"/>
                  </a:moveTo>
                  <a:cubicBezTo>
                    <a:pt x="139946" y="113745"/>
                    <a:pt x="143855" y="111468"/>
                    <a:pt x="147967" y="109531"/>
                  </a:cubicBezTo>
                  <a:lnTo>
                    <a:pt x="132436" y="66949"/>
                  </a:lnTo>
                  <a:cubicBezTo>
                    <a:pt x="123430" y="70891"/>
                    <a:pt x="114968" y="75785"/>
                    <a:pt x="107152" y="81596"/>
                  </a:cubicBezTo>
                  <a:lnTo>
                    <a:pt x="136276" y="116294"/>
                  </a:lnTo>
                  <a:lnTo>
                    <a:pt x="136276" y="116294"/>
                  </a:lnTo>
                  <a:close/>
                  <a:moveTo>
                    <a:pt x="162614" y="104196"/>
                  </a:moveTo>
                  <a:cubicBezTo>
                    <a:pt x="166930" y="103074"/>
                    <a:pt x="171348" y="102292"/>
                    <a:pt x="175902" y="101884"/>
                  </a:cubicBezTo>
                  <a:lnTo>
                    <a:pt x="175902" y="56550"/>
                  </a:lnTo>
                  <a:cubicBezTo>
                    <a:pt x="165978" y="57127"/>
                    <a:pt x="156361" y="58860"/>
                    <a:pt x="147151" y="61613"/>
                  </a:cubicBezTo>
                  <a:lnTo>
                    <a:pt x="162648" y="10419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2124;p47">
              <a:extLst>
                <a:ext uri="{FF2B5EF4-FFF2-40B4-BE49-F238E27FC236}">
                  <a16:creationId xmlns:a16="http://schemas.microsoft.com/office/drawing/2014/main" id="{DD095004-4D08-6F9E-8802-5E6F3E7556EB}"/>
                </a:ext>
              </a:extLst>
            </p:cNvPr>
            <p:cNvSpPr/>
            <p:nvPr/>
          </p:nvSpPr>
          <p:spPr>
            <a:xfrm>
              <a:off x="2592795" y="3379676"/>
              <a:ext cx="304633" cy="324038"/>
            </a:xfrm>
            <a:custGeom>
              <a:avLst/>
              <a:gdLst/>
              <a:ahLst/>
              <a:cxnLst/>
              <a:rect l="l" t="t" r="r" b="b"/>
              <a:pathLst>
                <a:path w="304633" h="324038" extrusionOk="0">
                  <a:moveTo>
                    <a:pt x="243089" y="34"/>
                  </a:moveTo>
                  <a:lnTo>
                    <a:pt x="245841" y="2311"/>
                  </a:lnTo>
                  <a:lnTo>
                    <a:pt x="231432" y="32421"/>
                  </a:lnTo>
                  <a:cubicBezTo>
                    <a:pt x="236224" y="37383"/>
                    <a:pt x="240676" y="42684"/>
                    <a:pt x="244788" y="48291"/>
                  </a:cubicBezTo>
                  <a:lnTo>
                    <a:pt x="276869" y="39048"/>
                  </a:lnTo>
                  <a:lnTo>
                    <a:pt x="285059" y="53287"/>
                  </a:lnTo>
                  <a:lnTo>
                    <a:pt x="261236" y="76634"/>
                  </a:lnTo>
                  <a:cubicBezTo>
                    <a:pt x="264023" y="82921"/>
                    <a:pt x="266436" y="89446"/>
                    <a:pt x="268373" y="96141"/>
                  </a:cubicBezTo>
                  <a:lnTo>
                    <a:pt x="301609" y="98452"/>
                  </a:lnTo>
                  <a:lnTo>
                    <a:pt x="304464" y="114628"/>
                  </a:lnTo>
                  <a:lnTo>
                    <a:pt x="274082" y="128426"/>
                  </a:lnTo>
                  <a:cubicBezTo>
                    <a:pt x="274320" y="131960"/>
                    <a:pt x="274456" y="135495"/>
                    <a:pt x="274456" y="139063"/>
                  </a:cubicBezTo>
                  <a:cubicBezTo>
                    <a:pt x="274456" y="142461"/>
                    <a:pt x="274320" y="145826"/>
                    <a:pt x="274116" y="149156"/>
                  </a:cubicBezTo>
                  <a:lnTo>
                    <a:pt x="304634" y="162716"/>
                  </a:lnTo>
                  <a:lnTo>
                    <a:pt x="301779" y="178893"/>
                  </a:lnTo>
                  <a:lnTo>
                    <a:pt x="268509" y="181441"/>
                  </a:lnTo>
                  <a:cubicBezTo>
                    <a:pt x="266572" y="188136"/>
                    <a:pt x="264227" y="194661"/>
                    <a:pt x="261440" y="200948"/>
                  </a:cubicBezTo>
                  <a:lnTo>
                    <a:pt x="285433" y="224091"/>
                  </a:lnTo>
                  <a:lnTo>
                    <a:pt x="277243" y="238331"/>
                  </a:lnTo>
                  <a:lnTo>
                    <a:pt x="245026" y="229359"/>
                  </a:lnTo>
                  <a:cubicBezTo>
                    <a:pt x="240948" y="234966"/>
                    <a:pt x="236530" y="240268"/>
                    <a:pt x="231738" y="245263"/>
                  </a:cubicBezTo>
                  <a:lnTo>
                    <a:pt x="246419" y="275272"/>
                  </a:lnTo>
                  <a:lnTo>
                    <a:pt x="233845" y="285807"/>
                  </a:lnTo>
                  <a:lnTo>
                    <a:pt x="206691" y="266368"/>
                  </a:lnTo>
                  <a:cubicBezTo>
                    <a:pt x="200982" y="270242"/>
                    <a:pt x="195001" y="273708"/>
                    <a:pt x="188782" y="276801"/>
                  </a:cubicBezTo>
                  <a:lnTo>
                    <a:pt x="192282" y="309969"/>
                  </a:lnTo>
                  <a:lnTo>
                    <a:pt x="176854" y="315577"/>
                  </a:lnTo>
                  <a:lnTo>
                    <a:pt x="157992" y="288050"/>
                  </a:lnTo>
                  <a:cubicBezTo>
                    <a:pt x="151331" y="289715"/>
                    <a:pt x="144501" y="290938"/>
                    <a:pt x="137534" y="291686"/>
                  </a:cubicBezTo>
                  <a:lnTo>
                    <a:pt x="129514" y="324039"/>
                  </a:lnTo>
                  <a:lnTo>
                    <a:pt x="113099" y="324039"/>
                  </a:lnTo>
                  <a:lnTo>
                    <a:pt x="104773" y="291720"/>
                  </a:lnTo>
                  <a:cubicBezTo>
                    <a:pt x="97806" y="290972"/>
                    <a:pt x="90976" y="289783"/>
                    <a:pt x="84315" y="288185"/>
                  </a:cubicBezTo>
                  <a:lnTo>
                    <a:pt x="65691" y="315848"/>
                  </a:lnTo>
                  <a:lnTo>
                    <a:pt x="50263" y="310241"/>
                  </a:lnTo>
                  <a:lnTo>
                    <a:pt x="53525" y="277039"/>
                  </a:lnTo>
                  <a:cubicBezTo>
                    <a:pt x="47272" y="273980"/>
                    <a:pt x="41291" y="270514"/>
                    <a:pt x="35547" y="266673"/>
                  </a:cubicBezTo>
                  <a:lnTo>
                    <a:pt x="8564" y="286316"/>
                  </a:lnTo>
                  <a:lnTo>
                    <a:pt x="0" y="279112"/>
                  </a:lnTo>
                  <a:lnTo>
                    <a:pt x="106438" y="156905"/>
                  </a:lnTo>
                  <a:cubicBezTo>
                    <a:pt x="110380" y="160133"/>
                    <a:pt x="115444" y="162036"/>
                    <a:pt x="120915" y="162036"/>
                  </a:cubicBezTo>
                  <a:cubicBezTo>
                    <a:pt x="133625" y="162036"/>
                    <a:pt x="143957" y="151705"/>
                    <a:pt x="143957" y="139029"/>
                  </a:cubicBezTo>
                  <a:cubicBezTo>
                    <a:pt x="143957" y="132402"/>
                    <a:pt x="141170" y="126421"/>
                    <a:pt x="136650" y="122207"/>
                  </a:cubicBezTo>
                  <a:lnTo>
                    <a:pt x="243089" y="0"/>
                  </a:lnTo>
                  <a:lnTo>
                    <a:pt x="243089" y="0"/>
                  </a:lnTo>
                  <a:close/>
                  <a:moveTo>
                    <a:pt x="181102" y="104331"/>
                  </a:moveTo>
                  <a:cubicBezTo>
                    <a:pt x="176922" y="97093"/>
                    <a:pt x="167644" y="94612"/>
                    <a:pt x="160405" y="98792"/>
                  </a:cubicBezTo>
                  <a:cubicBezTo>
                    <a:pt x="153166" y="102972"/>
                    <a:pt x="150652" y="112249"/>
                    <a:pt x="154866" y="119488"/>
                  </a:cubicBezTo>
                  <a:cubicBezTo>
                    <a:pt x="159046" y="126727"/>
                    <a:pt x="168290" y="129208"/>
                    <a:pt x="175562" y="125027"/>
                  </a:cubicBezTo>
                  <a:cubicBezTo>
                    <a:pt x="182801" y="120847"/>
                    <a:pt x="185282" y="111604"/>
                    <a:pt x="181102" y="104331"/>
                  </a:cubicBezTo>
                  <a:lnTo>
                    <a:pt x="181102" y="104331"/>
                  </a:lnTo>
                  <a:close/>
                  <a:moveTo>
                    <a:pt x="120915" y="208561"/>
                  </a:moveTo>
                  <a:cubicBezTo>
                    <a:pt x="129276" y="208561"/>
                    <a:pt x="136073" y="201764"/>
                    <a:pt x="136073" y="193403"/>
                  </a:cubicBezTo>
                  <a:cubicBezTo>
                    <a:pt x="136073" y="185043"/>
                    <a:pt x="129276" y="178247"/>
                    <a:pt x="120915" y="178247"/>
                  </a:cubicBezTo>
                  <a:cubicBezTo>
                    <a:pt x="112555" y="178247"/>
                    <a:pt x="105793" y="185043"/>
                    <a:pt x="105793" y="193403"/>
                  </a:cubicBezTo>
                  <a:cubicBezTo>
                    <a:pt x="105793" y="201764"/>
                    <a:pt x="112555" y="208561"/>
                    <a:pt x="120915" y="208561"/>
                  </a:cubicBezTo>
                  <a:lnTo>
                    <a:pt x="120915" y="208561"/>
                  </a:lnTo>
                  <a:close/>
                  <a:moveTo>
                    <a:pt x="181102" y="173829"/>
                  </a:moveTo>
                  <a:cubicBezTo>
                    <a:pt x="185316" y="166590"/>
                    <a:pt x="182835" y="157312"/>
                    <a:pt x="175562" y="153132"/>
                  </a:cubicBezTo>
                  <a:cubicBezTo>
                    <a:pt x="168324" y="148952"/>
                    <a:pt x="159080" y="151433"/>
                    <a:pt x="154866" y="158672"/>
                  </a:cubicBezTo>
                  <a:cubicBezTo>
                    <a:pt x="150686" y="165910"/>
                    <a:pt x="153166" y="175188"/>
                    <a:pt x="160439" y="179368"/>
                  </a:cubicBezTo>
                  <a:cubicBezTo>
                    <a:pt x="167678" y="183548"/>
                    <a:pt x="176955" y="181067"/>
                    <a:pt x="181102" y="173829"/>
                  </a:cubicBezTo>
                  <a:lnTo>
                    <a:pt x="181102" y="173829"/>
                  </a:lnTo>
                  <a:close/>
                  <a:moveTo>
                    <a:pt x="180388" y="80406"/>
                  </a:moveTo>
                  <a:cubicBezTo>
                    <a:pt x="183548" y="83601"/>
                    <a:pt x="186437" y="87033"/>
                    <a:pt x="189054" y="90703"/>
                  </a:cubicBezTo>
                  <a:lnTo>
                    <a:pt x="228306" y="68036"/>
                  </a:lnTo>
                  <a:cubicBezTo>
                    <a:pt x="222902" y="59880"/>
                    <a:pt x="216581" y="52369"/>
                    <a:pt x="209512" y="45674"/>
                  </a:cubicBezTo>
                  <a:lnTo>
                    <a:pt x="180422" y="80406"/>
                  </a:lnTo>
                  <a:lnTo>
                    <a:pt x="180422" y="80406"/>
                  </a:lnTo>
                  <a:close/>
                  <a:moveTo>
                    <a:pt x="196870" y="104263"/>
                  </a:moveTo>
                  <a:cubicBezTo>
                    <a:pt x="198705" y="108307"/>
                    <a:pt x="200269" y="112555"/>
                    <a:pt x="201492" y="116905"/>
                  </a:cubicBezTo>
                  <a:lnTo>
                    <a:pt x="246147" y="109055"/>
                  </a:lnTo>
                  <a:cubicBezTo>
                    <a:pt x="243870" y="99438"/>
                    <a:pt x="240472" y="90262"/>
                    <a:pt x="236156" y="81596"/>
                  </a:cubicBezTo>
                  <a:lnTo>
                    <a:pt x="196904" y="104263"/>
                  </a:lnTo>
                  <a:lnTo>
                    <a:pt x="196904" y="104263"/>
                  </a:lnTo>
                  <a:close/>
                  <a:moveTo>
                    <a:pt x="204177" y="132334"/>
                  </a:moveTo>
                  <a:cubicBezTo>
                    <a:pt x="204347" y="134543"/>
                    <a:pt x="204449" y="136820"/>
                    <a:pt x="204449" y="139097"/>
                  </a:cubicBezTo>
                  <a:cubicBezTo>
                    <a:pt x="204449" y="141374"/>
                    <a:pt x="204347" y="143617"/>
                    <a:pt x="204177" y="145826"/>
                  </a:cubicBezTo>
                  <a:lnTo>
                    <a:pt x="248832" y="153676"/>
                  </a:lnTo>
                  <a:cubicBezTo>
                    <a:pt x="249376" y="148884"/>
                    <a:pt x="249681" y="144025"/>
                    <a:pt x="249681" y="139097"/>
                  </a:cubicBezTo>
                  <a:cubicBezTo>
                    <a:pt x="249681" y="134169"/>
                    <a:pt x="249376" y="129275"/>
                    <a:pt x="248832" y="124484"/>
                  </a:cubicBezTo>
                  <a:lnTo>
                    <a:pt x="204177" y="132334"/>
                  </a:lnTo>
                  <a:lnTo>
                    <a:pt x="204177" y="132334"/>
                  </a:lnTo>
                  <a:close/>
                  <a:moveTo>
                    <a:pt x="201492" y="161221"/>
                  </a:moveTo>
                  <a:cubicBezTo>
                    <a:pt x="200269" y="165605"/>
                    <a:pt x="198739" y="169819"/>
                    <a:pt x="196870" y="173863"/>
                  </a:cubicBezTo>
                  <a:lnTo>
                    <a:pt x="236122" y="196530"/>
                  </a:lnTo>
                  <a:cubicBezTo>
                    <a:pt x="240438" y="187898"/>
                    <a:pt x="243836" y="178688"/>
                    <a:pt x="246113" y="169071"/>
                  </a:cubicBezTo>
                  <a:lnTo>
                    <a:pt x="201458" y="161221"/>
                  </a:lnTo>
                  <a:lnTo>
                    <a:pt x="201458" y="161221"/>
                  </a:lnTo>
                  <a:close/>
                  <a:moveTo>
                    <a:pt x="189054" y="187422"/>
                  </a:moveTo>
                  <a:cubicBezTo>
                    <a:pt x="186437" y="191059"/>
                    <a:pt x="183548" y="194559"/>
                    <a:pt x="180388" y="197720"/>
                  </a:cubicBezTo>
                  <a:lnTo>
                    <a:pt x="209478" y="232451"/>
                  </a:lnTo>
                  <a:cubicBezTo>
                    <a:pt x="216581" y="225756"/>
                    <a:pt x="222868" y="218246"/>
                    <a:pt x="228272" y="210090"/>
                  </a:cubicBezTo>
                  <a:lnTo>
                    <a:pt x="189020" y="187422"/>
                  </a:lnTo>
                  <a:lnTo>
                    <a:pt x="189020" y="187422"/>
                  </a:lnTo>
                  <a:close/>
                  <a:moveTo>
                    <a:pt x="168392" y="207813"/>
                  </a:moveTo>
                  <a:cubicBezTo>
                    <a:pt x="164687" y="210362"/>
                    <a:pt x="160813" y="212639"/>
                    <a:pt x="156735" y="214542"/>
                  </a:cubicBezTo>
                  <a:lnTo>
                    <a:pt x="172232" y="257158"/>
                  </a:lnTo>
                  <a:cubicBezTo>
                    <a:pt x="181237" y="253216"/>
                    <a:pt x="189733" y="248288"/>
                    <a:pt x="197516" y="242511"/>
                  </a:cubicBezTo>
                  <a:lnTo>
                    <a:pt x="168392" y="207813"/>
                  </a:lnTo>
                  <a:lnTo>
                    <a:pt x="168392" y="207813"/>
                  </a:lnTo>
                  <a:close/>
                  <a:moveTo>
                    <a:pt x="142054" y="219911"/>
                  </a:moveTo>
                  <a:cubicBezTo>
                    <a:pt x="137738" y="221033"/>
                    <a:pt x="133320" y="221815"/>
                    <a:pt x="128766" y="222222"/>
                  </a:cubicBezTo>
                  <a:lnTo>
                    <a:pt x="128766" y="267557"/>
                  </a:lnTo>
                  <a:cubicBezTo>
                    <a:pt x="138723" y="266979"/>
                    <a:pt x="148341" y="265246"/>
                    <a:pt x="157550" y="262494"/>
                  </a:cubicBezTo>
                  <a:lnTo>
                    <a:pt x="142054" y="219911"/>
                  </a:lnTo>
                  <a:lnTo>
                    <a:pt x="142054" y="219911"/>
                  </a:lnTo>
                  <a:close/>
                  <a:moveTo>
                    <a:pt x="113167" y="222222"/>
                  </a:moveTo>
                  <a:cubicBezTo>
                    <a:pt x="108613" y="221815"/>
                    <a:pt x="104161" y="221033"/>
                    <a:pt x="99879" y="219911"/>
                  </a:cubicBezTo>
                  <a:lnTo>
                    <a:pt x="84382" y="262528"/>
                  </a:lnTo>
                  <a:cubicBezTo>
                    <a:pt x="93592" y="265246"/>
                    <a:pt x="103210" y="266979"/>
                    <a:pt x="113167" y="267591"/>
                  </a:cubicBezTo>
                  <a:lnTo>
                    <a:pt x="113167" y="222256"/>
                  </a:lnTo>
                  <a:lnTo>
                    <a:pt x="113167" y="222256"/>
                  </a:lnTo>
                  <a:close/>
                  <a:moveTo>
                    <a:pt x="85198" y="214542"/>
                  </a:moveTo>
                  <a:cubicBezTo>
                    <a:pt x="81120" y="212605"/>
                    <a:pt x="77212" y="210362"/>
                    <a:pt x="73542" y="207779"/>
                  </a:cubicBezTo>
                  <a:lnTo>
                    <a:pt x="44417" y="242511"/>
                  </a:lnTo>
                  <a:cubicBezTo>
                    <a:pt x="52234" y="248288"/>
                    <a:pt x="60662" y="253216"/>
                    <a:pt x="69702" y="257158"/>
                  </a:cubicBezTo>
                  <a:lnTo>
                    <a:pt x="85232" y="21454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" name="Google Shape;2116;p47">
            <a:extLst>
              <a:ext uri="{FF2B5EF4-FFF2-40B4-BE49-F238E27FC236}">
                <a16:creationId xmlns:a16="http://schemas.microsoft.com/office/drawing/2014/main" id="{667CA694-78D5-21E3-4742-A900C9D8D230}"/>
              </a:ext>
            </a:extLst>
          </p:cNvPr>
          <p:cNvGrpSpPr/>
          <p:nvPr/>
        </p:nvGrpSpPr>
        <p:grpSpPr>
          <a:xfrm rot="12751444">
            <a:off x="-1699400" y="-112677"/>
            <a:ext cx="675815" cy="663836"/>
            <a:chOff x="2538624" y="3765566"/>
            <a:chExt cx="350240" cy="345177"/>
          </a:xfrm>
        </p:grpSpPr>
        <p:sp>
          <p:nvSpPr>
            <p:cNvPr id="49" name="Google Shape;2117;p47">
              <a:extLst>
                <a:ext uri="{FF2B5EF4-FFF2-40B4-BE49-F238E27FC236}">
                  <a16:creationId xmlns:a16="http://schemas.microsoft.com/office/drawing/2014/main" id="{2875C115-B240-5D16-B896-8B799723281B}"/>
                </a:ext>
              </a:extLst>
            </p:cNvPr>
            <p:cNvSpPr/>
            <p:nvPr/>
          </p:nvSpPr>
          <p:spPr>
            <a:xfrm>
              <a:off x="2538624" y="3765566"/>
              <a:ext cx="350240" cy="345177"/>
            </a:xfrm>
            <a:custGeom>
              <a:avLst/>
              <a:gdLst/>
              <a:ahLst/>
              <a:cxnLst/>
              <a:rect l="l" t="t" r="r" b="b"/>
              <a:pathLst>
                <a:path w="350240" h="345177" extrusionOk="0">
                  <a:moveTo>
                    <a:pt x="201696" y="50807"/>
                  </a:moveTo>
                  <a:cubicBezTo>
                    <a:pt x="213998" y="53423"/>
                    <a:pt x="225654" y="57807"/>
                    <a:pt x="236359" y="63720"/>
                  </a:cubicBezTo>
                  <a:lnTo>
                    <a:pt x="278398" y="33135"/>
                  </a:lnTo>
                  <a:lnTo>
                    <a:pt x="298313" y="49821"/>
                  </a:lnTo>
                  <a:lnTo>
                    <a:pt x="275611" y="97195"/>
                  </a:lnTo>
                  <a:cubicBezTo>
                    <a:pt x="283156" y="106880"/>
                    <a:pt x="289375" y="117687"/>
                    <a:pt x="293895" y="129344"/>
                  </a:cubicBezTo>
                  <a:lnTo>
                    <a:pt x="345721" y="132912"/>
                  </a:lnTo>
                  <a:lnTo>
                    <a:pt x="350240" y="158502"/>
                  </a:lnTo>
                  <a:lnTo>
                    <a:pt x="302425" y="180218"/>
                  </a:lnTo>
                  <a:cubicBezTo>
                    <a:pt x="301983" y="192894"/>
                    <a:pt x="299672" y="205094"/>
                    <a:pt x="295764" y="216581"/>
                  </a:cubicBezTo>
                  <a:lnTo>
                    <a:pt x="333180" y="252672"/>
                  </a:lnTo>
                  <a:lnTo>
                    <a:pt x="320199" y="275136"/>
                  </a:lnTo>
                  <a:lnTo>
                    <a:pt x="269562" y="261032"/>
                  </a:lnTo>
                  <a:cubicBezTo>
                    <a:pt x="261270" y="270174"/>
                    <a:pt x="251720" y="278127"/>
                    <a:pt x="241117" y="284583"/>
                  </a:cubicBezTo>
                  <a:lnTo>
                    <a:pt x="246589" y="336307"/>
                  </a:lnTo>
                  <a:lnTo>
                    <a:pt x="222188" y="345177"/>
                  </a:lnTo>
                  <a:lnTo>
                    <a:pt x="192486" y="301847"/>
                  </a:lnTo>
                  <a:cubicBezTo>
                    <a:pt x="186777" y="302629"/>
                    <a:pt x="180932" y="303071"/>
                    <a:pt x="174984" y="303071"/>
                  </a:cubicBezTo>
                  <a:cubicBezTo>
                    <a:pt x="168357" y="303071"/>
                    <a:pt x="161900" y="302561"/>
                    <a:pt x="155545" y="301575"/>
                  </a:cubicBezTo>
                  <a:lnTo>
                    <a:pt x="126489" y="344701"/>
                  </a:lnTo>
                  <a:lnTo>
                    <a:pt x="102088" y="335832"/>
                  </a:lnTo>
                  <a:lnTo>
                    <a:pt x="107220" y="283530"/>
                  </a:lnTo>
                  <a:cubicBezTo>
                    <a:pt x="96719" y="276937"/>
                    <a:pt x="87271" y="268849"/>
                    <a:pt x="79149" y="259571"/>
                  </a:cubicBezTo>
                  <a:lnTo>
                    <a:pt x="29124" y="273946"/>
                  </a:lnTo>
                  <a:lnTo>
                    <a:pt x="16142" y="251483"/>
                  </a:lnTo>
                  <a:lnTo>
                    <a:pt x="53661" y="214746"/>
                  </a:lnTo>
                  <a:cubicBezTo>
                    <a:pt x="49923" y="203225"/>
                    <a:pt x="47781" y="190991"/>
                    <a:pt x="47544" y="178315"/>
                  </a:cubicBezTo>
                  <a:lnTo>
                    <a:pt x="0" y="157177"/>
                  </a:lnTo>
                  <a:lnTo>
                    <a:pt x="4520" y="131621"/>
                  </a:lnTo>
                  <a:lnTo>
                    <a:pt x="56855" y="127577"/>
                  </a:lnTo>
                  <a:cubicBezTo>
                    <a:pt x="61579" y="116022"/>
                    <a:pt x="67900" y="105283"/>
                    <a:pt x="75615" y="95699"/>
                  </a:cubicBezTo>
                  <a:lnTo>
                    <a:pt x="52777" y="48971"/>
                  </a:lnTo>
                  <a:lnTo>
                    <a:pt x="72658" y="32285"/>
                  </a:lnTo>
                  <a:lnTo>
                    <a:pt x="115376" y="62837"/>
                  </a:lnTo>
                  <a:cubicBezTo>
                    <a:pt x="126149" y="57094"/>
                    <a:pt x="137873" y="52880"/>
                    <a:pt x="150210" y="50433"/>
                  </a:cubicBezTo>
                  <a:lnTo>
                    <a:pt x="162750" y="0"/>
                  </a:lnTo>
                  <a:lnTo>
                    <a:pt x="188714" y="0"/>
                  </a:lnTo>
                  <a:lnTo>
                    <a:pt x="201764" y="50841"/>
                  </a:lnTo>
                  <a:lnTo>
                    <a:pt x="201764" y="50841"/>
                  </a:lnTo>
                  <a:close/>
                  <a:moveTo>
                    <a:pt x="174984" y="155614"/>
                  </a:moveTo>
                  <a:cubicBezTo>
                    <a:pt x="163973" y="155614"/>
                    <a:pt x="155070" y="164517"/>
                    <a:pt x="155070" y="175528"/>
                  </a:cubicBezTo>
                  <a:cubicBezTo>
                    <a:pt x="155070" y="186539"/>
                    <a:pt x="163973" y="195443"/>
                    <a:pt x="174984" y="195443"/>
                  </a:cubicBezTo>
                  <a:cubicBezTo>
                    <a:pt x="185995" y="195443"/>
                    <a:pt x="194899" y="186539"/>
                    <a:pt x="194899" y="175528"/>
                  </a:cubicBezTo>
                  <a:cubicBezTo>
                    <a:pt x="194899" y="164517"/>
                    <a:pt x="185961" y="155614"/>
                    <a:pt x="174984" y="155614"/>
                  </a:cubicBezTo>
                  <a:lnTo>
                    <a:pt x="174984" y="155614"/>
                  </a:lnTo>
                  <a:close/>
                  <a:moveTo>
                    <a:pt x="182427" y="134645"/>
                  </a:moveTo>
                  <a:cubicBezTo>
                    <a:pt x="188408" y="135733"/>
                    <a:pt x="193947" y="138112"/>
                    <a:pt x="198739" y="141476"/>
                  </a:cubicBezTo>
                  <a:lnTo>
                    <a:pt x="228611" y="111842"/>
                  </a:lnTo>
                  <a:cubicBezTo>
                    <a:pt x="215901" y="101103"/>
                    <a:pt x="199929" y="94136"/>
                    <a:pt x="182393" y="92573"/>
                  </a:cubicBezTo>
                  <a:lnTo>
                    <a:pt x="182393" y="134645"/>
                  </a:lnTo>
                  <a:lnTo>
                    <a:pt x="182393" y="134645"/>
                  </a:lnTo>
                  <a:close/>
                  <a:moveTo>
                    <a:pt x="209206" y="152011"/>
                  </a:moveTo>
                  <a:cubicBezTo>
                    <a:pt x="212503" y="156735"/>
                    <a:pt x="214780" y="162206"/>
                    <a:pt x="215833" y="168120"/>
                  </a:cubicBezTo>
                  <a:lnTo>
                    <a:pt x="257939" y="168120"/>
                  </a:lnTo>
                  <a:cubicBezTo>
                    <a:pt x="256410" y="150822"/>
                    <a:pt x="249579" y="135019"/>
                    <a:pt x="239078" y="122377"/>
                  </a:cubicBezTo>
                  <a:lnTo>
                    <a:pt x="209206" y="152011"/>
                  </a:lnTo>
                  <a:lnTo>
                    <a:pt x="209206" y="152011"/>
                  </a:lnTo>
                  <a:close/>
                  <a:moveTo>
                    <a:pt x="215833" y="182971"/>
                  </a:moveTo>
                  <a:cubicBezTo>
                    <a:pt x="214746" y="188918"/>
                    <a:pt x="212435" y="194424"/>
                    <a:pt x="209138" y="199181"/>
                  </a:cubicBezTo>
                  <a:lnTo>
                    <a:pt x="238874" y="228951"/>
                  </a:lnTo>
                  <a:cubicBezTo>
                    <a:pt x="249477" y="216275"/>
                    <a:pt x="256410" y="200405"/>
                    <a:pt x="257939" y="182971"/>
                  </a:cubicBezTo>
                  <a:lnTo>
                    <a:pt x="215833" y="182971"/>
                  </a:lnTo>
                  <a:close/>
                  <a:moveTo>
                    <a:pt x="198603" y="209682"/>
                  </a:moveTo>
                  <a:cubicBezTo>
                    <a:pt x="193845" y="213013"/>
                    <a:pt x="188340" y="215358"/>
                    <a:pt x="182393" y="216411"/>
                  </a:cubicBezTo>
                  <a:lnTo>
                    <a:pt x="182393" y="258518"/>
                  </a:lnTo>
                  <a:cubicBezTo>
                    <a:pt x="199792" y="256954"/>
                    <a:pt x="215663" y="250056"/>
                    <a:pt x="228339" y="239453"/>
                  </a:cubicBezTo>
                  <a:lnTo>
                    <a:pt x="198569" y="209682"/>
                  </a:lnTo>
                  <a:lnTo>
                    <a:pt x="198569" y="209682"/>
                  </a:lnTo>
                  <a:close/>
                  <a:moveTo>
                    <a:pt x="167542" y="216411"/>
                  </a:moveTo>
                  <a:cubicBezTo>
                    <a:pt x="161560" y="215323"/>
                    <a:pt x="155987" y="212945"/>
                    <a:pt x="151161" y="209580"/>
                  </a:cubicBezTo>
                  <a:lnTo>
                    <a:pt x="121289" y="239214"/>
                  </a:lnTo>
                  <a:cubicBezTo>
                    <a:pt x="133999" y="249954"/>
                    <a:pt x="150006" y="256954"/>
                    <a:pt x="167542" y="258518"/>
                  </a:cubicBezTo>
                  <a:lnTo>
                    <a:pt x="167542" y="216411"/>
                  </a:lnTo>
                  <a:lnTo>
                    <a:pt x="167542" y="216411"/>
                  </a:lnTo>
                  <a:close/>
                  <a:moveTo>
                    <a:pt x="140694" y="199011"/>
                  </a:moveTo>
                  <a:cubicBezTo>
                    <a:pt x="137432" y="194288"/>
                    <a:pt x="135155" y="188816"/>
                    <a:pt x="134101" y="182937"/>
                  </a:cubicBezTo>
                  <a:lnTo>
                    <a:pt x="91995" y="182937"/>
                  </a:lnTo>
                  <a:cubicBezTo>
                    <a:pt x="93524" y="200235"/>
                    <a:pt x="100321" y="216003"/>
                    <a:pt x="110822" y="228611"/>
                  </a:cubicBezTo>
                  <a:lnTo>
                    <a:pt x="140694" y="198977"/>
                  </a:lnTo>
                  <a:lnTo>
                    <a:pt x="140694" y="198977"/>
                  </a:lnTo>
                  <a:close/>
                  <a:moveTo>
                    <a:pt x="134101" y="168120"/>
                  </a:moveTo>
                  <a:cubicBezTo>
                    <a:pt x="135189" y="162173"/>
                    <a:pt x="137500" y="156667"/>
                    <a:pt x="140830" y="151875"/>
                  </a:cubicBezTo>
                  <a:lnTo>
                    <a:pt x="111060" y="122139"/>
                  </a:lnTo>
                  <a:cubicBezTo>
                    <a:pt x="100457" y="134815"/>
                    <a:pt x="93524" y="150686"/>
                    <a:pt x="91995" y="168120"/>
                  </a:cubicBezTo>
                  <a:lnTo>
                    <a:pt x="134101" y="168120"/>
                  </a:lnTo>
                  <a:close/>
                  <a:moveTo>
                    <a:pt x="151331" y="141408"/>
                  </a:moveTo>
                  <a:cubicBezTo>
                    <a:pt x="156123" y="138112"/>
                    <a:pt x="161594" y="135733"/>
                    <a:pt x="167576" y="134679"/>
                  </a:cubicBezTo>
                  <a:lnTo>
                    <a:pt x="167576" y="92573"/>
                  </a:lnTo>
                  <a:cubicBezTo>
                    <a:pt x="150176" y="94136"/>
                    <a:pt x="134271" y="101035"/>
                    <a:pt x="121595" y="111638"/>
                  </a:cubicBezTo>
                  <a:lnTo>
                    <a:pt x="151331" y="1414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2118;p47">
              <a:extLst>
                <a:ext uri="{FF2B5EF4-FFF2-40B4-BE49-F238E27FC236}">
                  <a16:creationId xmlns:a16="http://schemas.microsoft.com/office/drawing/2014/main" id="{3A0D063A-5EF2-5888-90BE-BEC4972FCF81}"/>
                </a:ext>
              </a:extLst>
            </p:cNvPr>
            <p:cNvSpPr/>
            <p:nvPr/>
          </p:nvSpPr>
          <p:spPr>
            <a:xfrm>
              <a:off x="2566695" y="3862181"/>
              <a:ext cx="322169" cy="248560"/>
            </a:xfrm>
            <a:custGeom>
              <a:avLst/>
              <a:gdLst/>
              <a:ahLst/>
              <a:cxnLst/>
              <a:rect l="l" t="t" r="r" b="b"/>
              <a:pathLst>
                <a:path w="322169" h="248560" extrusionOk="0">
                  <a:moveTo>
                    <a:pt x="247813" y="0"/>
                  </a:moveTo>
                  <a:lnTo>
                    <a:pt x="247541" y="577"/>
                  </a:lnTo>
                  <a:cubicBezTo>
                    <a:pt x="255085" y="10263"/>
                    <a:pt x="261304" y="21070"/>
                    <a:pt x="265824" y="32727"/>
                  </a:cubicBezTo>
                  <a:lnTo>
                    <a:pt x="317650" y="36295"/>
                  </a:lnTo>
                  <a:lnTo>
                    <a:pt x="322170" y="61885"/>
                  </a:lnTo>
                  <a:lnTo>
                    <a:pt x="274354" y="83601"/>
                  </a:lnTo>
                  <a:cubicBezTo>
                    <a:pt x="273913" y="96277"/>
                    <a:pt x="271601" y="108477"/>
                    <a:pt x="267693" y="119964"/>
                  </a:cubicBezTo>
                  <a:lnTo>
                    <a:pt x="305110" y="156055"/>
                  </a:lnTo>
                  <a:lnTo>
                    <a:pt x="292128" y="178519"/>
                  </a:lnTo>
                  <a:lnTo>
                    <a:pt x="241492" y="164415"/>
                  </a:lnTo>
                  <a:cubicBezTo>
                    <a:pt x="233200" y="173557"/>
                    <a:pt x="223650" y="181509"/>
                    <a:pt x="213047" y="187966"/>
                  </a:cubicBezTo>
                  <a:lnTo>
                    <a:pt x="218518" y="239690"/>
                  </a:lnTo>
                  <a:lnTo>
                    <a:pt x="194118" y="248560"/>
                  </a:lnTo>
                  <a:lnTo>
                    <a:pt x="164415" y="205230"/>
                  </a:lnTo>
                  <a:cubicBezTo>
                    <a:pt x="158706" y="206012"/>
                    <a:pt x="152861" y="206454"/>
                    <a:pt x="146914" y="206454"/>
                  </a:cubicBezTo>
                  <a:cubicBezTo>
                    <a:pt x="140287" y="206454"/>
                    <a:pt x="133830" y="205944"/>
                    <a:pt x="127475" y="204958"/>
                  </a:cubicBezTo>
                  <a:lnTo>
                    <a:pt x="98418" y="248084"/>
                  </a:lnTo>
                  <a:lnTo>
                    <a:pt x="74018" y="239214"/>
                  </a:lnTo>
                  <a:lnTo>
                    <a:pt x="79149" y="186913"/>
                  </a:lnTo>
                  <a:cubicBezTo>
                    <a:pt x="68648" y="180320"/>
                    <a:pt x="59201" y="172231"/>
                    <a:pt x="51078" y="162954"/>
                  </a:cubicBezTo>
                  <a:lnTo>
                    <a:pt x="1054" y="177329"/>
                  </a:lnTo>
                  <a:lnTo>
                    <a:pt x="0" y="175528"/>
                  </a:lnTo>
                  <a:lnTo>
                    <a:pt x="75615" y="121969"/>
                  </a:lnTo>
                  <a:cubicBezTo>
                    <a:pt x="77756" y="125503"/>
                    <a:pt x="80135" y="128868"/>
                    <a:pt x="82786" y="132028"/>
                  </a:cubicBezTo>
                  <a:lnTo>
                    <a:pt x="112658" y="102394"/>
                  </a:lnTo>
                  <a:cubicBezTo>
                    <a:pt x="111638" y="100899"/>
                    <a:pt x="110721" y="99336"/>
                    <a:pt x="109871" y="97704"/>
                  </a:cubicBezTo>
                  <a:lnTo>
                    <a:pt x="127950" y="84892"/>
                  </a:lnTo>
                  <a:cubicBezTo>
                    <a:pt x="130499" y="92947"/>
                    <a:pt x="138044" y="98792"/>
                    <a:pt x="146948" y="98792"/>
                  </a:cubicBezTo>
                  <a:cubicBezTo>
                    <a:pt x="157925" y="98792"/>
                    <a:pt x="166862" y="89888"/>
                    <a:pt x="166862" y="78877"/>
                  </a:cubicBezTo>
                  <a:cubicBezTo>
                    <a:pt x="166862" y="72386"/>
                    <a:pt x="163770" y="66575"/>
                    <a:pt x="158944" y="62973"/>
                  </a:cubicBezTo>
                  <a:lnTo>
                    <a:pt x="209954" y="26848"/>
                  </a:lnTo>
                  <a:lnTo>
                    <a:pt x="181170" y="55360"/>
                  </a:lnTo>
                  <a:cubicBezTo>
                    <a:pt x="184466" y="60084"/>
                    <a:pt x="186743" y="65556"/>
                    <a:pt x="187796" y="71469"/>
                  </a:cubicBezTo>
                  <a:lnTo>
                    <a:pt x="229903" y="71469"/>
                  </a:lnTo>
                  <a:cubicBezTo>
                    <a:pt x="228374" y="54239"/>
                    <a:pt x="221611" y="38538"/>
                    <a:pt x="211212" y="25930"/>
                  </a:cubicBezTo>
                  <a:lnTo>
                    <a:pt x="247813" y="0"/>
                  </a:lnTo>
                  <a:lnTo>
                    <a:pt x="247813" y="0"/>
                  </a:lnTo>
                  <a:close/>
                  <a:moveTo>
                    <a:pt x="187796" y="86320"/>
                  </a:moveTo>
                  <a:cubicBezTo>
                    <a:pt x="186709" y="92267"/>
                    <a:pt x="184398" y="97772"/>
                    <a:pt x="181102" y="102530"/>
                  </a:cubicBezTo>
                  <a:lnTo>
                    <a:pt x="210838" y="132300"/>
                  </a:lnTo>
                  <a:cubicBezTo>
                    <a:pt x="221441" y="119624"/>
                    <a:pt x="228374" y="103754"/>
                    <a:pt x="229903" y="86320"/>
                  </a:cubicBezTo>
                  <a:lnTo>
                    <a:pt x="187796" y="86320"/>
                  </a:lnTo>
                  <a:close/>
                  <a:moveTo>
                    <a:pt x="170567" y="113031"/>
                  </a:moveTo>
                  <a:cubicBezTo>
                    <a:pt x="165809" y="116362"/>
                    <a:pt x="160303" y="118706"/>
                    <a:pt x="154356" y="119760"/>
                  </a:cubicBezTo>
                  <a:lnTo>
                    <a:pt x="154356" y="161866"/>
                  </a:lnTo>
                  <a:cubicBezTo>
                    <a:pt x="171756" y="160303"/>
                    <a:pt x="187627" y="153404"/>
                    <a:pt x="200303" y="142801"/>
                  </a:cubicBezTo>
                  <a:lnTo>
                    <a:pt x="170533" y="113031"/>
                  </a:lnTo>
                  <a:lnTo>
                    <a:pt x="170533" y="113031"/>
                  </a:lnTo>
                  <a:close/>
                  <a:moveTo>
                    <a:pt x="139505" y="119760"/>
                  </a:moveTo>
                  <a:cubicBezTo>
                    <a:pt x="133524" y="118672"/>
                    <a:pt x="127950" y="116294"/>
                    <a:pt x="123125" y="112929"/>
                  </a:cubicBezTo>
                  <a:lnTo>
                    <a:pt x="93253" y="142563"/>
                  </a:lnTo>
                  <a:cubicBezTo>
                    <a:pt x="105963" y="153302"/>
                    <a:pt x="121969" y="160303"/>
                    <a:pt x="139505" y="161866"/>
                  </a:cubicBezTo>
                  <a:lnTo>
                    <a:pt x="139505" y="119760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2446;p47">
            <a:extLst>
              <a:ext uri="{FF2B5EF4-FFF2-40B4-BE49-F238E27FC236}">
                <a16:creationId xmlns:a16="http://schemas.microsoft.com/office/drawing/2014/main" id="{7752D6AC-510B-3E97-50BD-4814B74679A1}"/>
              </a:ext>
            </a:extLst>
          </p:cNvPr>
          <p:cNvGrpSpPr/>
          <p:nvPr/>
        </p:nvGrpSpPr>
        <p:grpSpPr>
          <a:xfrm rot="5400000">
            <a:off x="9689673" y="435113"/>
            <a:ext cx="1389144" cy="804990"/>
            <a:chOff x="2974447" y="973475"/>
            <a:chExt cx="395621" cy="229257"/>
          </a:xfrm>
        </p:grpSpPr>
        <p:sp>
          <p:nvSpPr>
            <p:cNvPr id="52" name="Google Shape;2447;p47">
              <a:extLst>
                <a:ext uri="{FF2B5EF4-FFF2-40B4-BE49-F238E27FC236}">
                  <a16:creationId xmlns:a16="http://schemas.microsoft.com/office/drawing/2014/main" id="{607EAFC6-075A-30C1-DEE4-2375E47ACC6B}"/>
                </a:ext>
              </a:extLst>
            </p:cNvPr>
            <p:cNvSpPr/>
            <p:nvPr/>
          </p:nvSpPr>
          <p:spPr>
            <a:xfrm>
              <a:off x="3216115" y="1014970"/>
              <a:ext cx="143617" cy="99165"/>
            </a:xfrm>
            <a:custGeom>
              <a:avLst/>
              <a:gdLst/>
              <a:ahLst/>
              <a:cxnLst/>
              <a:rect l="l" t="t" r="r" b="b"/>
              <a:pathLst>
                <a:path w="143617" h="99165" extrusionOk="0">
                  <a:moveTo>
                    <a:pt x="25250" y="0"/>
                  </a:moveTo>
                  <a:lnTo>
                    <a:pt x="0" y="53661"/>
                  </a:lnTo>
                  <a:lnTo>
                    <a:pt x="131315" y="99166"/>
                  </a:lnTo>
                  <a:lnTo>
                    <a:pt x="143617" y="73032"/>
                  </a:lnTo>
                  <a:lnTo>
                    <a:pt x="252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2448;p47">
              <a:extLst>
                <a:ext uri="{FF2B5EF4-FFF2-40B4-BE49-F238E27FC236}">
                  <a16:creationId xmlns:a16="http://schemas.microsoft.com/office/drawing/2014/main" id="{BC100D29-0351-C61C-2D6D-6E7E9AA63076}"/>
                </a:ext>
              </a:extLst>
            </p:cNvPr>
            <p:cNvSpPr/>
            <p:nvPr/>
          </p:nvSpPr>
          <p:spPr>
            <a:xfrm>
              <a:off x="3199573" y="1012361"/>
              <a:ext cx="59416" cy="59416"/>
            </a:xfrm>
            <a:custGeom>
              <a:avLst/>
              <a:gdLst/>
              <a:ahLst/>
              <a:cxnLst/>
              <a:rect l="l" t="t" r="r" b="b"/>
              <a:pathLst>
                <a:path w="59416" h="59416" extrusionOk="0">
                  <a:moveTo>
                    <a:pt x="56576" y="42370"/>
                  </a:moveTo>
                  <a:cubicBezTo>
                    <a:pt x="49609" y="57187"/>
                    <a:pt x="31869" y="63576"/>
                    <a:pt x="17052" y="56576"/>
                  </a:cubicBezTo>
                  <a:cubicBezTo>
                    <a:pt x="2201" y="49575"/>
                    <a:pt x="-4154" y="31903"/>
                    <a:pt x="2847" y="17052"/>
                  </a:cubicBezTo>
                  <a:cubicBezTo>
                    <a:pt x="9847" y="2201"/>
                    <a:pt x="27519" y="-4154"/>
                    <a:pt x="42370" y="2847"/>
                  </a:cubicBezTo>
                  <a:cubicBezTo>
                    <a:pt x="57187" y="9847"/>
                    <a:pt x="63576" y="27519"/>
                    <a:pt x="56576" y="423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2449;p47">
              <a:extLst>
                <a:ext uri="{FF2B5EF4-FFF2-40B4-BE49-F238E27FC236}">
                  <a16:creationId xmlns:a16="http://schemas.microsoft.com/office/drawing/2014/main" id="{C77A7D8B-6280-2385-EDB4-133FA3827D14}"/>
                </a:ext>
              </a:extLst>
            </p:cNvPr>
            <p:cNvSpPr/>
            <p:nvPr/>
          </p:nvSpPr>
          <p:spPr>
            <a:xfrm>
              <a:off x="3321058" y="1098265"/>
              <a:ext cx="48971" cy="61137"/>
            </a:xfrm>
            <a:custGeom>
              <a:avLst/>
              <a:gdLst/>
              <a:ahLst/>
              <a:cxnLst/>
              <a:rect l="l" t="t" r="r" b="b"/>
              <a:pathLst>
                <a:path w="48971" h="61137" extrusionOk="0">
                  <a:moveTo>
                    <a:pt x="48971" y="0"/>
                  </a:moveTo>
                  <a:lnTo>
                    <a:pt x="0" y="1087"/>
                  </a:lnTo>
                  <a:lnTo>
                    <a:pt x="11521" y="61137"/>
                  </a:lnTo>
                  <a:lnTo>
                    <a:pt x="35378" y="60594"/>
                  </a:lnTo>
                  <a:lnTo>
                    <a:pt x="489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2450;p47">
              <a:extLst>
                <a:ext uri="{FF2B5EF4-FFF2-40B4-BE49-F238E27FC236}">
                  <a16:creationId xmlns:a16="http://schemas.microsoft.com/office/drawing/2014/main" id="{6E29DA32-BA94-AA80-3CA0-2C18F24CDED8}"/>
                </a:ext>
              </a:extLst>
            </p:cNvPr>
            <p:cNvSpPr/>
            <p:nvPr/>
          </p:nvSpPr>
          <p:spPr>
            <a:xfrm>
              <a:off x="3321017" y="1074810"/>
              <a:ext cx="49051" cy="49051"/>
            </a:xfrm>
            <a:custGeom>
              <a:avLst/>
              <a:gdLst/>
              <a:ahLst/>
              <a:cxnLst/>
              <a:rect l="l" t="t" r="r" b="b"/>
              <a:pathLst>
                <a:path w="49051" h="49051" extrusionOk="0">
                  <a:moveTo>
                    <a:pt x="25087" y="49046"/>
                  </a:moveTo>
                  <a:cubicBezTo>
                    <a:pt x="11561" y="49351"/>
                    <a:pt x="312" y="38646"/>
                    <a:pt x="6" y="25087"/>
                  </a:cubicBezTo>
                  <a:cubicBezTo>
                    <a:pt x="-300" y="11561"/>
                    <a:pt x="10406" y="312"/>
                    <a:pt x="23965" y="6"/>
                  </a:cubicBezTo>
                  <a:cubicBezTo>
                    <a:pt x="37491" y="-299"/>
                    <a:pt x="48740" y="10406"/>
                    <a:pt x="49045" y="23965"/>
                  </a:cubicBezTo>
                  <a:cubicBezTo>
                    <a:pt x="49351" y="37491"/>
                    <a:pt x="38646" y="48740"/>
                    <a:pt x="25087" y="490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2451;p47">
              <a:extLst>
                <a:ext uri="{FF2B5EF4-FFF2-40B4-BE49-F238E27FC236}">
                  <a16:creationId xmlns:a16="http://schemas.microsoft.com/office/drawing/2014/main" id="{D5158FEE-263C-427E-4EA3-789A7DE11D4B}"/>
                </a:ext>
              </a:extLst>
            </p:cNvPr>
            <p:cNvSpPr/>
            <p:nvPr/>
          </p:nvSpPr>
          <p:spPr>
            <a:xfrm>
              <a:off x="3330854" y="1084680"/>
              <a:ext cx="29350" cy="29345"/>
            </a:xfrm>
            <a:custGeom>
              <a:avLst/>
              <a:gdLst/>
              <a:ahLst/>
              <a:cxnLst/>
              <a:rect l="l" t="t" r="r" b="b"/>
              <a:pathLst>
                <a:path w="29350" h="29345" extrusionOk="0">
                  <a:moveTo>
                    <a:pt x="4749" y="3866"/>
                  </a:moveTo>
                  <a:cubicBezTo>
                    <a:pt x="-1232" y="9337"/>
                    <a:pt x="-1606" y="18649"/>
                    <a:pt x="3866" y="24596"/>
                  </a:cubicBezTo>
                  <a:cubicBezTo>
                    <a:pt x="9337" y="30577"/>
                    <a:pt x="18649" y="30951"/>
                    <a:pt x="24596" y="25480"/>
                  </a:cubicBezTo>
                  <a:cubicBezTo>
                    <a:pt x="30577" y="20008"/>
                    <a:pt x="30951" y="10697"/>
                    <a:pt x="25514" y="4749"/>
                  </a:cubicBezTo>
                  <a:cubicBezTo>
                    <a:pt x="20008" y="-1232"/>
                    <a:pt x="10731" y="-1606"/>
                    <a:pt x="4749" y="386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2452;p47">
              <a:extLst>
                <a:ext uri="{FF2B5EF4-FFF2-40B4-BE49-F238E27FC236}">
                  <a16:creationId xmlns:a16="http://schemas.microsoft.com/office/drawing/2014/main" id="{6DC0EA96-AA8C-E825-056E-634E1499D01C}"/>
                </a:ext>
              </a:extLst>
            </p:cNvPr>
            <p:cNvSpPr/>
            <p:nvPr/>
          </p:nvSpPr>
          <p:spPr>
            <a:xfrm>
              <a:off x="3337762" y="1091572"/>
              <a:ext cx="15511" cy="15494"/>
            </a:xfrm>
            <a:custGeom>
              <a:avLst/>
              <a:gdLst/>
              <a:ahLst/>
              <a:cxnLst/>
              <a:rect l="l" t="t" r="r" b="b"/>
              <a:pathLst>
                <a:path w="15511" h="15494" extrusionOk="0">
                  <a:moveTo>
                    <a:pt x="2496" y="2038"/>
                  </a:moveTo>
                  <a:cubicBezTo>
                    <a:pt x="-630" y="4926"/>
                    <a:pt x="-868" y="9854"/>
                    <a:pt x="2055" y="12981"/>
                  </a:cubicBezTo>
                  <a:cubicBezTo>
                    <a:pt x="4943" y="16141"/>
                    <a:pt x="9837" y="16345"/>
                    <a:pt x="12998" y="13456"/>
                  </a:cubicBezTo>
                  <a:cubicBezTo>
                    <a:pt x="16158" y="10568"/>
                    <a:pt x="16362" y="5640"/>
                    <a:pt x="13473" y="2513"/>
                  </a:cubicBezTo>
                  <a:cubicBezTo>
                    <a:pt x="10551" y="-647"/>
                    <a:pt x="5657" y="-851"/>
                    <a:pt x="2496" y="20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2453;p47">
              <a:extLst>
                <a:ext uri="{FF2B5EF4-FFF2-40B4-BE49-F238E27FC236}">
                  <a16:creationId xmlns:a16="http://schemas.microsoft.com/office/drawing/2014/main" id="{E71E43F6-83C8-14C6-0070-5DB624D3D9BA}"/>
                </a:ext>
              </a:extLst>
            </p:cNvPr>
            <p:cNvSpPr/>
            <p:nvPr/>
          </p:nvSpPr>
          <p:spPr>
            <a:xfrm>
              <a:off x="3314669" y="1153523"/>
              <a:ext cx="45997" cy="36431"/>
            </a:xfrm>
            <a:custGeom>
              <a:avLst/>
              <a:gdLst/>
              <a:ahLst/>
              <a:cxnLst/>
              <a:rect l="l" t="t" r="r" b="b"/>
              <a:pathLst>
                <a:path w="45997" h="36431" extrusionOk="0">
                  <a:moveTo>
                    <a:pt x="29124" y="0"/>
                  </a:moveTo>
                  <a:lnTo>
                    <a:pt x="0" y="0"/>
                  </a:lnTo>
                  <a:lnTo>
                    <a:pt x="0" y="36431"/>
                  </a:lnTo>
                  <a:lnTo>
                    <a:pt x="29124" y="36431"/>
                  </a:lnTo>
                  <a:cubicBezTo>
                    <a:pt x="51622" y="36431"/>
                    <a:pt x="51622" y="0"/>
                    <a:pt x="291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2454;p47">
              <a:extLst>
                <a:ext uri="{FF2B5EF4-FFF2-40B4-BE49-F238E27FC236}">
                  <a16:creationId xmlns:a16="http://schemas.microsoft.com/office/drawing/2014/main" id="{43FE679D-3723-C69E-3D18-708CACB0D60D}"/>
                </a:ext>
              </a:extLst>
            </p:cNvPr>
            <p:cNvSpPr/>
            <p:nvPr/>
          </p:nvSpPr>
          <p:spPr>
            <a:xfrm>
              <a:off x="3303420" y="1138910"/>
              <a:ext cx="18827" cy="63278"/>
            </a:xfrm>
            <a:custGeom>
              <a:avLst/>
              <a:gdLst/>
              <a:ahLst/>
              <a:cxnLst/>
              <a:rect l="l" t="t" r="r" b="b"/>
              <a:pathLst>
                <a:path w="18827" h="63278" extrusionOk="0">
                  <a:moveTo>
                    <a:pt x="9414" y="0"/>
                  </a:moveTo>
                  <a:lnTo>
                    <a:pt x="9414" y="0"/>
                  </a:lnTo>
                  <a:cubicBezTo>
                    <a:pt x="4214" y="0"/>
                    <a:pt x="0" y="4248"/>
                    <a:pt x="0" y="9414"/>
                  </a:cubicBezTo>
                  <a:lnTo>
                    <a:pt x="0" y="53865"/>
                  </a:lnTo>
                  <a:cubicBezTo>
                    <a:pt x="0" y="59030"/>
                    <a:pt x="4214" y="63278"/>
                    <a:pt x="9414" y="63278"/>
                  </a:cubicBezTo>
                  <a:lnTo>
                    <a:pt x="9414" y="63278"/>
                  </a:lnTo>
                  <a:cubicBezTo>
                    <a:pt x="14579" y="63278"/>
                    <a:pt x="18827" y="59030"/>
                    <a:pt x="18827" y="53865"/>
                  </a:cubicBezTo>
                  <a:lnTo>
                    <a:pt x="18827" y="9414"/>
                  </a:lnTo>
                  <a:cubicBezTo>
                    <a:pt x="18827" y="4214"/>
                    <a:pt x="14613" y="0"/>
                    <a:pt x="94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2455;p47">
              <a:extLst>
                <a:ext uri="{FF2B5EF4-FFF2-40B4-BE49-F238E27FC236}">
                  <a16:creationId xmlns:a16="http://schemas.microsoft.com/office/drawing/2014/main" id="{C3296112-1CDA-8FF0-D395-61520746F9B2}"/>
                </a:ext>
              </a:extLst>
            </p:cNvPr>
            <p:cNvSpPr/>
            <p:nvPr/>
          </p:nvSpPr>
          <p:spPr>
            <a:xfrm>
              <a:off x="2984751" y="1015480"/>
              <a:ext cx="143617" cy="99165"/>
            </a:xfrm>
            <a:custGeom>
              <a:avLst/>
              <a:gdLst/>
              <a:ahLst/>
              <a:cxnLst/>
              <a:rect l="l" t="t" r="r" b="b"/>
              <a:pathLst>
                <a:path w="143617" h="99165" extrusionOk="0">
                  <a:moveTo>
                    <a:pt x="118367" y="0"/>
                  </a:moveTo>
                  <a:lnTo>
                    <a:pt x="143617" y="53661"/>
                  </a:lnTo>
                  <a:lnTo>
                    <a:pt x="12302" y="99166"/>
                  </a:lnTo>
                  <a:lnTo>
                    <a:pt x="0" y="73032"/>
                  </a:lnTo>
                  <a:lnTo>
                    <a:pt x="1183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2456;p47">
              <a:extLst>
                <a:ext uri="{FF2B5EF4-FFF2-40B4-BE49-F238E27FC236}">
                  <a16:creationId xmlns:a16="http://schemas.microsoft.com/office/drawing/2014/main" id="{01CEF1E7-410A-9542-8773-124D76236BE4}"/>
                </a:ext>
              </a:extLst>
            </p:cNvPr>
            <p:cNvSpPr/>
            <p:nvPr/>
          </p:nvSpPr>
          <p:spPr>
            <a:xfrm>
              <a:off x="3085488" y="1012911"/>
              <a:ext cx="59415" cy="59401"/>
            </a:xfrm>
            <a:custGeom>
              <a:avLst/>
              <a:gdLst/>
              <a:ahLst/>
              <a:cxnLst/>
              <a:rect l="l" t="t" r="r" b="b"/>
              <a:pathLst>
                <a:path w="59415" h="59401" extrusionOk="0">
                  <a:moveTo>
                    <a:pt x="2847" y="42365"/>
                  </a:moveTo>
                  <a:cubicBezTo>
                    <a:pt x="9847" y="57216"/>
                    <a:pt x="27519" y="63537"/>
                    <a:pt x="42336" y="56570"/>
                  </a:cubicBezTo>
                  <a:cubicBezTo>
                    <a:pt x="57187" y="49569"/>
                    <a:pt x="63576" y="31897"/>
                    <a:pt x="56576" y="17046"/>
                  </a:cubicBezTo>
                  <a:cubicBezTo>
                    <a:pt x="49575" y="2229"/>
                    <a:pt x="31869" y="-4160"/>
                    <a:pt x="17052" y="2841"/>
                  </a:cubicBezTo>
                  <a:cubicBezTo>
                    <a:pt x="2201" y="9808"/>
                    <a:pt x="-4154" y="27513"/>
                    <a:pt x="2847" y="4236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2457;p47">
              <a:extLst>
                <a:ext uri="{FF2B5EF4-FFF2-40B4-BE49-F238E27FC236}">
                  <a16:creationId xmlns:a16="http://schemas.microsoft.com/office/drawing/2014/main" id="{94F05B83-F0FC-55E1-6D96-776AEEFA6825}"/>
                </a:ext>
              </a:extLst>
            </p:cNvPr>
            <p:cNvSpPr/>
            <p:nvPr/>
          </p:nvSpPr>
          <p:spPr>
            <a:xfrm>
              <a:off x="2974488" y="1098775"/>
              <a:ext cx="48937" cy="61137"/>
            </a:xfrm>
            <a:custGeom>
              <a:avLst/>
              <a:gdLst/>
              <a:ahLst/>
              <a:cxnLst/>
              <a:rect l="l" t="t" r="r" b="b"/>
              <a:pathLst>
                <a:path w="48937" h="61137" extrusionOk="0">
                  <a:moveTo>
                    <a:pt x="0" y="0"/>
                  </a:moveTo>
                  <a:lnTo>
                    <a:pt x="48937" y="1121"/>
                  </a:lnTo>
                  <a:lnTo>
                    <a:pt x="37416" y="61137"/>
                  </a:lnTo>
                  <a:lnTo>
                    <a:pt x="13560" y="605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2458;p47">
              <a:extLst>
                <a:ext uri="{FF2B5EF4-FFF2-40B4-BE49-F238E27FC236}">
                  <a16:creationId xmlns:a16="http://schemas.microsoft.com/office/drawing/2014/main" id="{AA87E6C8-BE12-98EF-A232-C6AEC77C6B89}"/>
                </a:ext>
              </a:extLst>
            </p:cNvPr>
            <p:cNvSpPr/>
            <p:nvPr/>
          </p:nvSpPr>
          <p:spPr>
            <a:xfrm>
              <a:off x="2974447" y="1075353"/>
              <a:ext cx="49051" cy="49045"/>
            </a:xfrm>
            <a:custGeom>
              <a:avLst/>
              <a:gdLst/>
              <a:ahLst/>
              <a:cxnLst/>
              <a:rect l="l" t="t" r="r" b="b"/>
              <a:pathLst>
                <a:path w="49051" h="49045" extrusionOk="0">
                  <a:moveTo>
                    <a:pt x="23965" y="49012"/>
                  </a:moveTo>
                  <a:cubicBezTo>
                    <a:pt x="37491" y="49317"/>
                    <a:pt x="48740" y="38612"/>
                    <a:pt x="49045" y="25087"/>
                  </a:cubicBezTo>
                  <a:cubicBezTo>
                    <a:pt x="49351" y="11527"/>
                    <a:pt x="38646" y="312"/>
                    <a:pt x="25087" y="6"/>
                  </a:cubicBezTo>
                  <a:cubicBezTo>
                    <a:pt x="11561" y="-299"/>
                    <a:pt x="312" y="10406"/>
                    <a:pt x="6" y="23965"/>
                  </a:cubicBezTo>
                  <a:cubicBezTo>
                    <a:pt x="-299" y="37491"/>
                    <a:pt x="10440" y="48706"/>
                    <a:pt x="23965" y="490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" name="Google Shape;2459;p47">
              <a:extLst>
                <a:ext uri="{FF2B5EF4-FFF2-40B4-BE49-F238E27FC236}">
                  <a16:creationId xmlns:a16="http://schemas.microsoft.com/office/drawing/2014/main" id="{231E8B30-FAB1-40BC-5D40-8590A931B357}"/>
                </a:ext>
              </a:extLst>
            </p:cNvPr>
            <p:cNvSpPr/>
            <p:nvPr/>
          </p:nvSpPr>
          <p:spPr>
            <a:xfrm>
              <a:off x="3096134" y="1024452"/>
              <a:ext cx="152045" cy="36431"/>
            </a:xfrm>
            <a:custGeom>
              <a:avLst/>
              <a:gdLst/>
              <a:ahLst/>
              <a:cxnLst/>
              <a:rect l="l" t="t" r="r" b="b"/>
              <a:pathLst>
                <a:path w="152045" h="36431" extrusionOk="0">
                  <a:moveTo>
                    <a:pt x="16873" y="0"/>
                  </a:moveTo>
                  <a:lnTo>
                    <a:pt x="135172" y="0"/>
                  </a:lnTo>
                  <a:cubicBezTo>
                    <a:pt x="157670" y="0"/>
                    <a:pt x="157670" y="36431"/>
                    <a:pt x="135172" y="36431"/>
                  </a:cubicBezTo>
                  <a:lnTo>
                    <a:pt x="16873" y="36431"/>
                  </a:lnTo>
                  <a:cubicBezTo>
                    <a:pt x="-5624" y="36431"/>
                    <a:pt x="-5624" y="0"/>
                    <a:pt x="168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7" name="Google Shape;2460;p47">
              <a:extLst>
                <a:ext uri="{FF2B5EF4-FFF2-40B4-BE49-F238E27FC236}">
                  <a16:creationId xmlns:a16="http://schemas.microsoft.com/office/drawing/2014/main" id="{E7C339F9-BE60-5FF5-F27A-78D90723E60B}"/>
                </a:ext>
              </a:extLst>
            </p:cNvPr>
            <p:cNvSpPr/>
            <p:nvPr/>
          </p:nvSpPr>
          <p:spPr>
            <a:xfrm>
              <a:off x="2984317" y="1085189"/>
              <a:ext cx="29332" cy="29345"/>
            </a:xfrm>
            <a:custGeom>
              <a:avLst/>
              <a:gdLst/>
              <a:ahLst/>
              <a:cxnLst/>
              <a:rect l="l" t="t" r="r" b="b"/>
              <a:pathLst>
                <a:path w="29332" h="29345" extrusionOk="0">
                  <a:moveTo>
                    <a:pt x="24596" y="3866"/>
                  </a:moveTo>
                  <a:cubicBezTo>
                    <a:pt x="30577" y="9337"/>
                    <a:pt x="30917" y="18649"/>
                    <a:pt x="25480" y="24596"/>
                  </a:cubicBezTo>
                  <a:cubicBezTo>
                    <a:pt x="20008" y="30577"/>
                    <a:pt x="10697" y="30951"/>
                    <a:pt x="4749" y="25480"/>
                  </a:cubicBezTo>
                  <a:cubicBezTo>
                    <a:pt x="-1232" y="19974"/>
                    <a:pt x="-1606" y="10697"/>
                    <a:pt x="3866" y="4749"/>
                  </a:cubicBezTo>
                  <a:cubicBezTo>
                    <a:pt x="9337" y="-1232"/>
                    <a:pt x="18683" y="-1606"/>
                    <a:pt x="24630" y="386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8" name="Google Shape;2461;p47">
              <a:extLst>
                <a:ext uri="{FF2B5EF4-FFF2-40B4-BE49-F238E27FC236}">
                  <a16:creationId xmlns:a16="http://schemas.microsoft.com/office/drawing/2014/main" id="{9694C7BA-3164-28EF-5123-F0F6DBF272B7}"/>
                </a:ext>
              </a:extLst>
            </p:cNvPr>
            <p:cNvSpPr/>
            <p:nvPr/>
          </p:nvSpPr>
          <p:spPr>
            <a:xfrm>
              <a:off x="2991209" y="1092093"/>
              <a:ext cx="15497" cy="15482"/>
            </a:xfrm>
            <a:custGeom>
              <a:avLst/>
              <a:gdLst/>
              <a:ahLst/>
              <a:cxnLst/>
              <a:rect l="l" t="t" r="r" b="b"/>
              <a:pathLst>
                <a:path w="15497" h="15482" extrusionOk="0">
                  <a:moveTo>
                    <a:pt x="13015" y="2026"/>
                  </a:moveTo>
                  <a:cubicBezTo>
                    <a:pt x="16141" y="4948"/>
                    <a:pt x="16345" y="9842"/>
                    <a:pt x="13456" y="12969"/>
                  </a:cubicBezTo>
                  <a:cubicBezTo>
                    <a:pt x="10534" y="16129"/>
                    <a:pt x="5640" y="16333"/>
                    <a:pt x="2514" y="13444"/>
                  </a:cubicBezTo>
                  <a:cubicBezTo>
                    <a:pt x="-647" y="10556"/>
                    <a:pt x="-851" y="5628"/>
                    <a:pt x="2038" y="2501"/>
                  </a:cubicBezTo>
                  <a:cubicBezTo>
                    <a:pt x="4926" y="-625"/>
                    <a:pt x="9820" y="-863"/>
                    <a:pt x="13015" y="20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9" name="Google Shape;2462;p47">
              <a:extLst>
                <a:ext uri="{FF2B5EF4-FFF2-40B4-BE49-F238E27FC236}">
                  <a16:creationId xmlns:a16="http://schemas.microsoft.com/office/drawing/2014/main" id="{9C0B3654-50B2-0F0D-E0AD-03E48981220F}"/>
                </a:ext>
              </a:extLst>
            </p:cNvPr>
            <p:cNvSpPr/>
            <p:nvPr/>
          </p:nvSpPr>
          <p:spPr>
            <a:xfrm>
              <a:off x="3102538" y="1029921"/>
              <a:ext cx="25356" cy="25390"/>
            </a:xfrm>
            <a:custGeom>
              <a:avLst/>
              <a:gdLst/>
              <a:ahLst/>
              <a:cxnLst/>
              <a:rect l="l" t="t" r="r" b="b"/>
              <a:pathLst>
                <a:path w="25356" h="25390" extrusionOk="0">
                  <a:moveTo>
                    <a:pt x="17402" y="920"/>
                  </a:moveTo>
                  <a:cubicBezTo>
                    <a:pt x="23893" y="3536"/>
                    <a:pt x="27053" y="10945"/>
                    <a:pt x="24437" y="17436"/>
                  </a:cubicBezTo>
                  <a:cubicBezTo>
                    <a:pt x="21820" y="23927"/>
                    <a:pt x="14445" y="27087"/>
                    <a:pt x="7954" y="24471"/>
                  </a:cubicBezTo>
                  <a:cubicBezTo>
                    <a:pt x="1463" y="21854"/>
                    <a:pt x="-1697" y="14479"/>
                    <a:pt x="920" y="7954"/>
                  </a:cubicBezTo>
                  <a:cubicBezTo>
                    <a:pt x="3536" y="1463"/>
                    <a:pt x="10945" y="-1697"/>
                    <a:pt x="17436" y="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0" name="Google Shape;2463;p47">
              <a:extLst>
                <a:ext uri="{FF2B5EF4-FFF2-40B4-BE49-F238E27FC236}">
                  <a16:creationId xmlns:a16="http://schemas.microsoft.com/office/drawing/2014/main" id="{654C544A-085D-8FBC-30A3-3102D5FFFEEC}"/>
                </a:ext>
              </a:extLst>
            </p:cNvPr>
            <p:cNvSpPr/>
            <p:nvPr/>
          </p:nvSpPr>
          <p:spPr>
            <a:xfrm>
              <a:off x="3109334" y="1036105"/>
              <a:ext cx="12172" cy="12166"/>
            </a:xfrm>
            <a:custGeom>
              <a:avLst/>
              <a:gdLst/>
              <a:ahLst/>
              <a:cxnLst/>
              <a:rect l="l" t="t" r="r" b="b"/>
              <a:pathLst>
                <a:path w="12172" h="12166" extrusionOk="0">
                  <a:moveTo>
                    <a:pt x="580" y="8669"/>
                  </a:moveTo>
                  <a:cubicBezTo>
                    <a:pt x="2008" y="11693"/>
                    <a:pt x="5644" y="13019"/>
                    <a:pt x="8703" y="11591"/>
                  </a:cubicBezTo>
                  <a:cubicBezTo>
                    <a:pt x="11727" y="10164"/>
                    <a:pt x="13019" y="6528"/>
                    <a:pt x="11591" y="3503"/>
                  </a:cubicBezTo>
                  <a:cubicBezTo>
                    <a:pt x="10164" y="445"/>
                    <a:pt x="6528" y="-847"/>
                    <a:pt x="3503" y="580"/>
                  </a:cubicBezTo>
                  <a:cubicBezTo>
                    <a:pt x="445" y="2008"/>
                    <a:pt x="-847" y="5644"/>
                    <a:pt x="580" y="86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1" name="Google Shape;2464;p47">
              <a:extLst>
                <a:ext uri="{FF2B5EF4-FFF2-40B4-BE49-F238E27FC236}">
                  <a16:creationId xmlns:a16="http://schemas.microsoft.com/office/drawing/2014/main" id="{C60E354F-6179-436B-0E06-FB21DDBDA9B5}"/>
                </a:ext>
              </a:extLst>
            </p:cNvPr>
            <p:cNvSpPr/>
            <p:nvPr/>
          </p:nvSpPr>
          <p:spPr>
            <a:xfrm>
              <a:off x="2983816" y="1154033"/>
              <a:ext cx="45997" cy="36431"/>
            </a:xfrm>
            <a:custGeom>
              <a:avLst/>
              <a:gdLst/>
              <a:ahLst/>
              <a:cxnLst/>
              <a:rect l="l" t="t" r="r" b="b"/>
              <a:pathLst>
                <a:path w="45997" h="36431" extrusionOk="0">
                  <a:moveTo>
                    <a:pt x="16873" y="0"/>
                  </a:moveTo>
                  <a:lnTo>
                    <a:pt x="45998" y="0"/>
                  </a:lnTo>
                  <a:lnTo>
                    <a:pt x="45998" y="36431"/>
                  </a:lnTo>
                  <a:lnTo>
                    <a:pt x="16873" y="36431"/>
                  </a:lnTo>
                  <a:cubicBezTo>
                    <a:pt x="-5624" y="36431"/>
                    <a:pt x="-5624" y="0"/>
                    <a:pt x="168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2" name="Google Shape;2465;p47">
              <a:extLst>
                <a:ext uri="{FF2B5EF4-FFF2-40B4-BE49-F238E27FC236}">
                  <a16:creationId xmlns:a16="http://schemas.microsoft.com/office/drawing/2014/main" id="{BA474344-D2E4-E385-E401-E4B88794FBCB}"/>
                </a:ext>
              </a:extLst>
            </p:cNvPr>
            <p:cNvSpPr/>
            <p:nvPr/>
          </p:nvSpPr>
          <p:spPr>
            <a:xfrm>
              <a:off x="3022235" y="1139454"/>
              <a:ext cx="18827" cy="63278"/>
            </a:xfrm>
            <a:custGeom>
              <a:avLst/>
              <a:gdLst/>
              <a:ahLst/>
              <a:cxnLst/>
              <a:rect l="l" t="t" r="r" b="b"/>
              <a:pathLst>
                <a:path w="18827" h="63278" extrusionOk="0">
                  <a:moveTo>
                    <a:pt x="9414" y="0"/>
                  </a:moveTo>
                  <a:lnTo>
                    <a:pt x="9414" y="0"/>
                  </a:lnTo>
                  <a:cubicBezTo>
                    <a:pt x="14579" y="0"/>
                    <a:pt x="18793" y="4248"/>
                    <a:pt x="18827" y="9414"/>
                  </a:cubicBezTo>
                  <a:lnTo>
                    <a:pt x="18827" y="53865"/>
                  </a:lnTo>
                  <a:cubicBezTo>
                    <a:pt x="18827" y="59030"/>
                    <a:pt x="14579" y="63278"/>
                    <a:pt x="9414" y="63278"/>
                  </a:cubicBezTo>
                  <a:lnTo>
                    <a:pt x="9414" y="63278"/>
                  </a:lnTo>
                  <a:cubicBezTo>
                    <a:pt x="4214" y="63278"/>
                    <a:pt x="0" y="59064"/>
                    <a:pt x="0" y="53865"/>
                  </a:cubicBezTo>
                  <a:lnTo>
                    <a:pt x="0" y="9414"/>
                  </a:lnTo>
                  <a:cubicBezTo>
                    <a:pt x="0" y="4248"/>
                    <a:pt x="4214" y="0"/>
                    <a:pt x="94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3" name="Google Shape;2466;p47">
              <a:extLst>
                <a:ext uri="{FF2B5EF4-FFF2-40B4-BE49-F238E27FC236}">
                  <a16:creationId xmlns:a16="http://schemas.microsoft.com/office/drawing/2014/main" id="{21772278-1D6A-7D29-2FE3-3B7307712BF6}"/>
                </a:ext>
              </a:extLst>
            </p:cNvPr>
            <p:cNvSpPr/>
            <p:nvPr/>
          </p:nvSpPr>
          <p:spPr>
            <a:xfrm>
              <a:off x="3127008" y="973475"/>
              <a:ext cx="90295" cy="51315"/>
            </a:xfrm>
            <a:custGeom>
              <a:avLst/>
              <a:gdLst/>
              <a:ahLst/>
              <a:cxnLst/>
              <a:rect l="l" t="t" r="r" b="b"/>
              <a:pathLst>
                <a:path w="90295" h="51315" extrusionOk="0">
                  <a:moveTo>
                    <a:pt x="0" y="51316"/>
                  </a:moveTo>
                  <a:lnTo>
                    <a:pt x="90296" y="51316"/>
                  </a:lnTo>
                  <a:lnTo>
                    <a:pt x="90296" y="7307"/>
                  </a:lnTo>
                  <a:cubicBezTo>
                    <a:pt x="90296" y="3262"/>
                    <a:pt x="87033" y="0"/>
                    <a:pt x="82989" y="0"/>
                  </a:cubicBezTo>
                  <a:lnTo>
                    <a:pt x="7307" y="0"/>
                  </a:lnTo>
                  <a:cubicBezTo>
                    <a:pt x="3296" y="0"/>
                    <a:pt x="0" y="3296"/>
                    <a:pt x="0" y="7307"/>
                  </a:cubicBezTo>
                  <a:lnTo>
                    <a:pt x="0" y="513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4" name="Google Shape;2467;p47">
              <a:extLst>
                <a:ext uri="{FF2B5EF4-FFF2-40B4-BE49-F238E27FC236}">
                  <a16:creationId xmlns:a16="http://schemas.microsoft.com/office/drawing/2014/main" id="{693249E7-23D8-0306-9635-5CC3331154D1}"/>
                </a:ext>
              </a:extLst>
            </p:cNvPr>
            <p:cNvSpPr/>
            <p:nvPr/>
          </p:nvSpPr>
          <p:spPr>
            <a:xfrm>
              <a:off x="3127144" y="973475"/>
              <a:ext cx="90091" cy="6083"/>
            </a:xfrm>
            <a:custGeom>
              <a:avLst/>
              <a:gdLst/>
              <a:ahLst/>
              <a:cxnLst/>
              <a:rect l="l" t="t" r="r" b="b"/>
              <a:pathLst>
                <a:path w="90091" h="6083" extrusionOk="0">
                  <a:moveTo>
                    <a:pt x="90058" y="6083"/>
                  </a:moveTo>
                  <a:cubicBezTo>
                    <a:pt x="89480" y="2651"/>
                    <a:pt x="86456" y="0"/>
                    <a:pt x="82887" y="0"/>
                  </a:cubicBezTo>
                  <a:lnTo>
                    <a:pt x="7205" y="0"/>
                  </a:lnTo>
                  <a:cubicBezTo>
                    <a:pt x="3602" y="0"/>
                    <a:pt x="578" y="2651"/>
                    <a:pt x="0" y="6083"/>
                  </a:cubicBezTo>
                  <a:lnTo>
                    <a:pt x="90092" y="608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5" name="Google Shape;2468;p47">
              <a:extLst>
                <a:ext uri="{FF2B5EF4-FFF2-40B4-BE49-F238E27FC236}">
                  <a16:creationId xmlns:a16="http://schemas.microsoft.com/office/drawing/2014/main" id="{BCC3DB95-9053-E798-CCE1-3BF87E1A3923}"/>
                </a:ext>
              </a:extLst>
            </p:cNvPr>
            <p:cNvSpPr/>
            <p:nvPr/>
          </p:nvSpPr>
          <p:spPr>
            <a:xfrm>
              <a:off x="3216589" y="1029411"/>
              <a:ext cx="25390" cy="25390"/>
            </a:xfrm>
            <a:custGeom>
              <a:avLst/>
              <a:gdLst/>
              <a:ahLst/>
              <a:cxnLst/>
              <a:rect l="l" t="t" r="r" b="b"/>
              <a:pathLst>
                <a:path w="25390" h="25390" extrusionOk="0">
                  <a:moveTo>
                    <a:pt x="7954" y="920"/>
                  </a:moveTo>
                  <a:cubicBezTo>
                    <a:pt x="1463" y="3536"/>
                    <a:pt x="-1697" y="10945"/>
                    <a:pt x="920" y="17436"/>
                  </a:cubicBezTo>
                  <a:cubicBezTo>
                    <a:pt x="3536" y="23927"/>
                    <a:pt x="10945" y="27087"/>
                    <a:pt x="17436" y="24471"/>
                  </a:cubicBezTo>
                  <a:cubicBezTo>
                    <a:pt x="23927" y="21854"/>
                    <a:pt x="27087" y="14445"/>
                    <a:pt x="24471" y="7954"/>
                  </a:cubicBezTo>
                  <a:cubicBezTo>
                    <a:pt x="21854" y="1463"/>
                    <a:pt x="14479" y="-1697"/>
                    <a:pt x="7954" y="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6" name="Google Shape;2469;p47">
              <a:extLst>
                <a:ext uri="{FF2B5EF4-FFF2-40B4-BE49-F238E27FC236}">
                  <a16:creationId xmlns:a16="http://schemas.microsoft.com/office/drawing/2014/main" id="{B09E3837-8C12-BBFE-47BA-D624F60E3058}"/>
                </a:ext>
              </a:extLst>
            </p:cNvPr>
            <p:cNvSpPr/>
            <p:nvPr/>
          </p:nvSpPr>
          <p:spPr>
            <a:xfrm>
              <a:off x="3222982" y="1035595"/>
              <a:ext cx="12166" cy="12151"/>
            </a:xfrm>
            <a:custGeom>
              <a:avLst/>
              <a:gdLst/>
              <a:ahLst/>
              <a:cxnLst/>
              <a:rect l="l" t="t" r="r" b="b"/>
              <a:pathLst>
                <a:path w="12166" h="12151" extrusionOk="0">
                  <a:moveTo>
                    <a:pt x="11586" y="8669"/>
                  </a:moveTo>
                  <a:cubicBezTo>
                    <a:pt x="10158" y="11693"/>
                    <a:pt x="6556" y="12985"/>
                    <a:pt x="3498" y="11591"/>
                  </a:cubicBezTo>
                  <a:cubicBezTo>
                    <a:pt x="473" y="10164"/>
                    <a:pt x="-852" y="6528"/>
                    <a:pt x="575" y="3503"/>
                  </a:cubicBezTo>
                  <a:cubicBezTo>
                    <a:pt x="2002" y="445"/>
                    <a:pt x="5639" y="-847"/>
                    <a:pt x="8663" y="581"/>
                  </a:cubicBezTo>
                  <a:cubicBezTo>
                    <a:pt x="11722" y="2008"/>
                    <a:pt x="13013" y="5644"/>
                    <a:pt x="11586" y="86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1846A35E-90FA-22DC-99C0-560321E35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93" y="760680"/>
            <a:ext cx="3976701" cy="169009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712737-295E-CE80-20DD-F258258FA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78302"/>
            <a:ext cx="7704000" cy="54918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 Strategic Recommendation 3 + $100K budget allocation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FC45BC-9188-F69A-93BC-C18664C786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03" t="114" r="1421" b="1103"/>
          <a:stretch>
            <a:fillRect/>
          </a:stretch>
        </p:blipFill>
        <p:spPr>
          <a:xfrm>
            <a:off x="4737003" y="760680"/>
            <a:ext cx="3907031" cy="19173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B7E9AD-2B0E-FEC7-07EB-D045262B0C9D}"/>
              </a:ext>
            </a:extLst>
          </p:cNvPr>
          <p:cNvSpPr txBox="1"/>
          <p:nvPr/>
        </p:nvSpPr>
        <p:spPr>
          <a:xfrm>
            <a:off x="5195517" y="3110872"/>
            <a:ext cx="2437170" cy="19389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b="1" dirty="0"/>
              <a:t>⚠️ Key Risks to Manage:</a:t>
            </a:r>
            <a:endParaRPr lang="en-US" sz="1200" dirty="0"/>
          </a:p>
          <a:p>
            <a:r>
              <a:rPr lang="en-US" sz="1200" b="1" dirty="0"/>
              <a:t>Over-reliance on </a:t>
            </a:r>
            <a:r>
              <a:rPr lang="en-US" sz="1200" b="1" dirty="0" err="1"/>
              <a:t>gsearch</a:t>
            </a:r>
            <a:r>
              <a:rPr lang="en-US" sz="1200" b="1" dirty="0"/>
              <a:t>:</a:t>
            </a:r>
            <a:r>
              <a:rPr lang="en-US" sz="1200" dirty="0"/>
              <a:t> ~75% of new traffic comes from Google Search. Mitigation: Diversify spend into social and brand awareness.</a:t>
            </a:r>
          </a:p>
          <a:p>
            <a:r>
              <a:rPr lang="en-US" sz="1200" b="1" dirty="0"/>
              <a:t>Supplier Quality:</a:t>
            </a:r>
            <a:r>
              <a:rPr lang="en-US" sz="1200" dirty="0"/>
              <a:t> Past defects in "Mr. Fuzzy" caused refund spikes. Mitigation: Strict QA protocols with our new supplier.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13AC19-5E9D-1FD8-A3B6-544B9DB8D19D}"/>
              </a:ext>
            </a:extLst>
          </p:cNvPr>
          <p:cNvSpPr txBox="1"/>
          <p:nvPr/>
        </p:nvSpPr>
        <p:spPr>
          <a:xfrm>
            <a:off x="2665708" y="3110872"/>
            <a:ext cx="2437170" cy="17543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200" b="1" dirty="0"/>
              <a:t>Text Box 3 (The Missing Data):</a:t>
            </a:r>
            <a:endParaRPr lang="en-US" sz="1200" dirty="0"/>
          </a:p>
          <a:p>
            <a:r>
              <a:rPr lang="en-US" sz="1200" b="1" dirty="0"/>
              <a:t>🔍 Missing Data for Next Steps:</a:t>
            </a:r>
            <a:r>
              <a:rPr lang="en-US" sz="1200" dirty="0"/>
              <a:t> To optimize further, we need </a:t>
            </a:r>
            <a:r>
              <a:rPr lang="en-US" sz="1200" b="1" dirty="0"/>
              <a:t>Customer Demographics</a:t>
            </a:r>
            <a:r>
              <a:rPr lang="en-US" sz="1200" dirty="0"/>
              <a:t> (age, location) to target ads better, and </a:t>
            </a:r>
            <a:r>
              <a:rPr lang="en-US" sz="1200" b="1" dirty="0"/>
              <a:t>Cart Abandonment Surveys/Heatmaps</a:t>
            </a:r>
            <a:r>
              <a:rPr lang="en-US" sz="1200" dirty="0"/>
              <a:t> to know </a:t>
            </a:r>
            <a:r>
              <a:rPr lang="en-US" sz="1200" i="1" dirty="0"/>
              <a:t>exactly</a:t>
            </a:r>
            <a:r>
              <a:rPr lang="en-US" sz="1200" dirty="0"/>
              <a:t> why users leave the billing page.</a:t>
            </a:r>
          </a:p>
        </p:txBody>
      </p:sp>
    </p:spTree>
    <p:extLst>
      <p:ext uri="{BB962C8B-B14F-4D97-AF65-F5344CB8AC3E}">
        <p14:creationId xmlns:p14="http://schemas.microsoft.com/office/powerpoint/2010/main" val="1214289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4881EC-DA58-DF0D-FD36-18EEE3E2D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755" y="1943850"/>
            <a:ext cx="3558489" cy="627900"/>
          </a:xfrm>
        </p:spPr>
        <p:txBody>
          <a:bodyPr/>
          <a:lstStyle/>
          <a:p>
            <a:r>
              <a:rPr lang="en-US" dirty="0"/>
              <a:t>Any Questions?</a:t>
            </a:r>
          </a:p>
        </p:txBody>
      </p:sp>
      <p:grpSp>
        <p:nvGrpSpPr>
          <p:cNvPr id="117" name="Google Shape;2116;p47">
            <a:extLst>
              <a:ext uri="{FF2B5EF4-FFF2-40B4-BE49-F238E27FC236}">
                <a16:creationId xmlns:a16="http://schemas.microsoft.com/office/drawing/2014/main" id="{66B0C9D7-D088-4143-9D35-49A3A1D73938}"/>
              </a:ext>
            </a:extLst>
          </p:cNvPr>
          <p:cNvGrpSpPr/>
          <p:nvPr/>
        </p:nvGrpSpPr>
        <p:grpSpPr>
          <a:xfrm>
            <a:off x="8043092" y="-353976"/>
            <a:ext cx="1568486" cy="1375397"/>
            <a:chOff x="2538624" y="3765566"/>
            <a:chExt cx="350240" cy="345177"/>
          </a:xfrm>
        </p:grpSpPr>
        <p:sp>
          <p:nvSpPr>
            <p:cNvPr id="118" name="Google Shape;2117;p47">
              <a:extLst>
                <a:ext uri="{FF2B5EF4-FFF2-40B4-BE49-F238E27FC236}">
                  <a16:creationId xmlns:a16="http://schemas.microsoft.com/office/drawing/2014/main" id="{7FD6D938-3329-6A75-378C-7A638EE73892}"/>
                </a:ext>
              </a:extLst>
            </p:cNvPr>
            <p:cNvSpPr/>
            <p:nvPr/>
          </p:nvSpPr>
          <p:spPr>
            <a:xfrm>
              <a:off x="2538624" y="3765566"/>
              <a:ext cx="350240" cy="345177"/>
            </a:xfrm>
            <a:custGeom>
              <a:avLst/>
              <a:gdLst/>
              <a:ahLst/>
              <a:cxnLst/>
              <a:rect l="l" t="t" r="r" b="b"/>
              <a:pathLst>
                <a:path w="350240" h="345177" extrusionOk="0">
                  <a:moveTo>
                    <a:pt x="201696" y="50807"/>
                  </a:moveTo>
                  <a:cubicBezTo>
                    <a:pt x="213998" y="53423"/>
                    <a:pt x="225654" y="57807"/>
                    <a:pt x="236359" y="63720"/>
                  </a:cubicBezTo>
                  <a:lnTo>
                    <a:pt x="278398" y="33135"/>
                  </a:lnTo>
                  <a:lnTo>
                    <a:pt x="298313" y="49821"/>
                  </a:lnTo>
                  <a:lnTo>
                    <a:pt x="275611" y="97195"/>
                  </a:lnTo>
                  <a:cubicBezTo>
                    <a:pt x="283156" y="106880"/>
                    <a:pt x="289375" y="117687"/>
                    <a:pt x="293895" y="129344"/>
                  </a:cubicBezTo>
                  <a:lnTo>
                    <a:pt x="345721" y="132912"/>
                  </a:lnTo>
                  <a:lnTo>
                    <a:pt x="350240" y="158502"/>
                  </a:lnTo>
                  <a:lnTo>
                    <a:pt x="302425" y="180218"/>
                  </a:lnTo>
                  <a:cubicBezTo>
                    <a:pt x="301983" y="192894"/>
                    <a:pt x="299672" y="205094"/>
                    <a:pt x="295764" y="216581"/>
                  </a:cubicBezTo>
                  <a:lnTo>
                    <a:pt x="333180" y="252672"/>
                  </a:lnTo>
                  <a:lnTo>
                    <a:pt x="320199" y="275136"/>
                  </a:lnTo>
                  <a:lnTo>
                    <a:pt x="269562" y="261032"/>
                  </a:lnTo>
                  <a:cubicBezTo>
                    <a:pt x="261270" y="270174"/>
                    <a:pt x="251720" y="278127"/>
                    <a:pt x="241117" y="284583"/>
                  </a:cubicBezTo>
                  <a:lnTo>
                    <a:pt x="246589" y="336307"/>
                  </a:lnTo>
                  <a:lnTo>
                    <a:pt x="222188" y="345177"/>
                  </a:lnTo>
                  <a:lnTo>
                    <a:pt x="192486" y="301847"/>
                  </a:lnTo>
                  <a:cubicBezTo>
                    <a:pt x="186777" y="302629"/>
                    <a:pt x="180932" y="303071"/>
                    <a:pt x="174984" y="303071"/>
                  </a:cubicBezTo>
                  <a:cubicBezTo>
                    <a:pt x="168357" y="303071"/>
                    <a:pt x="161900" y="302561"/>
                    <a:pt x="155545" y="301575"/>
                  </a:cubicBezTo>
                  <a:lnTo>
                    <a:pt x="126489" y="344701"/>
                  </a:lnTo>
                  <a:lnTo>
                    <a:pt x="102088" y="335832"/>
                  </a:lnTo>
                  <a:lnTo>
                    <a:pt x="107220" y="283530"/>
                  </a:lnTo>
                  <a:cubicBezTo>
                    <a:pt x="96719" y="276937"/>
                    <a:pt x="87271" y="268849"/>
                    <a:pt x="79149" y="259571"/>
                  </a:cubicBezTo>
                  <a:lnTo>
                    <a:pt x="29124" y="273946"/>
                  </a:lnTo>
                  <a:lnTo>
                    <a:pt x="16142" y="251483"/>
                  </a:lnTo>
                  <a:lnTo>
                    <a:pt x="53661" y="214746"/>
                  </a:lnTo>
                  <a:cubicBezTo>
                    <a:pt x="49923" y="203225"/>
                    <a:pt x="47781" y="190991"/>
                    <a:pt x="47544" y="178315"/>
                  </a:cubicBezTo>
                  <a:lnTo>
                    <a:pt x="0" y="157177"/>
                  </a:lnTo>
                  <a:lnTo>
                    <a:pt x="4520" y="131621"/>
                  </a:lnTo>
                  <a:lnTo>
                    <a:pt x="56855" y="127577"/>
                  </a:lnTo>
                  <a:cubicBezTo>
                    <a:pt x="61579" y="116022"/>
                    <a:pt x="67900" y="105283"/>
                    <a:pt x="75615" y="95699"/>
                  </a:cubicBezTo>
                  <a:lnTo>
                    <a:pt x="52777" y="48971"/>
                  </a:lnTo>
                  <a:lnTo>
                    <a:pt x="72658" y="32285"/>
                  </a:lnTo>
                  <a:lnTo>
                    <a:pt x="115376" y="62837"/>
                  </a:lnTo>
                  <a:cubicBezTo>
                    <a:pt x="126149" y="57094"/>
                    <a:pt x="137873" y="52880"/>
                    <a:pt x="150210" y="50433"/>
                  </a:cubicBezTo>
                  <a:lnTo>
                    <a:pt x="162750" y="0"/>
                  </a:lnTo>
                  <a:lnTo>
                    <a:pt x="188714" y="0"/>
                  </a:lnTo>
                  <a:lnTo>
                    <a:pt x="201764" y="50841"/>
                  </a:lnTo>
                  <a:lnTo>
                    <a:pt x="201764" y="50841"/>
                  </a:lnTo>
                  <a:close/>
                  <a:moveTo>
                    <a:pt x="174984" y="155614"/>
                  </a:moveTo>
                  <a:cubicBezTo>
                    <a:pt x="163973" y="155614"/>
                    <a:pt x="155070" y="164517"/>
                    <a:pt x="155070" y="175528"/>
                  </a:cubicBezTo>
                  <a:cubicBezTo>
                    <a:pt x="155070" y="186539"/>
                    <a:pt x="163973" y="195443"/>
                    <a:pt x="174984" y="195443"/>
                  </a:cubicBezTo>
                  <a:cubicBezTo>
                    <a:pt x="185995" y="195443"/>
                    <a:pt x="194899" y="186539"/>
                    <a:pt x="194899" y="175528"/>
                  </a:cubicBezTo>
                  <a:cubicBezTo>
                    <a:pt x="194899" y="164517"/>
                    <a:pt x="185961" y="155614"/>
                    <a:pt x="174984" y="155614"/>
                  </a:cubicBezTo>
                  <a:lnTo>
                    <a:pt x="174984" y="155614"/>
                  </a:lnTo>
                  <a:close/>
                  <a:moveTo>
                    <a:pt x="182427" y="134645"/>
                  </a:moveTo>
                  <a:cubicBezTo>
                    <a:pt x="188408" y="135733"/>
                    <a:pt x="193947" y="138112"/>
                    <a:pt x="198739" y="141476"/>
                  </a:cubicBezTo>
                  <a:lnTo>
                    <a:pt x="228611" y="111842"/>
                  </a:lnTo>
                  <a:cubicBezTo>
                    <a:pt x="215901" y="101103"/>
                    <a:pt x="199929" y="94136"/>
                    <a:pt x="182393" y="92573"/>
                  </a:cubicBezTo>
                  <a:lnTo>
                    <a:pt x="182393" y="134645"/>
                  </a:lnTo>
                  <a:lnTo>
                    <a:pt x="182393" y="134645"/>
                  </a:lnTo>
                  <a:close/>
                  <a:moveTo>
                    <a:pt x="209206" y="152011"/>
                  </a:moveTo>
                  <a:cubicBezTo>
                    <a:pt x="212503" y="156735"/>
                    <a:pt x="214780" y="162206"/>
                    <a:pt x="215833" y="168120"/>
                  </a:cubicBezTo>
                  <a:lnTo>
                    <a:pt x="257939" y="168120"/>
                  </a:lnTo>
                  <a:cubicBezTo>
                    <a:pt x="256410" y="150822"/>
                    <a:pt x="249579" y="135019"/>
                    <a:pt x="239078" y="122377"/>
                  </a:cubicBezTo>
                  <a:lnTo>
                    <a:pt x="209206" y="152011"/>
                  </a:lnTo>
                  <a:lnTo>
                    <a:pt x="209206" y="152011"/>
                  </a:lnTo>
                  <a:close/>
                  <a:moveTo>
                    <a:pt x="215833" y="182971"/>
                  </a:moveTo>
                  <a:cubicBezTo>
                    <a:pt x="214746" y="188918"/>
                    <a:pt x="212435" y="194424"/>
                    <a:pt x="209138" y="199181"/>
                  </a:cubicBezTo>
                  <a:lnTo>
                    <a:pt x="238874" y="228951"/>
                  </a:lnTo>
                  <a:cubicBezTo>
                    <a:pt x="249477" y="216275"/>
                    <a:pt x="256410" y="200405"/>
                    <a:pt x="257939" y="182971"/>
                  </a:cubicBezTo>
                  <a:lnTo>
                    <a:pt x="215833" y="182971"/>
                  </a:lnTo>
                  <a:close/>
                  <a:moveTo>
                    <a:pt x="198603" y="209682"/>
                  </a:moveTo>
                  <a:cubicBezTo>
                    <a:pt x="193845" y="213013"/>
                    <a:pt x="188340" y="215358"/>
                    <a:pt x="182393" y="216411"/>
                  </a:cubicBezTo>
                  <a:lnTo>
                    <a:pt x="182393" y="258518"/>
                  </a:lnTo>
                  <a:cubicBezTo>
                    <a:pt x="199792" y="256954"/>
                    <a:pt x="215663" y="250056"/>
                    <a:pt x="228339" y="239453"/>
                  </a:cubicBezTo>
                  <a:lnTo>
                    <a:pt x="198569" y="209682"/>
                  </a:lnTo>
                  <a:lnTo>
                    <a:pt x="198569" y="209682"/>
                  </a:lnTo>
                  <a:close/>
                  <a:moveTo>
                    <a:pt x="167542" y="216411"/>
                  </a:moveTo>
                  <a:cubicBezTo>
                    <a:pt x="161560" y="215323"/>
                    <a:pt x="155987" y="212945"/>
                    <a:pt x="151161" y="209580"/>
                  </a:cubicBezTo>
                  <a:lnTo>
                    <a:pt x="121289" y="239214"/>
                  </a:lnTo>
                  <a:cubicBezTo>
                    <a:pt x="133999" y="249954"/>
                    <a:pt x="150006" y="256954"/>
                    <a:pt x="167542" y="258518"/>
                  </a:cubicBezTo>
                  <a:lnTo>
                    <a:pt x="167542" y="216411"/>
                  </a:lnTo>
                  <a:lnTo>
                    <a:pt x="167542" y="216411"/>
                  </a:lnTo>
                  <a:close/>
                  <a:moveTo>
                    <a:pt x="140694" y="199011"/>
                  </a:moveTo>
                  <a:cubicBezTo>
                    <a:pt x="137432" y="194288"/>
                    <a:pt x="135155" y="188816"/>
                    <a:pt x="134101" y="182937"/>
                  </a:cubicBezTo>
                  <a:lnTo>
                    <a:pt x="91995" y="182937"/>
                  </a:lnTo>
                  <a:cubicBezTo>
                    <a:pt x="93524" y="200235"/>
                    <a:pt x="100321" y="216003"/>
                    <a:pt x="110822" y="228611"/>
                  </a:cubicBezTo>
                  <a:lnTo>
                    <a:pt x="140694" y="198977"/>
                  </a:lnTo>
                  <a:lnTo>
                    <a:pt x="140694" y="198977"/>
                  </a:lnTo>
                  <a:close/>
                  <a:moveTo>
                    <a:pt x="134101" y="168120"/>
                  </a:moveTo>
                  <a:cubicBezTo>
                    <a:pt x="135189" y="162173"/>
                    <a:pt x="137500" y="156667"/>
                    <a:pt x="140830" y="151875"/>
                  </a:cubicBezTo>
                  <a:lnTo>
                    <a:pt x="111060" y="122139"/>
                  </a:lnTo>
                  <a:cubicBezTo>
                    <a:pt x="100457" y="134815"/>
                    <a:pt x="93524" y="150686"/>
                    <a:pt x="91995" y="168120"/>
                  </a:cubicBezTo>
                  <a:lnTo>
                    <a:pt x="134101" y="168120"/>
                  </a:lnTo>
                  <a:close/>
                  <a:moveTo>
                    <a:pt x="151331" y="141408"/>
                  </a:moveTo>
                  <a:cubicBezTo>
                    <a:pt x="156123" y="138112"/>
                    <a:pt x="161594" y="135733"/>
                    <a:pt x="167576" y="134679"/>
                  </a:cubicBezTo>
                  <a:lnTo>
                    <a:pt x="167576" y="92573"/>
                  </a:lnTo>
                  <a:cubicBezTo>
                    <a:pt x="150176" y="94136"/>
                    <a:pt x="134271" y="101035"/>
                    <a:pt x="121595" y="111638"/>
                  </a:cubicBezTo>
                  <a:lnTo>
                    <a:pt x="151331" y="1414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2118;p47">
              <a:extLst>
                <a:ext uri="{FF2B5EF4-FFF2-40B4-BE49-F238E27FC236}">
                  <a16:creationId xmlns:a16="http://schemas.microsoft.com/office/drawing/2014/main" id="{D69823E8-876E-605A-05AF-D78F3280E768}"/>
                </a:ext>
              </a:extLst>
            </p:cNvPr>
            <p:cNvSpPr/>
            <p:nvPr/>
          </p:nvSpPr>
          <p:spPr>
            <a:xfrm>
              <a:off x="2566695" y="3862181"/>
              <a:ext cx="322169" cy="248560"/>
            </a:xfrm>
            <a:custGeom>
              <a:avLst/>
              <a:gdLst/>
              <a:ahLst/>
              <a:cxnLst/>
              <a:rect l="l" t="t" r="r" b="b"/>
              <a:pathLst>
                <a:path w="322169" h="248560" extrusionOk="0">
                  <a:moveTo>
                    <a:pt x="247813" y="0"/>
                  </a:moveTo>
                  <a:lnTo>
                    <a:pt x="247541" y="577"/>
                  </a:lnTo>
                  <a:cubicBezTo>
                    <a:pt x="255085" y="10263"/>
                    <a:pt x="261304" y="21070"/>
                    <a:pt x="265824" y="32727"/>
                  </a:cubicBezTo>
                  <a:lnTo>
                    <a:pt x="317650" y="36295"/>
                  </a:lnTo>
                  <a:lnTo>
                    <a:pt x="322170" y="61885"/>
                  </a:lnTo>
                  <a:lnTo>
                    <a:pt x="274354" y="83601"/>
                  </a:lnTo>
                  <a:cubicBezTo>
                    <a:pt x="273913" y="96277"/>
                    <a:pt x="271601" y="108477"/>
                    <a:pt x="267693" y="119964"/>
                  </a:cubicBezTo>
                  <a:lnTo>
                    <a:pt x="305110" y="156055"/>
                  </a:lnTo>
                  <a:lnTo>
                    <a:pt x="292128" y="178519"/>
                  </a:lnTo>
                  <a:lnTo>
                    <a:pt x="241492" y="164415"/>
                  </a:lnTo>
                  <a:cubicBezTo>
                    <a:pt x="233200" y="173557"/>
                    <a:pt x="223650" y="181509"/>
                    <a:pt x="213047" y="187966"/>
                  </a:cubicBezTo>
                  <a:lnTo>
                    <a:pt x="218518" y="239690"/>
                  </a:lnTo>
                  <a:lnTo>
                    <a:pt x="194118" y="248560"/>
                  </a:lnTo>
                  <a:lnTo>
                    <a:pt x="164415" y="205230"/>
                  </a:lnTo>
                  <a:cubicBezTo>
                    <a:pt x="158706" y="206012"/>
                    <a:pt x="152861" y="206454"/>
                    <a:pt x="146914" y="206454"/>
                  </a:cubicBezTo>
                  <a:cubicBezTo>
                    <a:pt x="140287" y="206454"/>
                    <a:pt x="133830" y="205944"/>
                    <a:pt x="127475" y="204958"/>
                  </a:cubicBezTo>
                  <a:lnTo>
                    <a:pt x="98418" y="248084"/>
                  </a:lnTo>
                  <a:lnTo>
                    <a:pt x="74018" y="239214"/>
                  </a:lnTo>
                  <a:lnTo>
                    <a:pt x="79149" y="186913"/>
                  </a:lnTo>
                  <a:cubicBezTo>
                    <a:pt x="68648" y="180320"/>
                    <a:pt x="59201" y="172231"/>
                    <a:pt x="51078" y="162954"/>
                  </a:cubicBezTo>
                  <a:lnTo>
                    <a:pt x="1054" y="177329"/>
                  </a:lnTo>
                  <a:lnTo>
                    <a:pt x="0" y="175528"/>
                  </a:lnTo>
                  <a:lnTo>
                    <a:pt x="75615" y="121969"/>
                  </a:lnTo>
                  <a:cubicBezTo>
                    <a:pt x="77756" y="125503"/>
                    <a:pt x="80135" y="128868"/>
                    <a:pt x="82786" y="132028"/>
                  </a:cubicBezTo>
                  <a:lnTo>
                    <a:pt x="112658" y="102394"/>
                  </a:lnTo>
                  <a:cubicBezTo>
                    <a:pt x="111638" y="100899"/>
                    <a:pt x="110721" y="99336"/>
                    <a:pt x="109871" y="97704"/>
                  </a:cubicBezTo>
                  <a:lnTo>
                    <a:pt x="127950" y="84892"/>
                  </a:lnTo>
                  <a:cubicBezTo>
                    <a:pt x="130499" y="92947"/>
                    <a:pt x="138044" y="98792"/>
                    <a:pt x="146948" y="98792"/>
                  </a:cubicBezTo>
                  <a:cubicBezTo>
                    <a:pt x="157925" y="98792"/>
                    <a:pt x="166862" y="89888"/>
                    <a:pt x="166862" y="78877"/>
                  </a:cubicBezTo>
                  <a:cubicBezTo>
                    <a:pt x="166862" y="72386"/>
                    <a:pt x="163770" y="66575"/>
                    <a:pt x="158944" y="62973"/>
                  </a:cubicBezTo>
                  <a:lnTo>
                    <a:pt x="209954" y="26848"/>
                  </a:lnTo>
                  <a:lnTo>
                    <a:pt x="181170" y="55360"/>
                  </a:lnTo>
                  <a:cubicBezTo>
                    <a:pt x="184466" y="60084"/>
                    <a:pt x="186743" y="65556"/>
                    <a:pt x="187796" y="71469"/>
                  </a:cubicBezTo>
                  <a:lnTo>
                    <a:pt x="229903" y="71469"/>
                  </a:lnTo>
                  <a:cubicBezTo>
                    <a:pt x="228374" y="54239"/>
                    <a:pt x="221611" y="38538"/>
                    <a:pt x="211212" y="25930"/>
                  </a:cubicBezTo>
                  <a:lnTo>
                    <a:pt x="247813" y="0"/>
                  </a:lnTo>
                  <a:lnTo>
                    <a:pt x="247813" y="0"/>
                  </a:lnTo>
                  <a:close/>
                  <a:moveTo>
                    <a:pt x="187796" y="86320"/>
                  </a:moveTo>
                  <a:cubicBezTo>
                    <a:pt x="186709" y="92267"/>
                    <a:pt x="184398" y="97772"/>
                    <a:pt x="181102" y="102530"/>
                  </a:cubicBezTo>
                  <a:lnTo>
                    <a:pt x="210838" y="132300"/>
                  </a:lnTo>
                  <a:cubicBezTo>
                    <a:pt x="221441" y="119624"/>
                    <a:pt x="228374" y="103754"/>
                    <a:pt x="229903" y="86320"/>
                  </a:cubicBezTo>
                  <a:lnTo>
                    <a:pt x="187796" y="86320"/>
                  </a:lnTo>
                  <a:close/>
                  <a:moveTo>
                    <a:pt x="170567" y="113031"/>
                  </a:moveTo>
                  <a:cubicBezTo>
                    <a:pt x="165809" y="116362"/>
                    <a:pt x="160303" y="118706"/>
                    <a:pt x="154356" y="119760"/>
                  </a:cubicBezTo>
                  <a:lnTo>
                    <a:pt x="154356" y="161866"/>
                  </a:lnTo>
                  <a:cubicBezTo>
                    <a:pt x="171756" y="160303"/>
                    <a:pt x="187627" y="153404"/>
                    <a:pt x="200303" y="142801"/>
                  </a:cubicBezTo>
                  <a:lnTo>
                    <a:pt x="170533" y="113031"/>
                  </a:lnTo>
                  <a:lnTo>
                    <a:pt x="170533" y="113031"/>
                  </a:lnTo>
                  <a:close/>
                  <a:moveTo>
                    <a:pt x="139505" y="119760"/>
                  </a:moveTo>
                  <a:cubicBezTo>
                    <a:pt x="133524" y="118672"/>
                    <a:pt x="127950" y="116294"/>
                    <a:pt x="123125" y="112929"/>
                  </a:cubicBezTo>
                  <a:lnTo>
                    <a:pt x="93253" y="142563"/>
                  </a:lnTo>
                  <a:cubicBezTo>
                    <a:pt x="105963" y="153302"/>
                    <a:pt x="121969" y="160303"/>
                    <a:pt x="139505" y="161866"/>
                  </a:cubicBezTo>
                  <a:lnTo>
                    <a:pt x="139505" y="119760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26" name="Picture 2" descr="questions STICKER - Find &amp; Share on GIPHY">
            <a:extLst>
              <a:ext uri="{FF2B5EF4-FFF2-40B4-BE49-F238E27FC236}">
                <a16:creationId xmlns:a16="http://schemas.microsoft.com/office/drawing/2014/main" id="{39834CA8-6B8B-AF6D-C03E-E9ADE6EF8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5198" y="565770"/>
            <a:ext cx="2323514" cy="2904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8261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p46"/>
          <p:cNvSpPr txBox="1">
            <a:spLocks noGrp="1"/>
          </p:cNvSpPr>
          <p:nvPr>
            <p:ph type="title"/>
          </p:nvPr>
        </p:nvSpPr>
        <p:spPr>
          <a:xfrm>
            <a:off x="358691" y="310981"/>
            <a:ext cx="3223800" cy="118448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r>
              <a:rPr lang="en" i="1" dirty="0"/>
              <a:t>!</a:t>
            </a:r>
            <a:endParaRPr i="1" dirty="0"/>
          </a:p>
        </p:txBody>
      </p:sp>
      <p:grpSp>
        <p:nvGrpSpPr>
          <p:cNvPr id="1997" name="Google Shape;1997;p46"/>
          <p:cNvGrpSpPr/>
          <p:nvPr/>
        </p:nvGrpSpPr>
        <p:grpSpPr>
          <a:xfrm>
            <a:off x="5209486" y="1281751"/>
            <a:ext cx="3032405" cy="3937952"/>
            <a:chOff x="5209486" y="1205551"/>
            <a:chExt cx="3032405" cy="3937952"/>
          </a:xfrm>
        </p:grpSpPr>
        <p:sp>
          <p:nvSpPr>
            <p:cNvPr id="1998" name="Google Shape;1998;p46"/>
            <p:cNvSpPr/>
            <p:nvPr/>
          </p:nvSpPr>
          <p:spPr>
            <a:xfrm>
              <a:off x="6561476" y="3172681"/>
              <a:ext cx="293602" cy="213604"/>
            </a:xfrm>
            <a:custGeom>
              <a:avLst/>
              <a:gdLst/>
              <a:ahLst/>
              <a:cxnLst/>
              <a:rect l="l" t="t" r="r" b="b"/>
              <a:pathLst>
                <a:path w="129955" h="95835" extrusionOk="0">
                  <a:moveTo>
                    <a:pt x="64978" y="95835"/>
                  </a:moveTo>
                  <a:cubicBezTo>
                    <a:pt x="100763" y="95835"/>
                    <a:pt x="129955" y="74323"/>
                    <a:pt x="129955" y="47918"/>
                  </a:cubicBezTo>
                  <a:cubicBezTo>
                    <a:pt x="129955" y="21512"/>
                    <a:pt x="100763" y="0"/>
                    <a:pt x="64978" y="0"/>
                  </a:cubicBezTo>
                  <a:cubicBezTo>
                    <a:pt x="29192" y="0"/>
                    <a:pt x="0" y="21546"/>
                    <a:pt x="0" y="47918"/>
                  </a:cubicBezTo>
                  <a:cubicBezTo>
                    <a:pt x="0" y="74289"/>
                    <a:pt x="29192" y="95835"/>
                    <a:pt x="64978" y="95835"/>
                  </a:cubicBezTo>
                  <a:close/>
                </a:path>
              </a:pathLst>
            </a:custGeom>
            <a:solidFill>
              <a:srgbClr val="0057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9" name="Google Shape;1999;p46"/>
            <p:cNvSpPr/>
            <p:nvPr/>
          </p:nvSpPr>
          <p:spPr>
            <a:xfrm>
              <a:off x="6560554" y="3265916"/>
              <a:ext cx="293525" cy="131722"/>
            </a:xfrm>
            <a:custGeom>
              <a:avLst/>
              <a:gdLst/>
              <a:ahLst/>
              <a:cxnLst/>
              <a:rect l="l" t="t" r="r" b="b"/>
              <a:pathLst>
                <a:path w="129921" h="59098" extrusionOk="0">
                  <a:moveTo>
                    <a:pt x="0" y="0"/>
                  </a:moveTo>
                  <a:lnTo>
                    <a:pt x="129921" y="0"/>
                  </a:lnTo>
                  <a:lnTo>
                    <a:pt x="129921" y="59099"/>
                  </a:lnTo>
                  <a:lnTo>
                    <a:pt x="0" y="5909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0" name="Google Shape;2000;p46"/>
            <p:cNvSpPr/>
            <p:nvPr/>
          </p:nvSpPr>
          <p:spPr>
            <a:xfrm>
              <a:off x="6505003" y="3217555"/>
              <a:ext cx="399249" cy="57792"/>
            </a:xfrm>
            <a:custGeom>
              <a:avLst/>
              <a:gdLst/>
              <a:ahLst/>
              <a:cxnLst/>
              <a:rect l="l" t="t" r="r" b="b"/>
              <a:pathLst>
                <a:path w="176717" h="25929" extrusionOk="0">
                  <a:moveTo>
                    <a:pt x="163736" y="0"/>
                  </a:moveTo>
                  <a:lnTo>
                    <a:pt x="12982" y="0"/>
                  </a:lnTo>
                  <a:cubicBezTo>
                    <a:pt x="5845" y="0"/>
                    <a:pt x="0" y="5845"/>
                    <a:pt x="0" y="12982"/>
                  </a:cubicBezTo>
                  <a:lnTo>
                    <a:pt x="0" y="12982"/>
                  </a:lnTo>
                  <a:cubicBezTo>
                    <a:pt x="0" y="20119"/>
                    <a:pt x="5845" y="25930"/>
                    <a:pt x="12982" y="25930"/>
                  </a:cubicBezTo>
                  <a:lnTo>
                    <a:pt x="163736" y="25930"/>
                  </a:lnTo>
                  <a:cubicBezTo>
                    <a:pt x="170872" y="25930"/>
                    <a:pt x="176718" y="20085"/>
                    <a:pt x="176718" y="12948"/>
                  </a:cubicBezTo>
                  <a:lnTo>
                    <a:pt x="176718" y="12948"/>
                  </a:lnTo>
                  <a:cubicBezTo>
                    <a:pt x="176718" y="5811"/>
                    <a:pt x="170872" y="0"/>
                    <a:pt x="163736" y="0"/>
                  </a:cubicBezTo>
                  <a:close/>
                </a:path>
              </a:pathLst>
            </a:custGeom>
            <a:solidFill>
              <a:srgbClr val="0049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1" name="Google Shape;2001;p46"/>
            <p:cNvSpPr/>
            <p:nvPr/>
          </p:nvSpPr>
          <p:spPr>
            <a:xfrm>
              <a:off x="6585756" y="3275998"/>
              <a:ext cx="19500" cy="73927"/>
            </a:xfrm>
            <a:custGeom>
              <a:avLst/>
              <a:gdLst/>
              <a:ahLst/>
              <a:cxnLst/>
              <a:rect l="l" t="t" r="r" b="b"/>
              <a:pathLst>
                <a:path w="8631" h="33168" extrusionOk="0">
                  <a:moveTo>
                    <a:pt x="0" y="0"/>
                  </a:moveTo>
                  <a:lnTo>
                    <a:pt x="8632" y="0"/>
                  </a:lnTo>
                  <a:lnTo>
                    <a:pt x="8632" y="33169"/>
                  </a:lnTo>
                  <a:lnTo>
                    <a:pt x="0" y="33169"/>
                  </a:lnTo>
                  <a:close/>
                </a:path>
              </a:pathLst>
            </a:custGeom>
            <a:solidFill>
              <a:srgbClr val="EFEFE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2" name="Google Shape;2002;p46"/>
            <p:cNvSpPr/>
            <p:nvPr/>
          </p:nvSpPr>
          <p:spPr>
            <a:xfrm>
              <a:off x="5614098" y="3274029"/>
              <a:ext cx="293602" cy="131722"/>
            </a:xfrm>
            <a:custGeom>
              <a:avLst/>
              <a:gdLst/>
              <a:ahLst/>
              <a:cxnLst/>
              <a:rect l="l" t="t" r="r" b="b"/>
              <a:pathLst>
                <a:path w="129955" h="59098" extrusionOk="0">
                  <a:moveTo>
                    <a:pt x="0" y="0"/>
                  </a:moveTo>
                  <a:lnTo>
                    <a:pt x="129955" y="0"/>
                  </a:lnTo>
                  <a:lnTo>
                    <a:pt x="129955" y="59099"/>
                  </a:lnTo>
                  <a:lnTo>
                    <a:pt x="0" y="5909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3" name="Google Shape;2003;p46"/>
            <p:cNvSpPr/>
            <p:nvPr/>
          </p:nvSpPr>
          <p:spPr>
            <a:xfrm>
              <a:off x="5561313" y="3225667"/>
              <a:ext cx="399096" cy="57792"/>
            </a:xfrm>
            <a:custGeom>
              <a:avLst/>
              <a:gdLst/>
              <a:ahLst/>
              <a:cxnLst/>
              <a:rect l="l" t="t" r="r" b="b"/>
              <a:pathLst>
                <a:path w="176649" h="25929" extrusionOk="0">
                  <a:moveTo>
                    <a:pt x="12948" y="0"/>
                  </a:moveTo>
                  <a:lnTo>
                    <a:pt x="163702" y="0"/>
                  </a:lnTo>
                  <a:cubicBezTo>
                    <a:pt x="170838" y="0"/>
                    <a:pt x="176650" y="5811"/>
                    <a:pt x="176650" y="12948"/>
                  </a:cubicBezTo>
                  <a:lnTo>
                    <a:pt x="176650" y="12948"/>
                  </a:lnTo>
                  <a:cubicBezTo>
                    <a:pt x="176650" y="20085"/>
                    <a:pt x="170838" y="25930"/>
                    <a:pt x="163702" y="25930"/>
                  </a:cubicBezTo>
                  <a:lnTo>
                    <a:pt x="12948" y="25930"/>
                  </a:lnTo>
                  <a:cubicBezTo>
                    <a:pt x="5811" y="25930"/>
                    <a:pt x="0" y="20085"/>
                    <a:pt x="0" y="12948"/>
                  </a:cubicBezTo>
                  <a:lnTo>
                    <a:pt x="0" y="12948"/>
                  </a:lnTo>
                  <a:cubicBezTo>
                    <a:pt x="0" y="5811"/>
                    <a:pt x="5811" y="0"/>
                    <a:pt x="129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4" name="Google Shape;2004;p46"/>
            <p:cNvSpPr/>
            <p:nvPr/>
          </p:nvSpPr>
          <p:spPr>
            <a:xfrm>
              <a:off x="5209486" y="3358016"/>
              <a:ext cx="2082551" cy="864644"/>
            </a:xfrm>
            <a:custGeom>
              <a:avLst/>
              <a:gdLst/>
              <a:ahLst/>
              <a:cxnLst/>
              <a:rect l="l" t="t" r="r" b="b"/>
              <a:pathLst>
                <a:path w="921785" h="387929" extrusionOk="0">
                  <a:moveTo>
                    <a:pt x="38776" y="34"/>
                  </a:moveTo>
                  <a:lnTo>
                    <a:pt x="883010" y="34"/>
                  </a:lnTo>
                  <a:cubicBezTo>
                    <a:pt x="904420" y="34"/>
                    <a:pt x="921786" y="17400"/>
                    <a:pt x="921786" y="38810"/>
                  </a:cubicBezTo>
                  <a:lnTo>
                    <a:pt x="921786" y="349153"/>
                  </a:lnTo>
                  <a:cubicBezTo>
                    <a:pt x="921786" y="370563"/>
                    <a:pt x="904420" y="387929"/>
                    <a:pt x="883010" y="387929"/>
                  </a:cubicBezTo>
                  <a:lnTo>
                    <a:pt x="38776" y="387929"/>
                  </a:lnTo>
                  <a:cubicBezTo>
                    <a:pt x="17366" y="387929"/>
                    <a:pt x="0" y="370563"/>
                    <a:pt x="0" y="349153"/>
                  </a:cubicBezTo>
                  <a:lnTo>
                    <a:pt x="0" y="38776"/>
                  </a:lnTo>
                  <a:cubicBezTo>
                    <a:pt x="0" y="17366"/>
                    <a:pt x="17366" y="0"/>
                    <a:pt x="387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5" name="Google Shape;2005;p46"/>
            <p:cNvSpPr/>
            <p:nvPr/>
          </p:nvSpPr>
          <p:spPr>
            <a:xfrm>
              <a:off x="5209486" y="3766512"/>
              <a:ext cx="2082628" cy="372973"/>
            </a:xfrm>
            <a:custGeom>
              <a:avLst/>
              <a:gdLst/>
              <a:ahLst/>
              <a:cxnLst/>
              <a:rect l="l" t="t" r="r" b="b"/>
              <a:pathLst>
                <a:path w="921819" h="167337" extrusionOk="0">
                  <a:moveTo>
                    <a:pt x="921786" y="0"/>
                  </a:moveTo>
                  <a:lnTo>
                    <a:pt x="921786" y="128528"/>
                  </a:lnTo>
                  <a:cubicBezTo>
                    <a:pt x="921786" y="149870"/>
                    <a:pt x="904318" y="167338"/>
                    <a:pt x="883010" y="167338"/>
                  </a:cubicBezTo>
                  <a:lnTo>
                    <a:pt x="38776" y="167338"/>
                  </a:lnTo>
                  <a:cubicBezTo>
                    <a:pt x="17434" y="167338"/>
                    <a:pt x="0" y="149870"/>
                    <a:pt x="0" y="128528"/>
                  </a:cubicBezTo>
                  <a:lnTo>
                    <a:pt x="0" y="0"/>
                  </a:lnTo>
                  <a:lnTo>
                    <a:pt x="921820" y="0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6" name="Google Shape;2006;p46"/>
            <p:cNvSpPr/>
            <p:nvPr/>
          </p:nvSpPr>
          <p:spPr>
            <a:xfrm>
              <a:off x="5209486" y="3358092"/>
              <a:ext cx="108411" cy="864644"/>
            </a:xfrm>
            <a:custGeom>
              <a:avLst/>
              <a:gdLst/>
              <a:ahLst/>
              <a:cxnLst/>
              <a:rect l="l" t="t" r="r" b="b"/>
              <a:pathLst>
                <a:path w="47985" h="387929" extrusionOk="0">
                  <a:moveTo>
                    <a:pt x="38776" y="0"/>
                  </a:moveTo>
                  <a:lnTo>
                    <a:pt x="47986" y="0"/>
                  </a:lnTo>
                  <a:lnTo>
                    <a:pt x="47986" y="387929"/>
                  </a:lnTo>
                  <a:lnTo>
                    <a:pt x="38776" y="387929"/>
                  </a:lnTo>
                  <a:cubicBezTo>
                    <a:pt x="17434" y="387929"/>
                    <a:pt x="0" y="370461"/>
                    <a:pt x="0" y="349153"/>
                  </a:cubicBezTo>
                  <a:lnTo>
                    <a:pt x="0" y="38810"/>
                  </a:lnTo>
                  <a:cubicBezTo>
                    <a:pt x="0" y="17468"/>
                    <a:pt x="17434" y="34"/>
                    <a:pt x="38776" y="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7" name="Google Shape;2007;p46"/>
            <p:cNvSpPr/>
            <p:nvPr/>
          </p:nvSpPr>
          <p:spPr>
            <a:xfrm>
              <a:off x="5209486" y="3766512"/>
              <a:ext cx="108487" cy="372899"/>
            </a:xfrm>
            <a:custGeom>
              <a:avLst/>
              <a:gdLst/>
              <a:ahLst/>
              <a:cxnLst/>
              <a:rect l="l" t="t" r="r" b="b"/>
              <a:pathLst>
                <a:path w="48019" h="167304" extrusionOk="0">
                  <a:moveTo>
                    <a:pt x="47986" y="0"/>
                  </a:moveTo>
                  <a:lnTo>
                    <a:pt x="47986" y="167304"/>
                  </a:lnTo>
                  <a:lnTo>
                    <a:pt x="38776" y="167304"/>
                  </a:lnTo>
                  <a:cubicBezTo>
                    <a:pt x="17434" y="167304"/>
                    <a:pt x="0" y="149836"/>
                    <a:pt x="0" y="128528"/>
                  </a:cubicBezTo>
                  <a:lnTo>
                    <a:pt x="0" y="0"/>
                  </a:lnTo>
                  <a:lnTo>
                    <a:pt x="4802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8" name="Google Shape;2008;p46"/>
            <p:cNvSpPr/>
            <p:nvPr/>
          </p:nvSpPr>
          <p:spPr>
            <a:xfrm>
              <a:off x="7185069" y="3358092"/>
              <a:ext cx="108411" cy="864644"/>
            </a:xfrm>
            <a:custGeom>
              <a:avLst/>
              <a:gdLst/>
              <a:ahLst/>
              <a:cxnLst/>
              <a:rect l="l" t="t" r="r" b="b"/>
              <a:pathLst>
                <a:path w="47985" h="387929" extrusionOk="0">
                  <a:moveTo>
                    <a:pt x="9210" y="387929"/>
                  </a:moveTo>
                  <a:lnTo>
                    <a:pt x="0" y="387929"/>
                  </a:lnTo>
                  <a:lnTo>
                    <a:pt x="0" y="0"/>
                  </a:lnTo>
                  <a:lnTo>
                    <a:pt x="9210" y="0"/>
                  </a:lnTo>
                  <a:cubicBezTo>
                    <a:pt x="30552" y="0"/>
                    <a:pt x="47986" y="17468"/>
                    <a:pt x="47986" y="38776"/>
                  </a:cubicBezTo>
                  <a:lnTo>
                    <a:pt x="47986" y="349119"/>
                  </a:lnTo>
                  <a:cubicBezTo>
                    <a:pt x="47986" y="370461"/>
                    <a:pt x="30518" y="387895"/>
                    <a:pt x="9210" y="38789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9" name="Google Shape;2009;p46"/>
            <p:cNvSpPr/>
            <p:nvPr/>
          </p:nvSpPr>
          <p:spPr>
            <a:xfrm>
              <a:off x="7185069" y="3766588"/>
              <a:ext cx="108487" cy="372897"/>
            </a:xfrm>
            <a:custGeom>
              <a:avLst/>
              <a:gdLst/>
              <a:ahLst/>
              <a:cxnLst/>
              <a:rect l="l" t="t" r="r" b="b"/>
              <a:pathLst>
                <a:path w="48019" h="167303" extrusionOk="0">
                  <a:moveTo>
                    <a:pt x="9210" y="167304"/>
                  </a:moveTo>
                  <a:lnTo>
                    <a:pt x="0" y="167304"/>
                  </a:lnTo>
                  <a:lnTo>
                    <a:pt x="0" y="0"/>
                  </a:lnTo>
                  <a:lnTo>
                    <a:pt x="48020" y="0"/>
                  </a:lnTo>
                  <a:lnTo>
                    <a:pt x="48020" y="128528"/>
                  </a:lnTo>
                  <a:cubicBezTo>
                    <a:pt x="48020" y="149870"/>
                    <a:pt x="30552" y="167304"/>
                    <a:pt x="9244" y="1673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0" name="Google Shape;2010;p46"/>
            <p:cNvSpPr/>
            <p:nvPr/>
          </p:nvSpPr>
          <p:spPr>
            <a:xfrm>
              <a:off x="5341874" y="3457771"/>
              <a:ext cx="1750713" cy="74988"/>
            </a:xfrm>
            <a:custGeom>
              <a:avLst/>
              <a:gdLst/>
              <a:ahLst/>
              <a:cxnLst/>
              <a:rect l="l" t="t" r="r" b="b"/>
              <a:pathLst>
                <a:path w="774906" h="33644" extrusionOk="0">
                  <a:moveTo>
                    <a:pt x="16822" y="0"/>
                  </a:moveTo>
                  <a:lnTo>
                    <a:pt x="758084" y="0"/>
                  </a:lnTo>
                  <a:cubicBezTo>
                    <a:pt x="767328" y="0"/>
                    <a:pt x="774907" y="7578"/>
                    <a:pt x="774907" y="16822"/>
                  </a:cubicBezTo>
                  <a:lnTo>
                    <a:pt x="774907" y="16822"/>
                  </a:lnTo>
                  <a:cubicBezTo>
                    <a:pt x="774907" y="26066"/>
                    <a:pt x="767328" y="33644"/>
                    <a:pt x="758084" y="33644"/>
                  </a:cubicBezTo>
                  <a:lnTo>
                    <a:pt x="16822" y="33644"/>
                  </a:lnTo>
                  <a:cubicBezTo>
                    <a:pt x="7545" y="33644"/>
                    <a:pt x="0" y="26066"/>
                    <a:pt x="0" y="16822"/>
                  </a:cubicBezTo>
                  <a:lnTo>
                    <a:pt x="0" y="16822"/>
                  </a:lnTo>
                  <a:cubicBezTo>
                    <a:pt x="0" y="7578"/>
                    <a:pt x="7579" y="0"/>
                    <a:pt x="16822" y="0"/>
                  </a:cubicBezTo>
                  <a:close/>
                </a:path>
              </a:pathLst>
            </a:custGeom>
            <a:solidFill>
              <a:srgbClr val="EFEFE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1" name="Google Shape;2011;p46"/>
            <p:cNvSpPr/>
            <p:nvPr/>
          </p:nvSpPr>
          <p:spPr>
            <a:xfrm>
              <a:off x="5639301" y="3284111"/>
              <a:ext cx="19500" cy="73927"/>
            </a:xfrm>
            <a:custGeom>
              <a:avLst/>
              <a:gdLst/>
              <a:ahLst/>
              <a:cxnLst/>
              <a:rect l="l" t="t" r="r" b="b"/>
              <a:pathLst>
                <a:path w="8631" h="33168" extrusionOk="0">
                  <a:moveTo>
                    <a:pt x="0" y="0"/>
                  </a:moveTo>
                  <a:lnTo>
                    <a:pt x="8632" y="0"/>
                  </a:lnTo>
                  <a:lnTo>
                    <a:pt x="8632" y="33168"/>
                  </a:lnTo>
                  <a:lnTo>
                    <a:pt x="0" y="33168"/>
                  </a:lnTo>
                  <a:close/>
                </a:path>
              </a:pathLst>
            </a:custGeom>
            <a:solidFill>
              <a:srgbClr val="EFEFEF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12" name="Google Shape;2012;p46"/>
            <p:cNvGrpSpPr/>
            <p:nvPr/>
          </p:nvGrpSpPr>
          <p:grpSpPr>
            <a:xfrm>
              <a:off x="5448213" y="3766512"/>
              <a:ext cx="1606620" cy="675315"/>
              <a:chOff x="4439952" y="2779427"/>
              <a:chExt cx="710608" cy="302764"/>
            </a:xfrm>
          </p:grpSpPr>
          <p:sp>
            <p:nvSpPr>
              <p:cNvPr id="2013" name="Google Shape;2013;p46"/>
              <p:cNvSpPr/>
              <p:nvPr/>
            </p:nvSpPr>
            <p:spPr>
              <a:xfrm>
                <a:off x="4439952" y="2779427"/>
                <a:ext cx="71060" cy="286520"/>
              </a:xfrm>
              <a:custGeom>
                <a:avLst/>
                <a:gdLst/>
                <a:ahLst/>
                <a:cxnLst/>
                <a:rect l="l" t="t" r="r" b="b"/>
                <a:pathLst>
                  <a:path w="71060" h="286520" extrusionOk="0">
                    <a:moveTo>
                      <a:pt x="0" y="0"/>
                    </a:moveTo>
                    <a:lnTo>
                      <a:pt x="71061" y="0"/>
                    </a:lnTo>
                    <a:lnTo>
                      <a:pt x="71061" y="286520"/>
                    </a:lnTo>
                    <a:lnTo>
                      <a:pt x="0" y="2865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4" name="Google Shape;2014;p46"/>
              <p:cNvSpPr/>
              <p:nvPr/>
            </p:nvSpPr>
            <p:spPr>
              <a:xfrm>
                <a:off x="5079499" y="2795671"/>
                <a:ext cx="71060" cy="286520"/>
              </a:xfrm>
              <a:custGeom>
                <a:avLst/>
                <a:gdLst/>
                <a:ahLst/>
                <a:cxnLst/>
                <a:rect l="l" t="t" r="r" b="b"/>
                <a:pathLst>
                  <a:path w="71060" h="286520" extrusionOk="0">
                    <a:moveTo>
                      <a:pt x="0" y="0"/>
                    </a:moveTo>
                    <a:lnTo>
                      <a:pt x="71061" y="0"/>
                    </a:lnTo>
                    <a:lnTo>
                      <a:pt x="71061" y="286520"/>
                    </a:lnTo>
                    <a:lnTo>
                      <a:pt x="0" y="2865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5" name="Google Shape;2015;p46"/>
              <p:cNvSpPr/>
              <p:nvPr/>
            </p:nvSpPr>
            <p:spPr>
              <a:xfrm>
                <a:off x="4439952" y="3018743"/>
                <a:ext cx="710608" cy="63448"/>
              </a:xfrm>
              <a:custGeom>
                <a:avLst/>
                <a:gdLst/>
                <a:ahLst/>
                <a:cxnLst/>
                <a:rect l="l" t="t" r="r" b="b"/>
                <a:pathLst>
                  <a:path w="710608" h="63448" extrusionOk="0">
                    <a:moveTo>
                      <a:pt x="0" y="0"/>
                    </a:moveTo>
                    <a:lnTo>
                      <a:pt x="710608" y="0"/>
                    </a:lnTo>
                    <a:lnTo>
                      <a:pt x="710608" y="63448"/>
                    </a:lnTo>
                    <a:lnTo>
                      <a:pt x="0" y="6344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16" name="Google Shape;2016;p46"/>
            <p:cNvSpPr/>
            <p:nvPr/>
          </p:nvSpPr>
          <p:spPr>
            <a:xfrm>
              <a:off x="5447137" y="3695259"/>
              <a:ext cx="162771" cy="142403"/>
            </a:xfrm>
            <a:custGeom>
              <a:avLst/>
              <a:gdLst/>
              <a:ahLst/>
              <a:cxnLst/>
              <a:rect l="l" t="t" r="r" b="b"/>
              <a:pathLst>
                <a:path w="72046" h="63890" extrusionOk="0">
                  <a:moveTo>
                    <a:pt x="36023" y="63890"/>
                  </a:moveTo>
                  <a:cubicBezTo>
                    <a:pt x="55870" y="63890"/>
                    <a:pt x="72046" y="49549"/>
                    <a:pt x="72046" y="31945"/>
                  </a:cubicBezTo>
                  <a:cubicBezTo>
                    <a:pt x="72046" y="14341"/>
                    <a:pt x="55870" y="0"/>
                    <a:pt x="36023" y="0"/>
                  </a:cubicBezTo>
                  <a:cubicBezTo>
                    <a:pt x="16176" y="0"/>
                    <a:pt x="0" y="14375"/>
                    <a:pt x="0" y="31945"/>
                  </a:cubicBezTo>
                  <a:cubicBezTo>
                    <a:pt x="0" y="49515"/>
                    <a:pt x="16176" y="63890"/>
                    <a:pt x="36023" y="6389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7" name="Google Shape;2017;p46"/>
            <p:cNvSpPr/>
            <p:nvPr/>
          </p:nvSpPr>
          <p:spPr>
            <a:xfrm>
              <a:off x="6891944" y="3731567"/>
              <a:ext cx="162771" cy="142403"/>
            </a:xfrm>
            <a:custGeom>
              <a:avLst/>
              <a:gdLst/>
              <a:ahLst/>
              <a:cxnLst/>
              <a:rect l="l" t="t" r="r" b="b"/>
              <a:pathLst>
                <a:path w="72046" h="63890" extrusionOk="0">
                  <a:moveTo>
                    <a:pt x="36023" y="63890"/>
                  </a:moveTo>
                  <a:cubicBezTo>
                    <a:pt x="55870" y="63890"/>
                    <a:pt x="72046" y="49549"/>
                    <a:pt x="72046" y="31945"/>
                  </a:cubicBezTo>
                  <a:cubicBezTo>
                    <a:pt x="72046" y="14341"/>
                    <a:pt x="55870" y="0"/>
                    <a:pt x="36023" y="0"/>
                  </a:cubicBezTo>
                  <a:cubicBezTo>
                    <a:pt x="16176" y="0"/>
                    <a:pt x="0" y="14341"/>
                    <a:pt x="0" y="31945"/>
                  </a:cubicBezTo>
                  <a:cubicBezTo>
                    <a:pt x="0" y="49549"/>
                    <a:pt x="16176" y="63890"/>
                    <a:pt x="36023" y="6389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18" name="Google Shape;2018;p46"/>
            <p:cNvGrpSpPr/>
            <p:nvPr/>
          </p:nvGrpSpPr>
          <p:grpSpPr>
            <a:xfrm>
              <a:off x="7441352" y="1284942"/>
              <a:ext cx="513089" cy="975768"/>
              <a:chOff x="4380117" y="1824165"/>
              <a:chExt cx="226939" cy="437466"/>
            </a:xfrm>
          </p:grpSpPr>
          <p:sp>
            <p:nvSpPr>
              <p:cNvPr id="2019" name="Google Shape;2019;p46"/>
              <p:cNvSpPr/>
              <p:nvPr/>
            </p:nvSpPr>
            <p:spPr>
              <a:xfrm>
                <a:off x="4469971" y="2216942"/>
                <a:ext cx="57501" cy="44689"/>
              </a:xfrm>
              <a:custGeom>
                <a:avLst/>
                <a:gdLst/>
                <a:ahLst/>
                <a:cxnLst/>
                <a:rect l="l" t="t" r="r" b="b"/>
                <a:pathLst>
                  <a:path w="57501" h="44689" extrusionOk="0">
                    <a:moveTo>
                      <a:pt x="57501" y="0"/>
                    </a:moveTo>
                    <a:lnTo>
                      <a:pt x="0" y="0"/>
                    </a:lnTo>
                    <a:lnTo>
                      <a:pt x="18487" y="44689"/>
                    </a:lnTo>
                    <a:lnTo>
                      <a:pt x="38776" y="44689"/>
                    </a:lnTo>
                    <a:lnTo>
                      <a:pt x="575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0" name="Google Shape;2020;p46"/>
              <p:cNvSpPr/>
              <p:nvPr/>
            </p:nvSpPr>
            <p:spPr>
              <a:xfrm>
                <a:off x="4496614" y="2025306"/>
                <a:ext cx="110442" cy="191602"/>
              </a:xfrm>
              <a:custGeom>
                <a:avLst/>
                <a:gdLst/>
                <a:ahLst/>
                <a:cxnLst/>
                <a:rect l="l" t="t" r="r" b="b"/>
                <a:pathLst>
                  <a:path w="110442" h="191602" extrusionOk="0">
                    <a:moveTo>
                      <a:pt x="48054" y="0"/>
                    </a:moveTo>
                    <a:cubicBezTo>
                      <a:pt x="48054" y="0"/>
                      <a:pt x="106234" y="59574"/>
                      <a:pt x="110279" y="62973"/>
                    </a:cubicBezTo>
                    <a:cubicBezTo>
                      <a:pt x="114323" y="66337"/>
                      <a:pt x="41937" y="191603"/>
                      <a:pt x="41937" y="191603"/>
                    </a:cubicBezTo>
                    <a:lnTo>
                      <a:pt x="0" y="191603"/>
                    </a:lnTo>
                    <a:lnTo>
                      <a:pt x="0" y="8564"/>
                    </a:lnTo>
                    <a:lnTo>
                      <a:pt x="4802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1" name="Google Shape;2021;p46"/>
              <p:cNvSpPr/>
              <p:nvPr/>
            </p:nvSpPr>
            <p:spPr>
              <a:xfrm>
                <a:off x="4388719" y="2025306"/>
                <a:ext cx="110410" cy="191602"/>
              </a:xfrm>
              <a:custGeom>
                <a:avLst/>
                <a:gdLst/>
                <a:ahLst/>
                <a:cxnLst/>
                <a:rect l="l" t="t" r="r" b="b"/>
                <a:pathLst>
                  <a:path w="110410" h="191602" extrusionOk="0">
                    <a:moveTo>
                      <a:pt x="62391" y="0"/>
                    </a:moveTo>
                    <a:cubicBezTo>
                      <a:pt x="62391" y="0"/>
                      <a:pt x="4210" y="59574"/>
                      <a:pt x="166" y="62973"/>
                    </a:cubicBezTo>
                    <a:cubicBezTo>
                      <a:pt x="-3912" y="66337"/>
                      <a:pt x="68474" y="191603"/>
                      <a:pt x="68474" y="191603"/>
                    </a:cubicBezTo>
                    <a:lnTo>
                      <a:pt x="110410" y="191603"/>
                    </a:lnTo>
                    <a:lnTo>
                      <a:pt x="110410" y="8564"/>
                    </a:lnTo>
                    <a:lnTo>
                      <a:pt x="6239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2" name="Google Shape;2022;p46"/>
              <p:cNvSpPr/>
              <p:nvPr/>
            </p:nvSpPr>
            <p:spPr>
              <a:xfrm>
                <a:off x="4381340" y="1840704"/>
                <a:ext cx="156938" cy="181135"/>
              </a:xfrm>
              <a:custGeom>
                <a:avLst/>
                <a:gdLst/>
                <a:ahLst/>
                <a:cxnLst/>
                <a:rect l="l" t="t" r="r" b="b"/>
                <a:pathLst>
                  <a:path w="156938" h="181135" extrusionOk="0">
                    <a:moveTo>
                      <a:pt x="0" y="0"/>
                    </a:moveTo>
                    <a:lnTo>
                      <a:pt x="20152" y="0"/>
                    </a:lnTo>
                    <a:cubicBezTo>
                      <a:pt x="95359" y="0"/>
                      <a:pt x="156939" y="61545"/>
                      <a:pt x="156939" y="136786"/>
                    </a:cubicBezTo>
                    <a:lnTo>
                      <a:pt x="156939" y="181136"/>
                    </a:lnTo>
                    <a:lnTo>
                      <a:pt x="82309" y="181136"/>
                    </a:lnTo>
                    <a:lnTo>
                      <a:pt x="82309" y="162478"/>
                    </a:lnTo>
                    <a:cubicBezTo>
                      <a:pt x="82309" y="94646"/>
                      <a:pt x="48733" y="70143"/>
                      <a:pt x="34" y="71741"/>
                    </a:cubicBez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3" name="Google Shape;2023;p46"/>
              <p:cNvSpPr/>
              <p:nvPr/>
            </p:nvSpPr>
            <p:spPr>
              <a:xfrm>
                <a:off x="4432079" y="2021024"/>
                <a:ext cx="132436" cy="23721"/>
              </a:xfrm>
              <a:custGeom>
                <a:avLst/>
                <a:gdLst/>
                <a:ahLst/>
                <a:cxnLst/>
                <a:rect l="l" t="t" r="r" b="b"/>
                <a:pathLst>
                  <a:path w="132436" h="23721" extrusionOk="0">
                    <a:moveTo>
                      <a:pt x="0" y="23721"/>
                    </a:moveTo>
                    <a:lnTo>
                      <a:pt x="0" y="11861"/>
                    </a:lnTo>
                    <a:cubicBezTo>
                      <a:pt x="0" y="5336"/>
                      <a:pt x="5336" y="0"/>
                      <a:pt x="11860" y="0"/>
                    </a:cubicBezTo>
                    <a:lnTo>
                      <a:pt x="120576" y="0"/>
                    </a:lnTo>
                    <a:cubicBezTo>
                      <a:pt x="127101" y="0"/>
                      <a:pt x="132436" y="5336"/>
                      <a:pt x="132436" y="11861"/>
                    </a:cubicBezTo>
                    <a:lnTo>
                      <a:pt x="132436" y="23721"/>
                    </a:lnTo>
                    <a:lnTo>
                      <a:pt x="0" y="2372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4" name="Google Shape;2024;p46"/>
              <p:cNvSpPr/>
              <p:nvPr/>
            </p:nvSpPr>
            <p:spPr>
              <a:xfrm>
                <a:off x="4493284" y="2021024"/>
                <a:ext cx="71230" cy="23721"/>
              </a:xfrm>
              <a:custGeom>
                <a:avLst/>
                <a:gdLst/>
                <a:ahLst/>
                <a:cxnLst/>
                <a:rect l="l" t="t" r="r" b="b"/>
                <a:pathLst>
                  <a:path w="71230" h="23721" extrusionOk="0">
                    <a:moveTo>
                      <a:pt x="0" y="0"/>
                    </a:moveTo>
                    <a:lnTo>
                      <a:pt x="59370" y="0"/>
                    </a:lnTo>
                    <a:cubicBezTo>
                      <a:pt x="65895" y="0"/>
                      <a:pt x="71231" y="5336"/>
                      <a:pt x="71231" y="11861"/>
                    </a:cubicBezTo>
                    <a:lnTo>
                      <a:pt x="71231" y="23721"/>
                    </a:lnTo>
                    <a:lnTo>
                      <a:pt x="0" y="237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5" name="Google Shape;2025;p46"/>
              <p:cNvSpPr/>
              <p:nvPr/>
            </p:nvSpPr>
            <p:spPr>
              <a:xfrm>
                <a:off x="4453489" y="2009877"/>
                <a:ext cx="99131" cy="11248"/>
              </a:xfrm>
              <a:custGeom>
                <a:avLst/>
                <a:gdLst/>
                <a:ahLst/>
                <a:cxnLst/>
                <a:rect l="l" t="t" r="r" b="b"/>
                <a:pathLst>
                  <a:path w="99131" h="11248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15" y="11249"/>
                      <a:pt x="5607" y="11249"/>
                    </a:cubicBezTo>
                    <a:lnTo>
                      <a:pt x="93524" y="11249"/>
                    </a:lnTo>
                    <a:cubicBezTo>
                      <a:pt x="96617" y="11249"/>
                      <a:pt x="99131" y="8700"/>
                      <a:pt x="99131" y="5607"/>
                    </a:cubicBezTo>
                    <a:lnTo>
                      <a:pt x="99131" y="5607"/>
                    </a:lnTo>
                    <a:cubicBezTo>
                      <a:pt x="99131" y="2515"/>
                      <a:pt x="96583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6" name="Google Shape;2026;p46"/>
              <p:cNvSpPr/>
              <p:nvPr/>
            </p:nvSpPr>
            <p:spPr>
              <a:xfrm>
                <a:off x="4451585" y="1992137"/>
                <a:ext cx="99199" cy="11248"/>
              </a:xfrm>
              <a:custGeom>
                <a:avLst/>
                <a:gdLst/>
                <a:ahLst/>
                <a:cxnLst/>
                <a:rect l="l" t="t" r="r" b="b"/>
                <a:pathLst>
                  <a:path w="99199" h="11248" extrusionOk="0">
                    <a:moveTo>
                      <a:pt x="93558" y="34"/>
                    </a:moveTo>
                    <a:lnTo>
                      <a:pt x="5641" y="34"/>
                    </a:lnTo>
                    <a:cubicBezTo>
                      <a:pt x="2549" y="34"/>
                      <a:pt x="0" y="2549"/>
                      <a:pt x="0" y="5641"/>
                    </a:cubicBezTo>
                    <a:lnTo>
                      <a:pt x="0" y="5641"/>
                    </a:lnTo>
                    <a:cubicBezTo>
                      <a:pt x="0" y="8734"/>
                      <a:pt x="2549" y="11249"/>
                      <a:pt x="5641" y="11249"/>
                    </a:cubicBezTo>
                    <a:lnTo>
                      <a:pt x="93558" y="11249"/>
                    </a:lnTo>
                    <a:cubicBezTo>
                      <a:pt x="96651" y="11249"/>
                      <a:pt x="99200" y="8700"/>
                      <a:pt x="99200" y="5607"/>
                    </a:cubicBezTo>
                    <a:lnTo>
                      <a:pt x="99200" y="5607"/>
                    </a:lnTo>
                    <a:cubicBezTo>
                      <a:pt x="99200" y="2515"/>
                      <a:pt x="96685" y="0"/>
                      <a:pt x="935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7" name="Google Shape;2027;p46"/>
              <p:cNvSpPr/>
              <p:nvPr/>
            </p:nvSpPr>
            <p:spPr>
              <a:xfrm>
                <a:off x="4449751" y="1974466"/>
                <a:ext cx="99165" cy="11214"/>
              </a:xfrm>
              <a:custGeom>
                <a:avLst/>
                <a:gdLst/>
                <a:ahLst/>
                <a:cxnLst/>
                <a:rect l="l" t="t" r="r" b="b"/>
                <a:pathLst>
                  <a:path w="99165" h="11214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15" y="11215"/>
                      <a:pt x="5607" y="11215"/>
                    </a:cubicBezTo>
                    <a:lnTo>
                      <a:pt x="93524" y="11215"/>
                    </a:lnTo>
                    <a:cubicBezTo>
                      <a:pt x="96617" y="11215"/>
                      <a:pt x="99165" y="8666"/>
                      <a:pt x="99165" y="5607"/>
                    </a:cubicBezTo>
                    <a:lnTo>
                      <a:pt x="99165" y="5607"/>
                    </a:lnTo>
                    <a:cubicBezTo>
                      <a:pt x="99165" y="2515"/>
                      <a:pt x="96651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8" name="Google Shape;2028;p46"/>
              <p:cNvSpPr/>
              <p:nvPr/>
            </p:nvSpPr>
            <p:spPr>
              <a:xfrm>
                <a:off x="4447881" y="1956760"/>
                <a:ext cx="99131" cy="11214"/>
              </a:xfrm>
              <a:custGeom>
                <a:avLst/>
                <a:gdLst/>
                <a:ahLst/>
                <a:cxnLst/>
                <a:rect l="l" t="t" r="r" b="b"/>
                <a:pathLst>
                  <a:path w="99131" h="11214" extrusionOk="0">
                    <a:moveTo>
                      <a:pt x="93524" y="0"/>
                    </a:moveTo>
                    <a:lnTo>
                      <a:pt x="5607" y="0"/>
                    </a:lnTo>
                    <a:cubicBezTo>
                      <a:pt x="2515" y="0"/>
                      <a:pt x="0" y="2515"/>
                      <a:pt x="0" y="5607"/>
                    </a:cubicBezTo>
                    <a:lnTo>
                      <a:pt x="0" y="5607"/>
                    </a:lnTo>
                    <a:cubicBezTo>
                      <a:pt x="0" y="8700"/>
                      <a:pt x="2549" y="11215"/>
                      <a:pt x="5607" y="11215"/>
                    </a:cubicBezTo>
                    <a:lnTo>
                      <a:pt x="93524" y="11215"/>
                    </a:lnTo>
                    <a:cubicBezTo>
                      <a:pt x="96617" y="11215"/>
                      <a:pt x="99132" y="8700"/>
                      <a:pt x="99132" y="5607"/>
                    </a:cubicBezTo>
                    <a:lnTo>
                      <a:pt x="99132" y="5607"/>
                    </a:lnTo>
                    <a:cubicBezTo>
                      <a:pt x="99132" y="2515"/>
                      <a:pt x="96617" y="0"/>
                      <a:pt x="93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9" name="Google Shape;2029;p46"/>
              <p:cNvSpPr/>
              <p:nvPr/>
            </p:nvSpPr>
            <p:spPr>
              <a:xfrm>
                <a:off x="4446074" y="1936907"/>
                <a:ext cx="99074" cy="15507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15507" extrusionOk="0">
                    <a:moveTo>
                      <a:pt x="93156" y="6"/>
                    </a:moveTo>
                    <a:lnTo>
                      <a:pt x="5341" y="4288"/>
                    </a:lnTo>
                    <a:cubicBezTo>
                      <a:pt x="2249" y="4424"/>
                      <a:pt x="-130" y="7074"/>
                      <a:pt x="6" y="10167"/>
                    </a:cubicBezTo>
                    <a:lnTo>
                      <a:pt x="6" y="10167"/>
                    </a:lnTo>
                    <a:cubicBezTo>
                      <a:pt x="142" y="13259"/>
                      <a:pt x="2792" y="15638"/>
                      <a:pt x="5885" y="15502"/>
                    </a:cubicBezTo>
                    <a:lnTo>
                      <a:pt x="93734" y="11220"/>
                    </a:lnTo>
                    <a:cubicBezTo>
                      <a:pt x="96826" y="11084"/>
                      <a:pt x="99205" y="8434"/>
                      <a:pt x="99069" y="5341"/>
                    </a:cubicBezTo>
                    <a:lnTo>
                      <a:pt x="99069" y="5341"/>
                    </a:lnTo>
                    <a:cubicBezTo>
                      <a:pt x="98899" y="2249"/>
                      <a:pt x="96283" y="-130"/>
                      <a:pt x="93190" y="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0" name="Google Shape;2030;p46"/>
              <p:cNvSpPr/>
              <p:nvPr/>
            </p:nvSpPr>
            <p:spPr>
              <a:xfrm>
                <a:off x="4437315" y="1910952"/>
                <a:ext cx="97595" cy="27725"/>
              </a:xfrm>
              <a:custGeom>
                <a:avLst/>
                <a:gdLst/>
                <a:ahLst/>
                <a:cxnLst/>
                <a:rect l="l" t="t" r="r" b="b"/>
                <a:pathLst>
                  <a:path w="97595" h="27725" extrusionOk="0">
                    <a:moveTo>
                      <a:pt x="90939" y="99"/>
                    </a:moveTo>
                    <a:lnTo>
                      <a:pt x="4551" y="16582"/>
                    </a:lnTo>
                    <a:cubicBezTo>
                      <a:pt x="1526" y="17159"/>
                      <a:pt x="-479" y="20116"/>
                      <a:pt x="99" y="23175"/>
                    </a:cubicBezTo>
                    <a:lnTo>
                      <a:pt x="99" y="23175"/>
                    </a:lnTo>
                    <a:cubicBezTo>
                      <a:pt x="677" y="26199"/>
                      <a:pt x="3633" y="28204"/>
                      <a:pt x="6658" y="27626"/>
                    </a:cubicBezTo>
                    <a:lnTo>
                      <a:pt x="93012" y="11110"/>
                    </a:lnTo>
                    <a:cubicBezTo>
                      <a:pt x="96036" y="10532"/>
                      <a:pt x="98075" y="7576"/>
                      <a:pt x="97498" y="4551"/>
                    </a:cubicBezTo>
                    <a:lnTo>
                      <a:pt x="97498" y="4551"/>
                    </a:lnTo>
                    <a:cubicBezTo>
                      <a:pt x="96920" y="1526"/>
                      <a:pt x="93963" y="-478"/>
                      <a:pt x="90939" y="9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1" name="Google Shape;2031;p46"/>
              <p:cNvSpPr/>
              <p:nvPr/>
            </p:nvSpPr>
            <p:spPr>
              <a:xfrm>
                <a:off x="4429531" y="1882948"/>
                <a:ext cx="90598" cy="49035"/>
              </a:xfrm>
              <a:custGeom>
                <a:avLst/>
                <a:gdLst/>
                <a:ahLst/>
                <a:cxnLst/>
                <a:rect l="l" t="t" r="r" b="b"/>
                <a:pathLst>
                  <a:path w="90598" h="49035" extrusionOk="0">
                    <a:moveTo>
                      <a:pt x="82580" y="542"/>
                    </a:moveTo>
                    <a:lnTo>
                      <a:pt x="3193" y="38366"/>
                    </a:lnTo>
                    <a:cubicBezTo>
                      <a:pt x="406" y="39692"/>
                      <a:pt x="-783" y="43056"/>
                      <a:pt x="542" y="45843"/>
                    </a:cubicBezTo>
                    <a:lnTo>
                      <a:pt x="542" y="45843"/>
                    </a:lnTo>
                    <a:cubicBezTo>
                      <a:pt x="1867" y="48630"/>
                      <a:pt x="5232" y="49819"/>
                      <a:pt x="8018" y="48494"/>
                    </a:cubicBezTo>
                    <a:lnTo>
                      <a:pt x="87405" y="10669"/>
                    </a:lnTo>
                    <a:cubicBezTo>
                      <a:pt x="90192" y="9344"/>
                      <a:pt x="91382" y="5980"/>
                      <a:pt x="90056" y="3193"/>
                    </a:cubicBezTo>
                    <a:lnTo>
                      <a:pt x="90056" y="3193"/>
                    </a:lnTo>
                    <a:cubicBezTo>
                      <a:pt x="88731" y="406"/>
                      <a:pt x="85332" y="-783"/>
                      <a:pt x="82546" y="54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2" name="Google Shape;2032;p46"/>
              <p:cNvSpPr/>
              <p:nvPr/>
            </p:nvSpPr>
            <p:spPr>
              <a:xfrm>
                <a:off x="4422838" y="1855265"/>
                <a:ext cx="71972" cy="74814"/>
              </a:xfrm>
              <a:custGeom>
                <a:avLst/>
                <a:gdLst/>
                <a:ahLst/>
                <a:cxnLst/>
                <a:rect l="l" t="t" r="r" b="b"/>
                <a:pathLst>
                  <a:path w="71972" h="74814" extrusionOk="0">
                    <a:moveTo>
                      <a:pt x="62324" y="1718"/>
                    </a:moveTo>
                    <a:lnTo>
                      <a:pt x="1560" y="65302"/>
                    </a:lnTo>
                    <a:cubicBezTo>
                      <a:pt x="-581" y="67545"/>
                      <a:pt x="-513" y="71113"/>
                      <a:pt x="1730" y="73254"/>
                    </a:cubicBezTo>
                    <a:lnTo>
                      <a:pt x="1730" y="73254"/>
                    </a:lnTo>
                    <a:cubicBezTo>
                      <a:pt x="3973" y="75395"/>
                      <a:pt x="7541" y="75327"/>
                      <a:pt x="9682" y="73085"/>
                    </a:cubicBezTo>
                    <a:lnTo>
                      <a:pt x="70412" y="9500"/>
                    </a:lnTo>
                    <a:cubicBezTo>
                      <a:pt x="72553" y="7257"/>
                      <a:pt x="72485" y="3689"/>
                      <a:pt x="70242" y="1548"/>
                    </a:cubicBezTo>
                    <a:lnTo>
                      <a:pt x="70242" y="1548"/>
                    </a:lnTo>
                    <a:cubicBezTo>
                      <a:pt x="67999" y="-593"/>
                      <a:pt x="64431" y="-491"/>
                      <a:pt x="62324" y="17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3" name="Google Shape;2033;p46"/>
              <p:cNvSpPr/>
              <p:nvPr/>
            </p:nvSpPr>
            <p:spPr>
              <a:xfrm>
                <a:off x="4416185" y="1835374"/>
                <a:ext cx="45386" cy="92221"/>
              </a:xfrm>
              <a:custGeom>
                <a:avLst/>
                <a:gdLst/>
                <a:ahLst/>
                <a:cxnLst/>
                <a:rect l="l" t="t" r="r" b="b"/>
                <a:pathLst>
                  <a:path w="45386" h="92221" extrusionOk="0">
                    <a:moveTo>
                      <a:pt x="34619" y="3427"/>
                    </a:moveTo>
                    <a:lnTo>
                      <a:pt x="431" y="84445"/>
                    </a:lnTo>
                    <a:cubicBezTo>
                      <a:pt x="-758" y="87299"/>
                      <a:pt x="601" y="90596"/>
                      <a:pt x="3422" y="91785"/>
                    </a:cubicBezTo>
                    <a:lnTo>
                      <a:pt x="3422" y="91785"/>
                    </a:lnTo>
                    <a:cubicBezTo>
                      <a:pt x="6277" y="92975"/>
                      <a:pt x="9573" y="91649"/>
                      <a:pt x="10762" y="88795"/>
                    </a:cubicBezTo>
                    <a:lnTo>
                      <a:pt x="44951" y="7777"/>
                    </a:lnTo>
                    <a:cubicBezTo>
                      <a:pt x="46140" y="4956"/>
                      <a:pt x="44815" y="1625"/>
                      <a:pt x="41960" y="436"/>
                    </a:cubicBezTo>
                    <a:lnTo>
                      <a:pt x="41960" y="436"/>
                    </a:lnTo>
                    <a:cubicBezTo>
                      <a:pt x="39105" y="-753"/>
                      <a:pt x="35809" y="572"/>
                      <a:pt x="34585" y="342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4" name="Google Shape;2034;p46"/>
              <p:cNvSpPr/>
              <p:nvPr/>
            </p:nvSpPr>
            <p:spPr>
              <a:xfrm>
                <a:off x="4407685" y="1824165"/>
                <a:ext cx="19556" cy="98768"/>
              </a:xfrm>
              <a:custGeom>
                <a:avLst/>
                <a:gdLst/>
                <a:ahLst/>
                <a:cxnLst/>
                <a:rect l="l" t="t" r="r" b="b"/>
                <a:pathLst>
                  <a:path w="19556" h="98768" extrusionOk="0">
                    <a:moveTo>
                      <a:pt x="8354" y="5086"/>
                    </a:moveTo>
                    <a:lnTo>
                      <a:pt x="28" y="92629"/>
                    </a:lnTo>
                    <a:cubicBezTo>
                      <a:pt x="-279" y="95722"/>
                      <a:pt x="1999" y="98440"/>
                      <a:pt x="5091" y="98746"/>
                    </a:cubicBezTo>
                    <a:lnTo>
                      <a:pt x="5091" y="98746"/>
                    </a:lnTo>
                    <a:cubicBezTo>
                      <a:pt x="8149" y="99018"/>
                      <a:pt x="10902" y="96775"/>
                      <a:pt x="11208" y="93683"/>
                    </a:cubicBezTo>
                    <a:lnTo>
                      <a:pt x="19534" y="6140"/>
                    </a:lnTo>
                    <a:cubicBezTo>
                      <a:pt x="19806" y="3047"/>
                      <a:pt x="17563" y="294"/>
                      <a:pt x="14471" y="22"/>
                    </a:cubicBezTo>
                    <a:lnTo>
                      <a:pt x="14471" y="22"/>
                    </a:lnTo>
                    <a:cubicBezTo>
                      <a:pt x="11378" y="-250"/>
                      <a:pt x="8625" y="1993"/>
                      <a:pt x="8320" y="508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5" name="Google Shape;2035;p46"/>
              <p:cNvSpPr/>
              <p:nvPr/>
            </p:nvSpPr>
            <p:spPr>
              <a:xfrm>
                <a:off x="4380117" y="1825037"/>
                <a:ext cx="11486" cy="99165"/>
              </a:xfrm>
              <a:custGeom>
                <a:avLst/>
                <a:gdLst/>
                <a:ahLst/>
                <a:cxnLst/>
                <a:rect l="l" t="t" r="r" b="b"/>
                <a:pathLst>
                  <a:path w="11486" h="99165" extrusionOk="0">
                    <a:moveTo>
                      <a:pt x="238" y="5607"/>
                    </a:moveTo>
                    <a:lnTo>
                      <a:pt x="0" y="93524"/>
                    </a:lnTo>
                    <a:cubicBezTo>
                      <a:pt x="0" y="96617"/>
                      <a:pt x="2515" y="99166"/>
                      <a:pt x="5607" y="99166"/>
                    </a:cubicBezTo>
                    <a:lnTo>
                      <a:pt x="5607" y="99166"/>
                    </a:lnTo>
                    <a:cubicBezTo>
                      <a:pt x="8700" y="99166"/>
                      <a:pt x="11249" y="96651"/>
                      <a:pt x="11249" y="93558"/>
                    </a:cubicBezTo>
                    <a:lnTo>
                      <a:pt x="11486" y="5641"/>
                    </a:lnTo>
                    <a:cubicBezTo>
                      <a:pt x="11486" y="2549"/>
                      <a:pt x="8971" y="34"/>
                      <a:pt x="5879" y="0"/>
                    </a:cubicBezTo>
                    <a:lnTo>
                      <a:pt x="5879" y="0"/>
                    </a:lnTo>
                    <a:cubicBezTo>
                      <a:pt x="2787" y="0"/>
                      <a:pt x="272" y="2515"/>
                      <a:pt x="238" y="56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36" name="Google Shape;2036;p46"/>
            <p:cNvSpPr/>
            <p:nvPr/>
          </p:nvSpPr>
          <p:spPr>
            <a:xfrm>
              <a:off x="5448213" y="4417343"/>
              <a:ext cx="350418" cy="718149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7" name="Google Shape;2037;p46"/>
            <p:cNvSpPr/>
            <p:nvPr/>
          </p:nvSpPr>
          <p:spPr>
            <a:xfrm>
              <a:off x="6704083" y="4417343"/>
              <a:ext cx="350418" cy="718149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8" name="Google Shape;2038;p46"/>
            <p:cNvSpPr/>
            <p:nvPr/>
          </p:nvSpPr>
          <p:spPr>
            <a:xfrm>
              <a:off x="6076185" y="4422877"/>
              <a:ext cx="350418" cy="718149"/>
            </a:xfrm>
            <a:custGeom>
              <a:avLst/>
              <a:gdLst/>
              <a:ahLst/>
              <a:cxnLst/>
              <a:rect l="l" t="t" r="r" b="b"/>
              <a:pathLst>
                <a:path w="155103" h="322203" extrusionOk="0">
                  <a:moveTo>
                    <a:pt x="0" y="0"/>
                  </a:moveTo>
                  <a:lnTo>
                    <a:pt x="155104" y="0"/>
                  </a:lnTo>
                  <a:lnTo>
                    <a:pt x="155104" y="322204"/>
                  </a:lnTo>
                  <a:lnTo>
                    <a:pt x="0" y="32220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39" name="Google Shape;2039;p46"/>
            <p:cNvGrpSpPr/>
            <p:nvPr/>
          </p:nvGrpSpPr>
          <p:grpSpPr>
            <a:xfrm>
              <a:off x="5601356" y="3785583"/>
              <a:ext cx="1300432" cy="330190"/>
              <a:chOff x="2195175" y="2564277"/>
              <a:chExt cx="575181" cy="148034"/>
            </a:xfrm>
          </p:grpSpPr>
          <p:sp>
            <p:nvSpPr>
              <p:cNvPr id="2040" name="Google Shape;2040;p46"/>
              <p:cNvSpPr/>
              <p:nvPr/>
            </p:nvSpPr>
            <p:spPr>
              <a:xfrm>
                <a:off x="2692873" y="2596358"/>
                <a:ext cx="63822" cy="79828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79828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79829"/>
                    </a:lnTo>
                    <a:lnTo>
                      <a:pt x="0" y="7982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1" name="Google Shape;2041;p46"/>
              <p:cNvSpPr/>
              <p:nvPr/>
            </p:nvSpPr>
            <p:spPr>
              <a:xfrm>
                <a:off x="2692873" y="2606622"/>
                <a:ext cx="63822" cy="11384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11384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11385"/>
                    </a:lnTo>
                    <a:lnTo>
                      <a:pt x="0" y="11385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2" name="Google Shape;2042;p46"/>
              <p:cNvSpPr/>
              <p:nvPr/>
            </p:nvSpPr>
            <p:spPr>
              <a:xfrm>
                <a:off x="2744731" y="2566146"/>
                <a:ext cx="25624" cy="143107"/>
              </a:xfrm>
              <a:custGeom>
                <a:avLst/>
                <a:gdLst/>
                <a:ahLst/>
                <a:cxnLst/>
                <a:rect l="l" t="t" r="r" b="b"/>
                <a:pathLst>
                  <a:path w="25624" h="143107" extrusionOk="0">
                    <a:moveTo>
                      <a:pt x="25624" y="0"/>
                    </a:moveTo>
                    <a:lnTo>
                      <a:pt x="12812" y="0"/>
                    </a:lnTo>
                    <a:cubicBezTo>
                      <a:pt x="5777" y="0"/>
                      <a:pt x="0" y="5777"/>
                      <a:pt x="0" y="12812"/>
                    </a:cubicBezTo>
                    <a:lnTo>
                      <a:pt x="0" y="130295"/>
                    </a:lnTo>
                    <a:cubicBezTo>
                      <a:pt x="0" y="137330"/>
                      <a:pt x="5777" y="143107"/>
                      <a:pt x="12812" y="143107"/>
                    </a:cubicBezTo>
                    <a:lnTo>
                      <a:pt x="25624" y="143107"/>
                    </a:lnTo>
                    <a:lnTo>
                      <a:pt x="2562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3" name="Google Shape;2043;p46"/>
              <p:cNvSpPr/>
              <p:nvPr/>
            </p:nvSpPr>
            <p:spPr>
              <a:xfrm>
                <a:off x="2744731" y="2632280"/>
                <a:ext cx="25624" cy="76974"/>
              </a:xfrm>
              <a:custGeom>
                <a:avLst/>
                <a:gdLst/>
                <a:ahLst/>
                <a:cxnLst/>
                <a:rect l="l" t="t" r="r" b="b"/>
                <a:pathLst>
                  <a:path w="25624" h="76974" extrusionOk="0">
                    <a:moveTo>
                      <a:pt x="0" y="0"/>
                    </a:moveTo>
                    <a:lnTo>
                      <a:pt x="0" y="64162"/>
                    </a:lnTo>
                    <a:cubicBezTo>
                      <a:pt x="0" y="71197"/>
                      <a:pt x="5777" y="76974"/>
                      <a:pt x="12812" y="76974"/>
                    </a:cubicBezTo>
                    <a:lnTo>
                      <a:pt x="25624" y="76974"/>
                    </a:lnTo>
                    <a:lnTo>
                      <a:pt x="25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4" name="Google Shape;2044;p46"/>
              <p:cNvSpPr/>
              <p:nvPr/>
            </p:nvSpPr>
            <p:spPr>
              <a:xfrm>
                <a:off x="2272625" y="2564277"/>
                <a:ext cx="423680" cy="148034"/>
              </a:xfrm>
              <a:custGeom>
                <a:avLst/>
                <a:gdLst/>
                <a:ahLst/>
                <a:cxnLst/>
                <a:rect l="l" t="t" r="r" b="b"/>
                <a:pathLst>
                  <a:path w="423680" h="148034" extrusionOk="0">
                    <a:moveTo>
                      <a:pt x="14341" y="0"/>
                    </a:moveTo>
                    <a:lnTo>
                      <a:pt x="409339" y="0"/>
                    </a:lnTo>
                    <a:cubicBezTo>
                      <a:pt x="417257" y="0"/>
                      <a:pt x="423680" y="6661"/>
                      <a:pt x="423680" y="14783"/>
                    </a:cubicBezTo>
                    <a:lnTo>
                      <a:pt x="423680" y="133252"/>
                    </a:lnTo>
                    <a:cubicBezTo>
                      <a:pt x="423680" y="141408"/>
                      <a:pt x="417257" y="148035"/>
                      <a:pt x="409339" y="148035"/>
                    </a:cubicBezTo>
                    <a:lnTo>
                      <a:pt x="14341" y="148035"/>
                    </a:lnTo>
                    <a:cubicBezTo>
                      <a:pt x="6457" y="148035"/>
                      <a:pt x="0" y="141374"/>
                      <a:pt x="0" y="133252"/>
                    </a:cubicBezTo>
                    <a:lnTo>
                      <a:pt x="0" y="14783"/>
                    </a:lnTo>
                    <a:cubicBezTo>
                      <a:pt x="0" y="6661"/>
                      <a:pt x="6457" y="0"/>
                      <a:pt x="143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5" name="Google Shape;2045;p46"/>
              <p:cNvSpPr/>
              <p:nvPr/>
            </p:nvSpPr>
            <p:spPr>
              <a:xfrm>
                <a:off x="2285267" y="2573283"/>
                <a:ext cx="397954" cy="130295"/>
              </a:xfrm>
              <a:custGeom>
                <a:avLst/>
                <a:gdLst/>
                <a:ahLst/>
                <a:cxnLst/>
                <a:rect l="l" t="t" r="r" b="b"/>
                <a:pathLst>
                  <a:path w="397954" h="130295" extrusionOk="0">
                    <a:moveTo>
                      <a:pt x="12608" y="0"/>
                    </a:moveTo>
                    <a:lnTo>
                      <a:pt x="385312" y="0"/>
                    </a:lnTo>
                    <a:cubicBezTo>
                      <a:pt x="392245" y="0"/>
                      <a:pt x="397954" y="5845"/>
                      <a:pt x="397954" y="13016"/>
                    </a:cubicBezTo>
                    <a:lnTo>
                      <a:pt x="397954" y="117279"/>
                    </a:lnTo>
                    <a:cubicBezTo>
                      <a:pt x="397954" y="124416"/>
                      <a:pt x="392245" y="130295"/>
                      <a:pt x="385312" y="130295"/>
                    </a:cubicBezTo>
                    <a:lnTo>
                      <a:pt x="12608" y="130295"/>
                    </a:lnTo>
                    <a:cubicBezTo>
                      <a:pt x="5675" y="130295"/>
                      <a:pt x="0" y="124416"/>
                      <a:pt x="0" y="117279"/>
                    </a:cubicBezTo>
                    <a:lnTo>
                      <a:pt x="0" y="13016"/>
                    </a:lnTo>
                    <a:cubicBezTo>
                      <a:pt x="0" y="5845"/>
                      <a:pt x="5675" y="0"/>
                      <a:pt x="12608" y="0"/>
                    </a:cubicBez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46" name="Google Shape;2046;p46"/>
              <p:cNvGrpSpPr/>
              <p:nvPr/>
            </p:nvGrpSpPr>
            <p:grpSpPr>
              <a:xfrm>
                <a:off x="2445264" y="2583716"/>
                <a:ext cx="207540" cy="106166"/>
                <a:chOff x="2445264" y="2583716"/>
                <a:chExt cx="207540" cy="106166"/>
              </a:xfrm>
            </p:grpSpPr>
            <p:sp>
              <p:nvSpPr>
                <p:cNvPr id="2047" name="Google Shape;2047;p46"/>
                <p:cNvSpPr/>
                <p:nvPr/>
              </p:nvSpPr>
              <p:spPr>
                <a:xfrm>
                  <a:off x="2445264" y="2628813"/>
                  <a:ext cx="53694" cy="2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694" h="20900" extrusionOk="0">
                      <a:moveTo>
                        <a:pt x="0" y="0"/>
                      </a:moveTo>
                      <a:lnTo>
                        <a:pt x="53695" y="0"/>
                      </a:lnTo>
                      <a:lnTo>
                        <a:pt x="53695" y="20900"/>
                      </a:lnTo>
                      <a:lnTo>
                        <a:pt x="0" y="2090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8" name="Google Shape;2048;p46"/>
                <p:cNvSpPr/>
                <p:nvPr/>
              </p:nvSpPr>
              <p:spPr>
                <a:xfrm>
                  <a:off x="2599110" y="2627216"/>
                  <a:ext cx="53694" cy="2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694" h="20900" extrusionOk="0">
                      <a:moveTo>
                        <a:pt x="0" y="0"/>
                      </a:moveTo>
                      <a:lnTo>
                        <a:pt x="53695" y="0"/>
                      </a:lnTo>
                      <a:lnTo>
                        <a:pt x="53695" y="20900"/>
                      </a:lnTo>
                      <a:lnTo>
                        <a:pt x="0" y="2090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9" name="Google Shape;2049;p46"/>
                <p:cNvSpPr/>
                <p:nvPr/>
              </p:nvSpPr>
              <p:spPr>
                <a:xfrm>
                  <a:off x="2494643" y="2583716"/>
                  <a:ext cx="106166" cy="106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166" h="106166" extrusionOk="0">
                      <a:moveTo>
                        <a:pt x="53083" y="106166"/>
                      </a:moveTo>
                      <a:cubicBezTo>
                        <a:pt x="82309" y="106166"/>
                        <a:pt x="106166" y="82309"/>
                        <a:pt x="106166" y="53083"/>
                      </a:cubicBezTo>
                      <a:cubicBezTo>
                        <a:pt x="106166" y="23857"/>
                        <a:pt x="82309" y="0"/>
                        <a:pt x="53083" y="0"/>
                      </a:cubicBezTo>
                      <a:cubicBezTo>
                        <a:pt x="23857" y="0"/>
                        <a:pt x="0" y="23857"/>
                        <a:pt x="0" y="53083"/>
                      </a:cubicBezTo>
                      <a:cubicBezTo>
                        <a:pt x="0" y="82309"/>
                        <a:pt x="23823" y="106166"/>
                        <a:pt x="53083" y="10616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0" name="Google Shape;2050;p46"/>
                <p:cNvSpPr/>
                <p:nvPr/>
              </p:nvSpPr>
              <p:spPr>
                <a:xfrm>
                  <a:off x="2503037" y="2592110"/>
                  <a:ext cx="89378" cy="89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78" h="89378" extrusionOk="0">
                      <a:moveTo>
                        <a:pt x="44689" y="89378"/>
                      </a:moveTo>
                      <a:cubicBezTo>
                        <a:pt x="69328" y="89378"/>
                        <a:pt x="89378" y="69294"/>
                        <a:pt x="89378" y="44689"/>
                      </a:cubicBezTo>
                      <a:cubicBezTo>
                        <a:pt x="89378" y="20085"/>
                        <a:pt x="69294" y="0"/>
                        <a:pt x="44689" y="0"/>
                      </a:cubicBezTo>
                      <a:cubicBezTo>
                        <a:pt x="20085" y="0"/>
                        <a:pt x="0" y="20085"/>
                        <a:pt x="0" y="44689"/>
                      </a:cubicBezTo>
                      <a:cubicBezTo>
                        <a:pt x="0" y="69294"/>
                        <a:pt x="20085" y="89378"/>
                        <a:pt x="44689" y="8937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1" name="Google Shape;2051;p46"/>
                <p:cNvSpPr/>
                <p:nvPr/>
              </p:nvSpPr>
              <p:spPr>
                <a:xfrm>
                  <a:off x="2503037" y="2592110"/>
                  <a:ext cx="89378" cy="46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78" h="46388" extrusionOk="0">
                      <a:moveTo>
                        <a:pt x="44689" y="0"/>
                      </a:moveTo>
                      <a:cubicBezTo>
                        <a:pt x="69362" y="0"/>
                        <a:pt x="89378" y="20017"/>
                        <a:pt x="89378" y="44689"/>
                      </a:cubicBezTo>
                      <a:cubicBezTo>
                        <a:pt x="89378" y="45267"/>
                        <a:pt x="89378" y="45811"/>
                        <a:pt x="89310" y="46388"/>
                      </a:cubicBezTo>
                      <a:lnTo>
                        <a:pt x="34" y="46388"/>
                      </a:lnTo>
                      <a:cubicBezTo>
                        <a:pt x="34" y="45811"/>
                        <a:pt x="0" y="45267"/>
                        <a:pt x="0" y="44689"/>
                      </a:cubicBezTo>
                      <a:cubicBezTo>
                        <a:pt x="0" y="20017"/>
                        <a:pt x="20017" y="0"/>
                        <a:pt x="44689" y="0"/>
                      </a:cubicBezTo>
                      <a:close/>
                    </a:path>
                  </a:pathLst>
                </a:custGeom>
                <a:solidFill>
                  <a:srgbClr val="74D9E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2" name="Google Shape;2052;p46"/>
                <p:cNvSpPr/>
                <p:nvPr/>
              </p:nvSpPr>
              <p:spPr>
                <a:xfrm>
                  <a:off x="2546877" y="2599961"/>
                  <a:ext cx="46223" cy="37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223" h="37994" extrusionOk="0">
                      <a:moveTo>
                        <a:pt x="42004" y="18318"/>
                      </a:moveTo>
                      <a:cubicBezTo>
                        <a:pt x="44961" y="24673"/>
                        <a:pt x="46320" y="31401"/>
                        <a:pt x="46218" y="37994"/>
                      </a:cubicBezTo>
                      <a:lnTo>
                        <a:pt x="0" y="37994"/>
                      </a:lnTo>
                      <a:lnTo>
                        <a:pt x="26168" y="0"/>
                      </a:lnTo>
                      <a:cubicBezTo>
                        <a:pt x="32829" y="4384"/>
                        <a:pt x="38368" y="10603"/>
                        <a:pt x="42004" y="18318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3" name="Google Shape;2053;p46"/>
                <p:cNvSpPr/>
                <p:nvPr/>
              </p:nvSpPr>
              <p:spPr>
                <a:xfrm>
                  <a:off x="2527812" y="2592375"/>
                  <a:ext cx="42887" cy="463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87" h="46361" extrusionOk="0">
                      <a:moveTo>
                        <a:pt x="23687" y="143"/>
                      </a:moveTo>
                      <a:cubicBezTo>
                        <a:pt x="30722" y="687"/>
                        <a:pt x="37212" y="2828"/>
                        <a:pt x="42888" y="6193"/>
                      </a:cubicBezTo>
                      <a:lnTo>
                        <a:pt x="20085" y="46362"/>
                      </a:lnTo>
                      <a:lnTo>
                        <a:pt x="0" y="4833"/>
                      </a:lnTo>
                      <a:cubicBezTo>
                        <a:pt x="7069" y="1231"/>
                        <a:pt x="15225" y="-536"/>
                        <a:pt x="23721" y="14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4" name="Google Shape;2054;p46"/>
                <p:cNvSpPr/>
                <p:nvPr/>
              </p:nvSpPr>
              <p:spPr>
                <a:xfrm>
                  <a:off x="2503770" y="2600402"/>
                  <a:ext cx="46199" cy="38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99" h="38572" extrusionOk="0">
                      <a:moveTo>
                        <a:pt x="5554" y="15021"/>
                      </a:moveTo>
                      <a:cubicBezTo>
                        <a:pt x="8953" y="8836"/>
                        <a:pt x="13540" y="3806"/>
                        <a:pt x="18944" y="0"/>
                      </a:cubicBezTo>
                      <a:lnTo>
                        <a:pt x="46199" y="37349"/>
                      </a:lnTo>
                      <a:lnTo>
                        <a:pt x="49" y="38572"/>
                      </a:lnTo>
                      <a:cubicBezTo>
                        <a:pt x="-325" y="30620"/>
                        <a:pt x="1442" y="22497"/>
                        <a:pt x="5520" y="1502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55" name="Google Shape;2055;p46"/>
                <p:cNvGrpSpPr/>
                <p:nvPr/>
              </p:nvGrpSpPr>
              <p:grpSpPr>
                <a:xfrm>
                  <a:off x="2527089" y="2609748"/>
                  <a:ext cx="30439" cy="37610"/>
                  <a:chOff x="4840276" y="2840598"/>
                  <a:chExt cx="30439" cy="37610"/>
                </a:xfrm>
              </p:grpSpPr>
              <p:sp>
                <p:nvSpPr>
                  <p:cNvPr id="2056" name="Google Shape;2056;p46"/>
                  <p:cNvSpPr/>
                  <p:nvPr/>
                </p:nvSpPr>
                <p:spPr>
                  <a:xfrm>
                    <a:off x="4850500" y="2857984"/>
                    <a:ext cx="20215" cy="202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15" h="20224" extrusionOk="0">
                        <a:moveTo>
                          <a:pt x="8171" y="184"/>
                        </a:moveTo>
                        <a:cubicBezTo>
                          <a:pt x="13642" y="-869"/>
                          <a:pt x="18978" y="2699"/>
                          <a:pt x="20031" y="8171"/>
                        </a:cubicBezTo>
                        <a:cubicBezTo>
                          <a:pt x="21085" y="13642"/>
                          <a:pt x="17516" y="18944"/>
                          <a:pt x="12045" y="20031"/>
                        </a:cubicBezTo>
                        <a:cubicBezTo>
                          <a:pt x="6573" y="21119"/>
                          <a:pt x="1238" y="17516"/>
                          <a:pt x="184" y="12045"/>
                        </a:cubicBezTo>
                        <a:cubicBezTo>
                          <a:pt x="-869" y="6573"/>
                          <a:pt x="2699" y="1238"/>
                          <a:pt x="8171" y="18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57" name="Google Shape;2057;p46"/>
                  <p:cNvSpPr/>
                  <p:nvPr/>
                </p:nvSpPr>
                <p:spPr>
                  <a:xfrm>
                    <a:off x="4840276" y="2840598"/>
                    <a:ext cx="20501" cy="256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1" h="25692" extrusionOk="0">
                        <a:moveTo>
                          <a:pt x="14351" y="25692"/>
                        </a:moveTo>
                        <a:lnTo>
                          <a:pt x="20502" y="21410"/>
                        </a:lnTo>
                        <a:lnTo>
                          <a:pt x="6806" y="1597"/>
                        </a:lnTo>
                        <a:cubicBezTo>
                          <a:pt x="5651" y="-68"/>
                          <a:pt x="3306" y="-510"/>
                          <a:pt x="1606" y="646"/>
                        </a:cubicBezTo>
                        <a:lnTo>
                          <a:pt x="1606" y="646"/>
                        </a:lnTo>
                        <a:cubicBezTo>
                          <a:pt x="-93" y="1835"/>
                          <a:pt x="-501" y="4180"/>
                          <a:pt x="655" y="5845"/>
                        </a:cubicBezTo>
                        <a:lnTo>
                          <a:pt x="14317" y="25658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058" name="Google Shape;2058;p46"/>
              <p:cNvSpPr/>
              <p:nvPr/>
            </p:nvSpPr>
            <p:spPr>
              <a:xfrm>
                <a:off x="2310041" y="2586265"/>
                <a:ext cx="102360" cy="102360"/>
              </a:xfrm>
              <a:custGeom>
                <a:avLst/>
                <a:gdLst/>
                <a:ahLst/>
                <a:cxnLst/>
                <a:rect l="l" t="t" r="r" b="b"/>
                <a:pathLst>
                  <a:path w="102360" h="102360" extrusionOk="0">
                    <a:moveTo>
                      <a:pt x="51180" y="0"/>
                    </a:moveTo>
                    <a:cubicBezTo>
                      <a:pt x="79421" y="0"/>
                      <a:pt x="102360" y="22939"/>
                      <a:pt x="102360" y="51180"/>
                    </a:cubicBezTo>
                    <a:cubicBezTo>
                      <a:pt x="102360" y="79421"/>
                      <a:pt x="79421" y="102360"/>
                      <a:pt x="51180" y="102360"/>
                    </a:cubicBezTo>
                    <a:cubicBezTo>
                      <a:pt x="22939" y="102360"/>
                      <a:pt x="0" y="79421"/>
                      <a:pt x="0" y="51180"/>
                    </a:cubicBezTo>
                    <a:cubicBezTo>
                      <a:pt x="0" y="22939"/>
                      <a:pt x="22939" y="0"/>
                      <a:pt x="51180" y="0"/>
                    </a:cubicBezTo>
                    <a:lnTo>
                      <a:pt x="51180" y="0"/>
                    </a:lnTo>
                    <a:close/>
                    <a:moveTo>
                      <a:pt x="51180" y="41936"/>
                    </a:moveTo>
                    <a:cubicBezTo>
                      <a:pt x="46048" y="41936"/>
                      <a:pt x="41903" y="46082"/>
                      <a:pt x="41903" y="51180"/>
                    </a:cubicBezTo>
                    <a:cubicBezTo>
                      <a:pt x="41903" y="56278"/>
                      <a:pt x="46048" y="60458"/>
                      <a:pt x="51180" y="60458"/>
                    </a:cubicBezTo>
                    <a:cubicBezTo>
                      <a:pt x="56312" y="60458"/>
                      <a:pt x="60458" y="56312"/>
                      <a:pt x="60458" y="51180"/>
                    </a:cubicBezTo>
                    <a:cubicBezTo>
                      <a:pt x="60458" y="46048"/>
                      <a:pt x="56312" y="41936"/>
                      <a:pt x="51180" y="41936"/>
                    </a:cubicBezTo>
                    <a:lnTo>
                      <a:pt x="51180" y="41936"/>
                    </a:lnTo>
                    <a:close/>
                    <a:moveTo>
                      <a:pt x="57263" y="30110"/>
                    </a:moveTo>
                    <a:cubicBezTo>
                      <a:pt x="64502" y="32183"/>
                      <a:pt x="70177" y="37892"/>
                      <a:pt x="72284" y="45097"/>
                    </a:cubicBezTo>
                    <a:lnTo>
                      <a:pt x="89073" y="45097"/>
                    </a:lnTo>
                    <a:cubicBezTo>
                      <a:pt x="86490" y="28784"/>
                      <a:pt x="73576" y="15905"/>
                      <a:pt x="57297" y="13322"/>
                    </a:cubicBezTo>
                    <a:lnTo>
                      <a:pt x="57297" y="30110"/>
                    </a:lnTo>
                    <a:lnTo>
                      <a:pt x="57297" y="30110"/>
                    </a:lnTo>
                    <a:close/>
                    <a:moveTo>
                      <a:pt x="72284" y="57263"/>
                    </a:moveTo>
                    <a:cubicBezTo>
                      <a:pt x="70177" y="64502"/>
                      <a:pt x="64502" y="70177"/>
                      <a:pt x="57263" y="72284"/>
                    </a:cubicBezTo>
                    <a:lnTo>
                      <a:pt x="57263" y="89072"/>
                    </a:lnTo>
                    <a:cubicBezTo>
                      <a:pt x="73576" y="86456"/>
                      <a:pt x="86456" y="73576"/>
                      <a:pt x="89038" y="57263"/>
                    </a:cubicBezTo>
                    <a:lnTo>
                      <a:pt x="72250" y="57263"/>
                    </a:lnTo>
                    <a:close/>
                    <a:moveTo>
                      <a:pt x="45131" y="72284"/>
                    </a:moveTo>
                    <a:cubicBezTo>
                      <a:pt x="37926" y="70177"/>
                      <a:pt x="32217" y="64502"/>
                      <a:pt x="30144" y="57263"/>
                    </a:cubicBezTo>
                    <a:lnTo>
                      <a:pt x="13356" y="57263"/>
                    </a:lnTo>
                    <a:cubicBezTo>
                      <a:pt x="15939" y="73576"/>
                      <a:pt x="28853" y="86456"/>
                      <a:pt x="45131" y="89072"/>
                    </a:cubicBezTo>
                    <a:lnTo>
                      <a:pt x="45131" y="72284"/>
                    </a:lnTo>
                    <a:lnTo>
                      <a:pt x="45131" y="72284"/>
                    </a:lnTo>
                    <a:close/>
                    <a:moveTo>
                      <a:pt x="30144" y="45131"/>
                    </a:moveTo>
                    <a:cubicBezTo>
                      <a:pt x="32217" y="37892"/>
                      <a:pt x="37926" y="32217"/>
                      <a:pt x="45131" y="30144"/>
                    </a:cubicBezTo>
                    <a:lnTo>
                      <a:pt x="45131" y="13356"/>
                    </a:lnTo>
                    <a:cubicBezTo>
                      <a:pt x="28853" y="15939"/>
                      <a:pt x="15939" y="28853"/>
                      <a:pt x="13356" y="45131"/>
                    </a:cubicBezTo>
                    <a:lnTo>
                      <a:pt x="30144" y="4513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9" name="Google Shape;2059;p46"/>
              <p:cNvSpPr/>
              <p:nvPr/>
            </p:nvSpPr>
            <p:spPr>
              <a:xfrm>
                <a:off x="2208836" y="2598499"/>
                <a:ext cx="63822" cy="79828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79828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79829"/>
                    </a:lnTo>
                    <a:lnTo>
                      <a:pt x="0" y="7982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0" name="Google Shape;2060;p46"/>
              <p:cNvSpPr/>
              <p:nvPr/>
            </p:nvSpPr>
            <p:spPr>
              <a:xfrm>
                <a:off x="2208836" y="2608729"/>
                <a:ext cx="63822" cy="11418"/>
              </a:xfrm>
              <a:custGeom>
                <a:avLst/>
                <a:gdLst/>
                <a:ahLst/>
                <a:cxnLst/>
                <a:rect l="l" t="t" r="r" b="b"/>
                <a:pathLst>
                  <a:path w="63822" h="11418" extrusionOk="0">
                    <a:moveTo>
                      <a:pt x="0" y="0"/>
                    </a:moveTo>
                    <a:lnTo>
                      <a:pt x="63822" y="0"/>
                    </a:lnTo>
                    <a:lnTo>
                      <a:pt x="63822" y="11419"/>
                    </a:lnTo>
                    <a:lnTo>
                      <a:pt x="0" y="11419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1" name="Google Shape;2061;p46"/>
              <p:cNvSpPr/>
              <p:nvPr/>
            </p:nvSpPr>
            <p:spPr>
              <a:xfrm>
                <a:off x="2195175" y="2568219"/>
                <a:ext cx="25623" cy="143107"/>
              </a:xfrm>
              <a:custGeom>
                <a:avLst/>
                <a:gdLst/>
                <a:ahLst/>
                <a:cxnLst/>
                <a:rect l="l" t="t" r="r" b="b"/>
                <a:pathLst>
                  <a:path w="25623" h="143107" extrusionOk="0">
                    <a:moveTo>
                      <a:pt x="0" y="34"/>
                    </a:moveTo>
                    <a:lnTo>
                      <a:pt x="12812" y="34"/>
                    </a:lnTo>
                    <a:cubicBezTo>
                      <a:pt x="19847" y="34"/>
                      <a:pt x="25624" y="5811"/>
                      <a:pt x="25624" y="12846"/>
                    </a:cubicBezTo>
                    <a:lnTo>
                      <a:pt x="25624" y="130295"/>
                    </a:lnTo>
                    <a:cubicBezTo>
                      <a:pt x="25624" y="137330"/>
                      <a:pt x="19847" y="143107"/>
                      <a:pt x="12812" y="143107"/>
                    </a:cubicBezTo>
                    <a:lnTo>
                      <a:pt x="0" y="1431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2" name="Google Shape;2062;p46"/>
              <p:cNvSpPr/>
              <p:nvPr/>
            </p:nvSpPr>
            <p:spPr>
              <a:xfrm>
                <a:off x="2195175" y="2634387"/>
                <a:ext cx="25623" cy="76974"/>
              </a:xfrm>
              <a:custGeom>
                <a:avLst/>
                <a:gdLst/>
                <a:ahLst/>
                <a:cxnLst/>
                <a:rect l="l" t="t" r="r" b="b"/>
                <a:pathLst>
                  <a:path w="25623" h="76974" extrusionOk="0">
                    <a:moveTo>
                      <a:pt x="25624" y="0"/>
                    </a:moveTo>
                    <a:lnTo>
                      <a:pt x="25624" y="64162"/>
                    </a:lnTo>
                    <a:cubicBezTo>
                      <a:pt x="25624" y="71197"/>
                      <a:pt x="19847" y="76974"/>
                      <a:pt x="12812" y="76974"/>
                    </a:cubicBezTo>
                    <a:lnTo>
                      <a:pt x="0" y="76974"/>
                    </a:lnTo>
                    <a:lnTo>
                      <a:pt x="0" y="0"/>
                    </a:lnTo>
                    <a:lnTo>
                      <a:pt x="25624" y="0"/>
                    </a:lnTo>
                    <a:close/>
                  </a:path>
                </a:pathLst>
              </a:custGeom>
              <a:solidFill>
                <a:srgbClr val="161D1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3" name="Google Shape;2063;p46"/>
              <p:cNvSpPr/>
              <p:nvPr/>
            </p:nvSpPr>
            <p:spPr>
              <a:xfrm>
                <a:off x="2350924" y="2627556"/>
                <a:ext cx="19982" cy="19948"/>
              </a:xfrm>
              <a:custGeom>
                <a:avLst/>
                <a:gdLst/>
                <a:ahLst/>
                <a:cxnLst/>
                <a:rect l="l" t="t" r="r" b="b"/>
                <a:pathLst>
                  <a:path w="19982" h="19948" extrusionOk="0">
                    <a:moveTo>
                      <a:pt x="9991" y="19949"/>
                    </a:moveTo>
                    <a:cubicBezTo>
                      <a:pt x="15463" y="19949"/>
                      <a:pt x="19983" y="15463"/>
                      <a:pt x="19983" y="9958"/>
                    </a:cubicBezTo>
                    <a:cubicBezTo>
                      <a:pt x="19983" y="4452"/>
                      <a:pt x="15497" y="0"/>
                      <a:pt x="9991" y="0"/>
                    </a:cubicBezTo>
                    <a:cubicBezTo>
                      <a:pt x="4486" y="0"/>
                      <a:pt x="0" y="4486"/>
                      <a:pt x="0" y="9958"/>
                    </a:cubicBezTo>
                    <a:cubicBezTo>
                      <a:pt x="0" y="15429"/>
                      <a:pt x="4486" y="19949"/>
                      <a:pt x="9991" y="199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64" name="Google Shape;2064;p46"/>
            <p:cNvSpPr/>
            <p:nvPr/>
          </p:nvSpPr>
          <p:spPr>
            <a:xfrm>
              <a:off x="6482028" y="3204972"/>
              <a:ext cx="438330" cy="77411"/>
            </a:xfrm>
            <a:custGeom>
              <a:avLst/>
              <a:gdLst/>
              <a:ahLst/>
              <a:cxnLst/>
              <a:rect l="l" t="t" r="r" b="b"/>
              <a:pathLst>
                <a:path w="194015" h="34731" extrusionOk="0">
                  <a:moveTo>
                    <a:pt x="0" y="34732"/>
                  </a:moveTo>
                  <a:lnTo>
                    <a:pt x="0" y="17366"/>
                  </a:lnTo>
                  <a:cubicBezTo>
                    <a:pt x="0" y="7816"/>
                    <a:pt x="7816" y="0"/>
                    <a:pt x="17366" y="0"/>
                  </a:cubicBezTo>
                  <a:lnTo>
                    <a:pt x="176650" y="0"/>
                  </a:lnTo>
                  <a:cubicBezTo>
                    <a:pt x="186199" y="0"/>
                    <a:pt x="194016" y="7816"/>
                    <a:pt x="194016" y="17366"/>
                  </a:cubicBezTo>
                  <a:lnTo>
                    <a:pt x="194016" y="34732"/>
                  </a:lnTo>
                  <a:lnTo>
                    <a:pt x="0" y="3473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5" name="Google Shape;2065;p46"/>
            <p:cNvSpPr/>
            <p:nvPr/>
          </p:nvSpPr>
          <p:spPr>
            <a:xfrm>
              <a:off x="6684720" y="3204897"/>
              <a:ext cx="235788" cy="77411"/>
            </a:xfrm>
            <a:custGeom>
              <a:avLst/>
              <a:gdLst/>
              <a:ahLst/>
              <a:cxnLst/>
              <a:rect l="l" t="t" r="r" b="b"/>
              <a:pathLst>
                <a:path w="104365" h="34731" extrusionOk="0">
                  <a:moveTo>
                    <a:pt x="0" y="0"/>
                  </a:moveTo>
                  <a:lnTo>
                    <a:pt x="86999" y="0"/>
                  </a:lnTo>
                  <a:cubicBezTo>
                    <a:pt x="96549" y="0"/>
                    <a:pt x="104365" y="7816"/>
                    <a:pt x="104365" y="17366"/>
                  </a:cubicBezTo>
                  <a:lnTo>
                    <a:pt x="104365" y="34732"/>
                  </a:lnTo>
                  <a:lnTo>
                    <a:pt x="0" y="34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6" name="Google Shape;2066;p46"/>
            <p:cNvSpPr/>
            <p:nvPr/>
          </p:nvSpPr>
          <p:spPr>
            <a:xfrm>
              <a:off x="6584142" y="1894210"/>
              <a:ext cx="244463" cy="1309804"/>
            </a:xfrm>
            <a:custGeom>
              <a:avLst/>
              <a:gdLst/>
              <a:ahLst/>
              <a:cxnLst/>
              <a:rect l="l" t="t" r="r" b="b"/>
              <a:pathLst>
                <a:path w="108205" h="587653" extrusionOk="0">
                  <a:moveTo>
                    <a:pt x="0" y="0"/>
                  </a:moveTo>
                  <a:lnTo>
                    <a:pt x="108206" y="0"/>
                  </a:lnTo>
                  <a:lnTo>
                    <a:pt x="108206" y="587654"/>
                  </a:lnTo>
                  <a:lnTo>
                    <a:pt x="0" y="58765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7" name="Google Shape;2067;p46"/>
            <p:cNvSpPr/>
            <p:nvPr/>
          </p:nvSpPr>
          <p:spPr>
            <a:xfrm>
              <a:off x="6615568" y="1894210"/>
              <a:ext cx="34933" cy="1309804"/>
            </a:xfrm>
            <a:custGeom>
              <a:avLst/>
              <a:gdLst/>
              <a:ahLst/>
              <a:cxnLst/>
              <a:rect l="l" t="t" r="r" b="b"/>
              <a:pathLst>
                <a:path w="15462" h="587653" extrusionOk="0">
                  <a:moveTo>
                    <a:pt x="0" y="0"/>
                  </a:moveTo>
                  <a:lnTo>
                    <a:pt x="15463" y="0"/>
                  </a:lnTo>
                  <a:lnTo>
                    <a:pt x="15463" y="587654"/>
                  </a:lnTo>
                  <a:lnTo>
                    <a:pt x="0" y="587654"/>
                  </a:lnTo>
                  <a:close/>
                </a:path>
              </a:pathLst>
            </a:custGeom>
            <a:solidFill>
              <a:srgbClr val="161D1E">
                <a:alpha val="3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8" name="Google Shape;2068;p46"/>
            <p:cNvSpPr/>
            <p:nvPr/>
          </p:nvSpPr>
          <p:spPr>
            <a:xfrm>
              <a:off x="6492247" y="1957429"/>
              <a:ext cx="438330" cy="77411"/>
            </a:xfrm>
            <a:custGeom>
              <a:avLst/>
              <a:gdLst/>
              <a:ahLst/>
              <a:cxnLst/>
              <a:rect l="l" t="t" r="r" b="b"/>
              <a:pathLst>
                <a:path w="194015" h="34731" extrusionOk="0">
                  <a:moveTo>
                    <a:pt x="0" y="0"/>
                  </a:moveTo>
                  <a:lnTo>
                    <a:pt x="0" y="17366"/>
                  </a:lnTo>
                  <a:cubicBezTo>
                    <a:pt x="0" y="26915"/>
                    <a:pt x="7816" y="34732"/>
                    <a:pt x="17366" y="34732"/>
                  </a:cubicBezTo>
                  <a:lnTo>
                    <a:pt x="176650" y="34732"/>
                  </a:lnTo>
                  <a:cubicBezTo>
                    <a:pt x="186199" y="34732"/>
                    <a:pt x="194015" y="26915"/>
                    <a:pt x="194015" y="17366"/>
                  </a:cubicBezTo>
                  <a:lnTo>
                    <a:pt x="19401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9" name="Google Shape;2069;p46"/>
            <p:cNvSpPr/>
            <p:nvPr/>
          </p:nvSpPr>
          <p:spPr>
            <a:xfrm>
              <a:off x="6694940" y="1957505"/>
              <a:ext cx="235788" cy="77411"/>
            </a:xfrm>
            <a:custGeom>
              <a:avLst/>
              <a:gdLst/>
              <a:ahLst/>
              <a:cxnLst/>
              <a:rect l="l" t="t" r="r" b="b"/>
              <a:pathLst>
                <a:path w="104365" h="34731" extrusionOk="0">
                  <a:moveTo>
                    <a:pt x="34" y="34732"/>
                  </a:moveTo>
                  <a:lnTo>
                    <a:pt x="86999" y="34732"/>
                  </a:lnTo>
                  <a:cubicBezTo>
                    <a:pt x="96549" y="34732"/>
                    <a:pt x="104365" y="26915"/>
                    <a:pt x="104365" y="17366"/>
                  </a:cubicBezTo>
                  <a:lnTo>
                    <a:pt x="104365" y="0"/>
                  </a:lnTo>
                  <a:lnTo>
                    <a:pt x="0" y="0"/>
                  </a:lnTo>
                  <a:lnTo>
                    <a:pt x="0" y="34732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0" name="Google Shape;2070;p46"/>
            <p:cNvSpPr/>
            <p:nvPr/>
          </p:nvSpPr>
          <p:spPr>
            <a:xfrm>
              <a:off x="6578686" y="1296893"/>
              <a:ext cx="516952" cy="588623"/>
            </a:xfrm>
            <a:custGeom>
              <a:avLst/>
              <a:gdLst/>
              <a:ahLst/>
              <a:cxnLst/>
              <a:rect l="l" t="t" r="r" b="b"/>
              <a:pathLst>
                <a:path w="228815" h="264090" extrusionOk="0">
                  <a:moveTo>
                    <a:pt x="228781" y="0"/>
                  </a:moveTo>
                  <a:lnTo>
                    <a:pt x="199419" y="0"/>
                  </a:lnTo>
                  <a:cubicBezTo>
                    <a:pt x="89718" y="0"/>
                    <a:pt x="0" y="89718"/>
                    <a:pt x="0" y="199419"/>
                  </a:cubicBezTo>
                  <a:lnTo>
                    <a:pt x="0" y="264091"/>
                  </a:lnTo>
                  <a:lnTo>
                    <a:pt x="108817" y="264091"/>
                  </a:lnTo>
                  <a:lnTo>
                    <a:pt x="108817" y="236904"/>
                  </a:lnTo>
                  <a:cubicBezTo>
                    <a:pt x="108817" y="140491"/>
                    <a:pt x="157754" y="102258"/>
                    <a:pt x="228815" y="104603"/>
                  </a:cubicBezTo>
                  <a:lnTo>
                    <a:pt x="228815" y="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1" name="Google Shape;2071;p46"/>
            <p:cNvSpPr/>
            <p:nvPr/>
          </p:nvSpPr>
          <p:spPr>
            <a:xfrm>
              <a:off x="6687255" y="1381801"/>
              <a:ext cx="408463" cy="503852"/>
            </a:xfrm>
            <a:custGeom>
              <a:avLst/>
              <a:gdLst/>
              <a:ahLst/>
              <a:cxnLst/>
              <a:rect l="l" t="t" r="r" b="b"/>
              <a:pathLst>
                <a:path w="180795" h="226057" extrusionOk="0">
                  <a:moveTo>
                    <a:pt x="0" y="226024"/>
                  </a:moveTo>
                  <a:lnTo>
                    <a:pt x="60797" y="226024"/>
                  </a:lnTo>
                  <a:lnTo>
                    <a:pt x="60797" y="198836"/>
                  </a:lnTo>
                  <a:cubicBezTo>
                    <a:pt x="60797" y="102423"/>
                    <a:pt x="109735" y="64191"/>
                    <a:pt x="180796" y="66536"/>
                  </a:cubicBezTo>
                  <a:lnTo>
                    <a:pt x="180796" y="29"/>
                  </a:lnTo>
                  <a:cubicBezTo>
                    <a:pt x="25420" y="-1908"/>
                    <a:pt x="34" y="93214"/>
                    <a:pt x="34" y="198599"/>
                  </a:cubicBezTo>
                  <a:lnTo>
                    <a:pt x="34" y="226058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2" name="Google Shape;2072;p46"/>
            <p:cNvSpPr/>
            <p:nvPr/>
          </p:nvSpPr>
          <p:spPr>
            <a:xfrm>
              <a:off x="6492093" y="1883294"/>
              <a:ext cx="436256" cy="77108"/>
            </a:xfrm>
            <a:custGeom>
              <a:avLst/>
              <a:gdLst/>
              <a:ahLst/>
              <a:cxnLst/>
              <a:rect l="l" t="t" r="r" b="b"/>
              <a:pathLst>
                <a:path w="193097" h="34595" extrusionOk="0">
                  <a:moveTo>
                    <a:pt x="0" y="34596"/>
                  </a:moveTo>
                  <a:lnTo>
                    <a:pt x="0" y="17298"/>
                  </a:lnTo>
                  <a:cubicBezTo>
                    <a:pt x="0" y="7783"/>
                    <a:pt x="7782" y="0"/>
                    <a:pt x="17298" y="0"/>
                  </a:cubicBezTo>
                  <a:lnTo>
                    <a:pt x="175800" y="0"/>
                  </a:lnTo>
                  <a:cubicBezTo>
                    <a:pt x="185316" y="0"/>
                    <a:pt x="193098" y="7783"/>
                    <a:pt x="193098" y="17298"/>
                  </a:cubicBezTo>
                  <a:lnTo>
                    <a:pt x="193098" y="34596"/>
                  </a:lnTo>
                  <a:lnTo>
                    <a:pt x="0" y="345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3" name="Google Shape;2073;p46"/>
            <p:cNvSpPr/>
            <p:nvPr/>
          </p:nvSpPr>
          <p:spPr>
            <a:xfrm>
              <a:off x="6693863" y="1883294"/>
              <a:ext cx="234635" cy="77108"/>
            </a:xfrm>
            <a:custGeom>
              <a:avLst/>
              <a:gdLst/>
              <a:ahLst/>
              <a:cxnLst/>
              <a:rect l="l" t="t" r="r" b="b"/>
              <a:pathLst>
                <a:path w="103855" h="34595" extrusionOk="0">
                  <a:moveTo>
                    <a:pt x="0" y="0"/>
                  </a:moveTo>
                  <a:lnTo>
                    <a:pt x="86558" y="0"/>
                  </a:lnTo>
                  <a:cubicBezTo>
                    <a:pt x="96073" y="0"/>
                    <a:pt x="103856" y="7783"/>
                    <a:pt x="103856" y="17298"/>
                  </a:cubicBezTo>
                  <a:lnTo>
                    <a:pt x="103856" y="34596"/>
                  </a:lnTo>
                  <a:lnTo>
                    <a:pt x="0" y="34596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4" name="Google Shape;2074;p46"/>
            <p:cNvSpPr/>
            <p:nvPr/>
          </p:nvSpPr>
          <p:spPr>
            <a:xfrm>
              <a:off x="7095250" y="1205551"/>
              <a:ext cx="78159" cy="430389"/>
            </a:xfrm>
            <a:custGeom>
              <a:avLst/>
              <a:gdLst/>
              <a:ahLst/>
              <a:cxnLst/>
              <a:rect l="l" t="t" r="r" b="b"/>
              <a:pathLst>
                <a:path w="34595" h="193097" extrusionOk="0">
                  <a:moveTo>
                    <a:pt x="34596" y="0"/>
                  </a:moveTo>
                  <a:lnTo>
                    <a:pt x="17298" y="0"/>
                  </a:lnTo>
                  <a:cubicBezTo>
                    <a:pt x="7782" y="0"/>
                    <a:pt x="0" y="7782"/>
                    <a:pt x="0" y="17298"/>
                  </a:cubicBezTo>
                  <a:lnTo>
                    <a:pt x="0" y="175800"/>
                  </a:lnTo>
                  <a:cubicBezTo>
                    <a:pt x="0" y="185315"/>
                    <a:pt x="7782" y="193098"/>
                    <a:pt x="17298" y="193098"/>
                  </a:cubicBezTo>
                  <a:lnTo>
                    <a:pt x="34596" y="193098"/>
                  </a:lnTo>
                  <a:lnTo>
                    <a:pt x="345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5" name="Google Shape;2075;p46"/>
            <p:cNvSpPr/>
            <p:nvPr/>
          </p:nvSpPr>
          <p:spPr>
            <a:xfrm>
              <a:off x="7095250" y="1404608"/>
              <a:ext cx="78159" cy="231480"/>
            </a:xfrm>
            <a:custGeom>
              <a:avLst/>
              <a:gdLst/>
              <a:ahLst/>
              <a:cxnLst/>
              <a:rect l="l" t="t" r="r" b="b"/>
              <a:pathLst>
                <a:path w="34595" h="103855" extrusionOk="0">
                  <a:moveTo>
                    <a:pt x="0" y="0"/>
                  </a:moveTo>
                  <a:lnTo>
                    <a:pt x="0" y="86558"/>
                  </a:lnTo>
                  <a:cubicBezTo>
                    <a:pt x="0" y="96073"/>
                    <a:pt x="7782" y="103856"/>
                    <a:pt x="17298" y="103856"/>
                  </a:cubicBezTo>
                  <a:lnTo>
                    <a:pt x="34596" y="103856"/>
                  </a:lnTo>
                  <a:lnTo>
                    <a:pt x="345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6" name="Google Shape;2076;p46"/>
            <p:cNvSpPr/>
            <p:nvPr/>
          </p:nvSpPr>
          <p:spPr>
            <a:xfrm>
              <a:off x="7359100" y="1207675"/>
              <a:ext cx="78159" cy="430389"/>
            </a:xfrm>
            <a:custGeom>
              <a:avLst/>
              <a:gdLst/>
              <a:ahLst/>
              <a:cxnLst/>
              <a:rect l="l" t="t" r="r" b="b"/>
              <a:pathLst>
                <a:path w="34595" h="193097" extrusionOk="0">
                  <a:moveTo>
                    <a:pt x="0" y="0"/>
                  </a:moveTo>
                  <a:lnTo>
                    <a:pt x="17298" y="0"/>
                  </a:lnTo>
                  <a:cubicBezTo>
                    <a:pt x="26814" y="0"/>
                    <a:pt x="34596" y="7782"/>
                    <a:pt x="34596" y="17298"/>
                  </a:cubicBezTo>
                  <a:lnTo>
                    <a:pt x="34596" y="175800"/>
                  </a:lnTo>
                  <a:cubicBezTo>
                    <a:pt x="34596" y="185316"/>
                    <a:pt x="26814" y="193098"/>
                    <a:pt x="17298" y="193098"/>
                  </a:cubicBezTo>
                  <a:lnTo>
                    <a:pt x="0" y="1930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7" name="Google Shape;2077;p46"/>
            <p:cNvSpPr/>
            <p:nvPr/>
          </p:nvSpPr>
          <p:spPr>
            <a:xfrm>
              <a:off x="7359100" y="1406729"/>
              <a:ext cx="78159" cy="231480"/>
            </a:xfrm>
            <a:custGeom>
              <a:avLst/>
              <a:gdLst/>
              <a:ahLst/>
              <a:cxnLst/>
              <a:rect l="l" t="t" r="r" b="b"/>
              <a:pathLst>
                <a:path w="34595" h="103855" extrusionOk="0">
                  <a:moveTo>
                    <a:pt x="34596" y="0"/>
                  </a:moveTo>
                  <a:lnTo>
                    <a:pt x="34596" y="86558"/>
                  </a:lnTo>
                  <a:cubicBezTo>
                    <a:pt x="34596" y="96073"/>
                    <a:pt x="26814" y="103856"/>
                    <a:pt x="17298" y="103856"/>
                  </a:cubicBezTo>
                  <a:lnTo>
                    <a:pt x="0" y="103856"/>
                  </a:lnTo>
                  <a:lnTo>
                    <a:pt x="0" y="0"/>
                  </a:lnTo>
                  <a:lnTo>
                    <a:pt x="34562" y="0"/>
                  </a:lnTo>
                  <a:close/>
                </a:path>
              </a:pathLst>
            </a:custGeom>
            <a:solidFill>
              <a:srgbClr val="161D1E">
                <a:alpha val="5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8" name="Google Shape;2078;p46"/>
            <p:cNvSpPr/>
            <p:nvPr/>
          </p:nvSpPr>
          <p:spPr>
            <a:xfrm>
              <a:off x="7165476" y="1298637"/>
              <a:ext cx="206304" cy="241251"/>
            </a:xfrm>
            <a:custGeom>
              <a:avLst/>
              <a:gdLst/>
              <a:ahLst/>
              <a:cxnLst/>
              <a:rect l="l" t="t" r="r" b="b"/>
              <a:pathLst>
                <a:path w="91315" h="108239" extrusionOk="0">
                  <a:moveTo>
                    <a:pt x="0" y="0"/>
                  </a:moveTo>
                  <a:lnTo>
                    <a:pt x="91315" y="0"/>
                  </a:lnTo>
                  <a:lnTo>
                    <a:pt x="91315" y="108240"/>
                  </a:lnTo>
                  <a:lnTo>
                    <a:pt x="0" y="1082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9" name="Google Shape;2079;p46"/>
            <p:cNvSpPr/>
            <p:nvPr/>
          </p:nvSpPr>
          <p:spPr>
            <a:xfrm>
              <a:off x="7469292" y="3284106"/>
              <a:ext cx="429270" cy="1859398"/>
            </a:xfrm>
            <a:custGeom>
              <a:avLst/>
              <a:gdLst/>
              <a:ahLst/>
              <a:cxnLst/>
              <a:rect l="l" t="t" r="r" b="b"/>
              <a:pathLst>
                <a:path w="190005" h="822959" extrusionOk="0">
                  <a:moveTo>
                    <a:pt x="0" y="0"/>
                  </a:moveTo>
                  <a:lnTo>
                    <a:pt x="190005" y="0"/>
                  </a:lnTo>
                  <a:lnTo>
                    <a:pt x="190005" y="822960"/>
                  </a:lnTo>
                  <a:lnTo>
                    <a:pt x="0" y="8229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80" name="Google Shape;2080;p46"/>
            <p:cNvGrpSpPr/>
            <p:nvPr/>
          </p:nvGrpSpPr>
          <p:grpSpPr>
            <a:xfrm>
              <a:off x="7375390" y="4525333"/>
              <a:ext cx="508187" cy="617327"/>
              <a:chOff x="5292342" y="3091129"/>
              <a:chExt cx="224771" cy="276766"/>
            </a:xfrm>
          </p:grpSpPr>
          <p:sp>
            <p:nvSpPr>
              <p:cNvPr id="2081" name="Google Shape;2081;p46"/>
              <p:cNvSpPr/>
              <p:nvPr/>
            </p:nvSpPr>
            <p:spPr>
              <a:xfrm>
                <a:off x="5378390" y="3254253"/>
                <a:ext cx="44247" cy="113642"/>
              </a:xfrm>
              <a:custGeom>
                <a:avLst/>
                <a:gdLst/>
                <a:ahLst/>
                <a:cxnLst/>
                <a:rect l="l" t="t" r="r" b="b"/>
                <a:pathLst>
                  <a:path w="44247" h="113642" extrusionOk="0">
                    <a:moveTo>
                      <a:pt x="0" y="0"/>
                    </a:moveTo>
                    <a:lnTo>
                      <a:pt x="44247" y="0"/>
                    </a:lnTo>
                    <a:lnTo>
                      <a:pt x="44247" y="113643"/>
                    </a:lnTo>
                    <a:lnTo>
                      <a:pt x="0" y="11364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2" name="Google Shape;2082;p46"/>
              <p:cNvSpPr/>
              <p:nvPr/>
            </p:nvSpPr>
            <p:spPr>
              <a:xfrm>
                <a:off x="5292342" y="3091129"/>
                <a:ext cx="224771" cy="224770"/>
              </a:xfrm>
              <a:custGeom>
                <a:avLst/>
                <a:gdLst/>
                <a:ahLst/>
                <a:cxnLst/>
                <a:rect l="l" t="t" r="r" b="b"/>
                <a:pathLst>
                  <a:path w="224771" h="224770" extrusionOk="0">
                    <a:moveTo>
                      <a:pt x="112385" y="224771"/>
                    </a:moveTo>
                    <a:cubicBezTo>
                      <a:pt x="174271" y="224771"/>
                      <a:pt x="224771" y="174305"/>
                      <a:pt x="224771" y="112386"/>
                    </a:cubicBezTo>
                    <a:cubicBezTo>
                      <a:pt x="224771" y="50466"/>
                      <a:pt x="174305" y="0"/>
                      <a:pt x="112385" y="0"/>
                    </a:cubicBezTo>
                    <a:cubicBezTo>
                      <a:pt x="50466" y="0"/>
                      <a:pt x="0" y="50500"/>
                      <a:pt x="0" y="112386"/>
                    </a:cubicBezTo>
                    <a:cubicBezTo>
                      <a:pt x="0" y="174271"/>
                      <a:pt x="50466" y="224771"/>
                      <a:pt x="112385" y="22477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3" name="Google Shape;2083;p46"/>
              <p:cNvSpPr/>
              <p:nvPr/>
            </p:nvSpPr>
            <p:spPr>
              <a:xfrm>
                <a:off x="5310116" y="3108903"/>
                <a:ext cx="189189" cy="189223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189223" extrusionOk="0">
                    <a:moveTo>
                      <a:pt x="94612" y="189224"/>
                    </a:moveTo>
                    <a:cubicBezTo>
                      <a:pt x="146710" y="189224"/>
                      <a:pt x="189190" y="146744"/>
                      <a:pt x="189190" y="94612"/>
                    </a:cubicBezTo>
                    <a:cubicBezTo>
                      <a:pt x="189190" y="42480"/>
                      <a:pt x="146710" y="0"/>
                      <a:pt x="94612" y="0"/>
                    </a:cubicBezTo>
                    <a:cubicBezTo>
                      <a:pt x="42514" y="0"/>
                      <a:pt x="0" y="42514"/>
                      <a:pt x="0" y="94612"/>
                    </a:cubicBezTo>
                    <a:cubicBezTo>
                      <a:pt x="0" y="146709"/>
                      <a:pt x="42480" y="189224"/>
                      <a:pt x="94612" y="18922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4" name="Google Shape;2084;p46"/>
              <p:cNvSpPr/>
              <p:nvPr/>
            </p:nvSpPr>
            <p:spPr>
              <a:xfrm>
                <a:off x="5310116" y="3108937"/>
                <a:ext cx="189189" cy="98180"/>
              </a:xfrm>
              <a:custGeom>
                <a:avLst/>
                <a:gdLst/>
                <a:ahLst/>
                <a:cxnLst/>
                <a:rect l="l" t="t" r="r" b="b"/>
                <a:pathLst>
                  <a:path w="189189" h="98180" extrusionOk="0">
                    <a:moveTo>
                      <a:pt x="94578" y="0"/>
                    </a:moveTo>
                    <a:cubicBezTo>
                      <a:pt x="146845" y="0"/>
                      <a:pt x="189190" y="42378"/>
                      <a:pt x="189190" y="94612"/>
                    </a:cubicBezTo>
                    <a:cubicBezTo>
                      <a:pt x="189190" y="95801"/>
                      <a:pt x="189190" y="96991"/>
                      <a:pt x="189122" y="98180"/>
                    </a:cubicBezTo>
                    <a:lnTo>
                      <a:pt x="68" y="98180"/>
                    </a:lnTo>
                    <a:cubicBezTo>
                      <a:pt x="68" y="96991"/>
                      <a:pt x="0" y="95801"/>
                      <a:pt x="0" y="94612"/>
                    </a:cubicBezTo>
                    <a:cubicBezTo>
                      <a:pt x="0" y="42378"/>
                      <a:pt x="42378" y="0"/>
                      <a:pt x="946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5" name="Google Shape;2085;p46"/>
              <p:cNvSpPr/>
              <p:nvPr/>
            </p:nvSpPr>
            <p:spPr>
              <a:xfrm>
                <a:off x="5402893" y="3125521"/>
                <a:ext cx="97853" cy="80440"/>
              </a:xfrm>
              <a:custGeom>
                <a:avLst/>
                <a:gdLst/>
                <a:ahLst/>
                <a:cxnLst/>
                <a:rect l="l" t="t" r="r" b="b"/>
                <a:pathLst>
                  <a:path w="97853" h="80440" extrusionOk="0">
                    <a:moveTo>
                      <a:pt x="88902" y="38810"/>
                    </a:moveTo>
                    <a:cubicBezTo>
                      <a:pt x="95223" y="52302"/>
                      <a:pt x="98078" y="66507"/>
                      <a:pt x="97840" y="80440"/>
                    </a:cubicBezTo>
                    <a:lnTo>
                      <a:pt x="0" y="80440"/>
                    </a:lnTo>
                    <a:lnTo>
                      <a:pt x="55428" y="0"/>
                    </a:lnTo>
                    <a:cubicBezTo>
                      <a:pt x="69497" y="9278"/>
                      <a:pt x="81256" y="22429"/>
                      <a:pt x="88902" y="3877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6" name="Google Shape;2086;p46"/>
              <p:cNvSpPr/>
              <p:nvPr/>
            </p:nvSpPr>
            <p:spPr>
              <a:xfrm>
                <a:off x="5362485" y="3109487"/>
                <a:ext cx="90873" cy="98173"/>
              </a:xfrm>
              <a:custGeom>
                <a:avLst/>
                <a:gdLst/>
                <a:ahLst/>
                <a:cxnLst/>
                <a:rect l="l" t="t" r="r" b="b"/>
                <a:pathLst>
                  <a:path w="90873" h="98173" extrusionOk="0">
                    <a:moveTo>
                      <a:pt x="50228" y="299"/>
                    </a:moveTo>
                    <a:cubicBezTo>
                      <a:pt x="65080" y="1455"/>
                      <a:pt x="78877" y="6008"/>
                      <a:pt x="90874" y="13111"/>
                    </a:cubicBezTo>
                    <a:lnTo>
                      <a:pt x="42548" y="98173"/>
                    </a:lnTo>
                    <a:lnTo>
                      <a:pt x="0" y="10257"/>
                    </a:lnTo>
                    <a:cubicBezTo>
                      <a:pt x="15055" y="2610"/>
                      <a:pt x="32217" y="-1128"/>
                      <a:pt x="50228" y="29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7" name="Google Shape;2087;p46"/>
              <p:cNvSpPr/>
              <p:nvPr/>
            </p:nvSpPr>
            <p:spPr>
              <a:xfrm>
                <a:off x="5311712" y="3126507"/>
                <a:ext cx="97738" cy="81629"/>
              </a:xfrm>
              <a:custGeom>
                <a:avLst/>
                <a:gdLst/>
                <a:ahLst/>
                <a:cxnLst/>
                <a:rect l="l" t="t" r="r" b="b"/>
                <a:pathLst>
                  <a:path w="97738" h="81629" extrusionOk="0">
                    <a:moveTo>
                      <a:pt x="11657" y="31775"/>
                    </a:moveTo>
                    <a:cubicBezTo>
                      <a:pt x="18862" y="18725"/>
                      <a:pt x="28649" y="8054"/>
                      <a:pt x="40068" y="0"/>
                    </a:cubicBezTo>
                    <a:lnTo>
                      <a:pt x="97739" y="79047"/>
                    </a:lnTo>
                    <a:lnTo>
                      <a:pt x="103" y="81630"/>
                    </a:lnTo>
                    <a:cubicBezTo>
                      <a:pt x="-679" y="64808"/>
                      <a:pt x="2991" y="47578"/>
                      <a:pt x="11691" y="3174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88" name="Google Shape;2088;p46"/>
              <p:cNvGrpSpPr/>
              <p:nvPr/>
            </p:nvGrpSpPr>
            <p:grpSpPr>
              <a:xfrm>
                <a:off x="5361045" y="3146273"/>
                <a:ext cx="64409" cy="79667"/>
                <a:chOff x="5361045" y="3146273"/>
                <a:chExt cx="64409" cy="79667"/>
              </a:xfrm>
            </p:grpSpPr>
            <p:sp>
              <p:nvSpPr>
                <p:cNvPr id="2089" name="Google Shape;2089;p46"/>
                <p:cNvSpPr/>
                <p:nvPr/>
              </p:nvSpPr>
              <p:spPr>
                <a:xfrm>
                  <a:off x="5382608" y="3183094"/>
                  <a:ext cx="42846" cy="42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46" h="42846" extrusionOk="0">
                      <a:moveTo>
                        <a:pt x="17328" y="404"/>
                      </a:moveTo>
                      <a:cubicBezTo>
                        <a:pt x="28951" y="-1873"/>
                        <a:pt x="40166" y="5705"/>
                        <a:pt x="42442" y="17328"/>
                      </a:cubicBezTo>
                      <a:cubicBezTo>
                        <a:pt x="44719" y="28951"/>
                        <a:pt x="37141" y="40199"/>
                        <a:pt x="25518" y="42442"/>
                      </a:cubicBezTo>
                      <a:cubicBezTo>
                        <a:pt x="13896" y="44719"/>
                        <a:pt x="2647" y="37141"/>
                        <a:pt x="404" y="25518"/>
                      </a:cubicBezTo>
                      <a:cubicBezTo>
                        <a:pt x="-1873" y="13930"/>
                        <a:pt x="5706" y="2681"/>
                        <a:pt x="17328" y="43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0" name="Google Shape;2090;p46"/>
                <p:cNvSpPr/>
                <p:nvPr/>
              </p:nvSpPr>
              <p:spPr>
                <a:xfrm>
                  <a:off x="5361045" y="3146273"/>
                  <a:ext cx="43376" cy="54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76" h="54353" extrusionOk="0">
                      <a:moveTo>
                        <a:pt x="30327" y="54353"/>
                      </a:moveTo>
                      <a:lnTo>
                        <a:pt x="43376" y="45348"/>
                      </a:lnTo>
                      <a:lnTo>
                        <a:pt x="14456" y="3411"/>
                      </a:lnTo>
                      <a:cubicBezTo>
                        <a:pt x="11975" y="-191"/>
                        <a:pt x="6980" y="-1075"/>
                        <a:pt x="3411" y="1406"/>
                      </a:cubicBezTo>
                      <a:lnTo>
                        <a:pt x="3411" y="1406"/>
                      </a:lnTo>
                      <a:cubicBezTo>
                        <a:pt x="-191" y="3853"/>
                        <a:pt x="-1075" y="8815"/>
                        <a:pt x="1406" y="12451"/>
                      </a:cubicBezTo>
                      <a:lnTo>
                        <a:pt x="30361" y="5435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91" name="Google Shape;2091;p46"/>
            <p:cNvGrpSpPr/>
            <p:nvPr/>
          </p:nvGrpSpPr>
          <p:grpSpPr>
            <a:xfrm>
              <a:off x="7173424" y="2351130"/>
              <a:ext cx="1068467" cy="932361"/>
              <a:chOff x="4168463" y="2302169"/>
              <a:chExt cx="472583" cy="418005"/>
            </a:xfrm>
          </p:grpSpPr>
          <p:sp>
            <p:nvSpPr>
              <p:cNvPr id="2092" name="Google Shape;2092;p46"/>
              <p:cNvSpPr/>
              <p:nvPr/>
            </p:nvSpPr>
            <p:spPr>
              <a:xfrm>
                <a:off x="4193679" y="2335916"/>
                <a:ext cx="425889" cy="372126"/>
              </a:xfrm>
              <a:custGeom>
                <a:avLst/>
                <a:gdLst/>
                <a:ahLst/>
                <a:cxnLst/>
                <a:rect l="l" t="t" r="r" b="b"/>
                <a:pathLst>
                  <a:path w="425889" h="372126" extrusionOk="0">
                    <a:moveTo>
                      <a:pt x="150618" y="0"/>
                    </a:moveTo>
                    <a:lnTo>
                      <a:pt x="269324" y="0"/>
                    </a:lnTo>
                    <a:lnTo>
                      <a:pt x="425889" y="123396"/>
                    </a:lnTo>
                    <a:lnTo>
                      <a:pt x="425889" y="372126"/>
                    </a:lnTo>
                    <a:lnTo>
                      <a:pt x="0" y="372126"/>
                    </a:lnTo>
                    <a:lnTo>
                      <a:pt x="0" y="123396"/>
                    </a:lnTo>
                    <a:lnTo>
                      <a:pt x="15061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3" name="Google Shape;2093;p46"/>
              <p:cNvSpPr/>
              <p:nvPr/>
            </p:nvSpPr>
            <p:spPr>
              <a:xfrm>
                <a:off x="4193679" y="2459312"/>
                <a:ext cx="425889" cy="248695"/>
              </a:xfrm>
              <a:custGeom>
                <a:avLst/>
                <a:gdLst/>
                <a:ahLst/>
                <a:cxnLst/>
                <a:rect l="l" t="t" r="r" b="b"/>
                <a:pathLst>
                  <a:path w="425889" h="248695" extrusionOk="0">
                    <a:moveTo>
                      <a:pt x="0" y="0"/>
                    </a:moveTo>
                    <a:lnTo>
                      <a:pt x="425889" y="0"/>
                    </a:lnTo>
                    <a:lnTo>
                      <a:pt x="425889" y="248696"/>
                    </a:lnTo>
                    <a:lnTo>
                      <a:pt x="0" y="248696"/>
                    </a:lnTo>
                    <a:close/>
                  </a:path>
                </a:pathLst>
              </a:custGeom>
              <a:solidFill>
                <a:srgbClr val="161D1E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4" name="Google Shape;2094;p46"/>
              <p:cNvSpPr/>
              <p:nvPr/>
            </p:nvSpPr>
            <p:spPr>
              <a:xfrm>
                <a:off x="4488798" y="2459312"/>
                <a:ext cx="87781" cy="216920"/>
              </a:xfrm>
              <a:custGeom>
                <a:avLst/>
                <a:gdLst/>
                <a:ahLst/>
                <a:cxnLst/>
                <a:rect l="l" t="t" r="r" b="b"/>
                <a:pathLst>
                  <a:path w="87781" h="216920" extrusionOk="0">
                    <a:moveTo>
                      <a:pt x="0" y="0"/>
                    </a:moveTo>
                    <a:lnTo>
                      <a:pt x="87781" y="0"/>
                    </a:lnTo>
                    <a:lnTo>
                      <a:pt x="87781" y="216921"/>
                    </a:lnTo>
                    <a:lnTo>
                      <a:pt x="0" y="216921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5" name="Google Shape;2095;p46"/>
              <p:cNvSpPr/>
              <p:nvPr/>
            </p:nvSpPr>
            <p:spPr>
              <a:xfrm>
                <a:off x="4250229" y="2458904"/>
                <a:ext cx="60151" cy="216920"/>
              </a:xfrm>
              <a:custGeom>
                <a:avLst/>
                <a:gdLst/>
                <a:ahLst/>
                <a:cxnLst/>
                <a:rect l="l" t="t" r="r" b="b"/>
                <a:pathLst>
                  <a:path w="60151" h="216920" extrusionOk="0">
                    <a:moveTo>
                      <a:pt x="0" y="0"/>
                    </a:moveTo>
                    <a:lnTo>
                      <a:pt x="60152" y="0"/>
                    </a:lnTo>
                    <a:lnTo>
                      <a:pt x="60152" y="216921"/>
                    </a:lnTo>
                    <a:lnTo>
                      <a:pt x="0" y="216921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6" name="Google Shape;2096;p46"/>
              <p:cNvSpPr/>
              <p:nvPr/>
            </p:nvSpPr>
            <p:spPr>
              <a:xfrm>
                <a:off x="4423412" y="2335916"/>
                <a:ext cx="153166" cy="123396"/>
              </a:xfrm>
              <a:custGeom>
                <a:avLst/>
                <a:gdLst/>
                <a:ahLst/>
                <a:cxnLst/>
                <a:rect l="l" t="t" r="r" b="b"/>
                <a:pathLst>
                  <a:path w="153166" h="123396" extrusionOk="0">
                    <a:moveTo>
                      <a:pt x="0" y="0"/>
                    </a:moveTo>
                    <a:lnTo>
                      <a:pt x="65385" y="123396"/>
                    </a:lnTo>
                    <a:lnTo>
                      <a:pt x="153167" y="123396"/>
                    </a:lnTo>
                    <a:lnTo>
                      <a:pt x="224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7" name="Google Shape;2097;p46"/>
              <p:cNvSpPr/>
              <p:nvPr/>
            </p:nvSpPr>
            <p:spPr>
              <a:xfrm>
                <a:off x="4250229" y="2335916"/>
                <a:ext cx="114356" cy="122988"/>
              </a:xfrm>
              <a:custGeom>
                <a:avLst/>
                <a:gdLst/>
                <a:ahLst/>
                <a:cxnLst/>
                <a:rect l="l" t="t" r="r" b="b"/>
                <a:pathLst>
                  <a:path w="114356" h="122988" extrusionOk="0">
                    <a:moveTo>
                      <a:pt x="0" y="122989"/>
                    </a:moveTo>
                    <a:lnTo>
                      <a:pt x="114357" y="0"/>
                    </a:lnTo>
                    <a:lnTo>
                      <a:pt x="60186" y="122989"/>
                    </a:lnTo>
                    <a:lnTo>
                      <a:pt x="0" y="122989"/>
                    </a:lnTo>
                    <a:close/>
                  </a:path>
                </a:pathLst>
              </a:custGeom>
              <a:solidFill>
                <a:srgbClr val="EFEFE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8" name="Google Shape;2098;p46"/>
              <p:cNvSpPr/>
              <p:nvPr/>
            </p:nvSpPr>
            <p:spPr>
              <a:xfrm>
                <a:off x="4177741" y="2448267"/>
                <a:ext cx="8394" cy="241219"/>
              </a:xfrm>
              <a:custGeom>
                <a:avLst/>
                <a:gdLst/>
                <a:ahLst/>
                <a:cxnLst/>
                <a:rect l="l" t="t" r="r" b="b"/>
                <a:pathLst>
                  <a:path w="8394" h="241219" extrusionOk="0">
                    <a:moveTo>
                      <a:pt x="0" y="0"/>
                    </a:moveTo>
                    <a:lnTo>
                      <a:pt x="8394" y="0"/>
                    </a:lnTo>
                    <a:lnTo>
                      <a:pt x="8394" y="241219"/>
                    </a:lnTo>
                    <a:lnTo>
                      <a:pt x="0" y="24121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9" name="Google Shape;2099;p46"/>
              <p:cNvSpPr/>
              <p:nvPr/>
            </p:nvSpPr>
            <p:spPr>
              <a:xfrm>
                <a:off x="4627351" y="2449660"/>
                <a:ext cx="8428" cy="241219"/>
              </a:xfrm>
              <a:custGeom>
                <a:avLst/>
                <a:gdLst/>
                <a:ahLst/>
                <a:cxnLst/>
                <a:rect l="l" t="t" r="r" b="b"/>
                <a:pathLst>
                  <a:path w="8428" h="241219" extrusionOk="0">
                    <a:moveTo>
                      <a:pt x="0" y="0"/>
                    </a:moveTo>
                    <a:lnTo>
                      <a:pt x="8428" y="0"/>
                    </a:lnTo>
                    <a:lnTo>
                      <a:pt x="8428" y="241219"/>
                    </a:lnTo>
                    <a:lnTo>
                      <a:pt x="0" y="24121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0" name="Google Shape;2100;p46"/>
              <p:cNvSpPr/>
              <p:nvPr/>
            </p:nvSpPr>
            <p:spPr>
              <a:xfrm>
                <a:off x="4177809" y="2324463"/>
                <a:ext cx="159657" cy="131858"/>
              </a:xfrm>
              <a:custGeom>
                <a:avLst/>
                <a:gdLst/>
                <a:ahLst/>
                <a:cxnLst/>
                <a:rect l="l" t="t" r="r" b="b"/>
                <a:pathLst>
                  <a:path w="159657" h="131858" extrusionOk="0">
                    <a:moveTo>
                      <a:pt x="0" y="125231"/>
                    </a:moveTo>
                    <a:lnTo>
                      <a:pt x="5166" y="131858"/>
                    </a:lnTo>
                    <a:lnTo>
                      <a:pt x="159658" y="10705"/>
                    </a:lnTo>
                    <a:lnTo>
                      <a:pt x="159658" y="0"/>
                    </a:lnTo>
                    <a:lnTo>
                      <a:pt x="0" y="12523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1" name="Google Shape;2101;p46"/>
              <p:cNvSpPr/>
              <p:nvPr/>
            </p:nvSpPr>
            <p:spPr>
              <a:xfrm>
                <a:off x="4476086" y="2325890"/>
                <a:ext cx="159623" cy="131824"/>
              </a:xfrm>
              <a:custGeom>
                <a:avLst/>
                <a:gdLst/>
                <a:ahLst/>
                <a:cxnLst/>
                <a:rect l="l" t="t" r="r" b="b"/>
                <a:pathLst>
                  <a:path w="159623" h="131824" extrusionOk="0">
                    <a:moveTo>
                      <a:pt x="159623" y="125231"/>
                    </a:moveTo>
                    <a:lnTo>
                      <a:pt x="154458" y="131824"/>
                    </a:lnTo>
                    <a:lnTo>
                      <a:pt x="0" y="10671"/>
                    </a:lnTo>
                    <a:lnTo>
                      <a:pt x="0" y="0"/>
                    </a:lnTo>
                    <a:lnTo>
                      <a:pt x="159623" y="12523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2" name="Google Shape;2102;p46"/>
              <p:cNvSpPr/>
              <p:nvPr/>
            </p:nvSpPr>
            <p:spPr>
              <a:xfrm>
                <a:off x="4337398" y="2324089"/>
                <a:ext cx="138417" cy="11690"/>
              </a:xfrm>
              <a:custGeom>
                <a:avLst/>
                <a:gdLst/>
                <a:ahLst/>
                <a:cxnLst/>
                <a:rect l="l" t="t" r="r" b="b"/>
                <a:pathLst>
                  <a:path w="138417" h="11690" extrusionOk="0">
                    <a:moveTo>
                      <a:pt x="0" y="0"/>
                    </a:moveTo>
                    <a:lnTo>
                      <a:pt x="138417" y="0"/>
                    </a:lnTo>
                    <a:lnTo>
                      <a:pt x="138417" y="11690"/>
                    </a:lnTo>
                    <a:lnTo>
                      <a:pt x="0" y="1169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3" name="Google Shape;2103;p46"/>
              <p:cNvSpPr/>
              <p:nvPr/>
            </p:nvSpPr>
            <p:spPr>
              <a:xfrm>
                <a:off x="4337398" y="2302169"/>
                <a:ext cx="138417" cy="11690"/>
              </a:xfrm>
              <a:custGeom>
                <a:avLst/>
                <a:gdLst/>
                <a:ahLst/>
                <a:cxnLst/>
                <a:rect l="l" t="t" r="r" b="b"/>
                <a:pathLst>
                  <a:path w="138417" h="11690" extrusionOk="0">
                    <a:moveTo>
                      <a:pt x="0" y="0"/>
                    </a:moveTo>
                    <a:lnTo>
                      <a:pt x="138417" y="0"/>
                    </a:lnTo>
                    <a:lnTo>
                      <a:pt x="138417" y="11691"/>
                    </a:lnTo>
                    <a:lnTo>
                      <a:pt x="0" y="1169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4" name="Google Shape;2104;p46"/>
              <p:cNvSpPr/>
              <p:nvPr/>
            </p:nvSpPr>
            <p:spPr>
              <a:xfrm>
                <a:off x="4168463" y="2676233"/>
                <a:ext cx="472583" cy="43941"/>
              </a:xfrm>
              <a:custGeom>
                <a:avLst/>
                <a:gdLst/>
                <a:ahLst/>
                <a:cxnLst/>
                <a:rect l="l" t="t" r="r" b="b"/>
                <a:pathLst>
                  <a:path w="472583" h="43941" extrusionOk="0">
                    <a:moveTo>
                      <a:pt x="0" y="0"/>
                    </a:moveTo>
                    <a:lnTo>
                      <a:pt x="472584" y="0"/>
                    </a:lnTo>
                    <a:lnTo>
                      <a:pt x="472584" y="43942"/>
                    </a:lnTo>
                    <a:lnTo>
                      <a:pt x="0" y="4394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5" name="Google Shape;2105;p46"/>
              <p:cNvSpPr/>
              <p:nvPr/>
            </p:nvSpPr>
            <p:spPr>
              <a:xfrm>
                <a:off x="4350549" y="2313010"/>
                <a:ext cx="111162" cy="11690"/>
              </a:xfrm>
              <a:custGeom>
                <a:avLst/>
                <a:gdLst/>
                <a:ahLst/>
                <a:cxnLst/>
                <a:rect l="l" t="t" r="r" b="b"/>
                <a:pathLst>
                  <a:path w="111162" h="11690" extrusionOk="0">
                    <a:moveTo>
                      <a:pt x="0" y="0"/>
                    </a:moveTo>
                    <a:lnTo>
                      <a:pt x="111162" y="0"/>
                    </a:lnTo>
                    <a:lnTo>
                      <a:pt x="111162" y="11691"/>
                    </a:lnTo>
                    <a:lnTo>
                      <a:pt x="0" y="1169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6" name="Google Shape;2106;p46"/>
              <p:cNvSpPr/>
              <p:nvPr/>
            </p:nvSpPr>
            <p:spPr>
              <a:xfrm>
                <a:off x="4351049" y="2313010"/>
                <a:ext cx="111162" cy="11690"/>
              </a:xfrm>
              <a:custGeom>
                <a:avLst/>
                <a:gdLst/>
                <a:ahLst/>
                <a:cxnLst/>
                <a:rect l="l" t="t" r="r" b="b"/>
                <a:pathLst>
                  <a:path w="111162" h="11690" extrusionOk="0">
                    <a:moveTo>
                      <a:pt x="0" y="0"/>
                    </a:moveTo>
                    <a:lnTo>
                      <a:pt x="111162" y="0"/>
                    </a:lnTo>
                    <a:lnTo>
                      <a:pt x="111162" y="11691"/>
                    </a:lnTo>
                    <a:lnTo>
                      <a:pt x="0" y="11691"/>
                    </a:lnTo>
                    <a:close/>
                  </a:path>
                </a:pathLst>
              </a:custGeom>
              <a:solidFill>
                <a:srgbClr val="161D1E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3537595-11B6-A039-3830-8DFEFC27D7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1543" y="3077029"/>
            <a:ext cx="4373975" cy="13098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4E3A35-ED95-308C-534B-346AA12B913E}"/>
              </a:ext>
            </a:extLst>
          </p:cNvPr>
          <p:cNvSpPr txBox="1"/>
          <p:nvPr/>
        </p:nvSpPr>
        <p:spPr>
          <a:xfrm>
            <a:off x="719193" y="1554432"/>
            <a:ext cx="4627059" cy="3045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Montserrat" panose="00000500000000000000" pitchFamily="2" charset="0"/>
              </a:rPr>
              <a:t>Presented by </a:t>
            </a:r>
            <a:r>
              <a:rPr lang="en-US" b="1" dirty="0">
                <a:latin typeface="Montserrat" panose="00000500000000000000" pitchFamily="2" charset="0"/>
              </a:rPr>
              <a:t>Team 12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Jana Mohamed Gomaa (BA2614049)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Toka Mohamed Hassan (BA2614100)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Yousef Ahmed Mohamed (BA2614102)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Nour Gomaa Abdel Sadek (BA2614084)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Zeyad Emam Mostafa (BA2614105)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Montserrat" panose="00000500000000000000" pitchFamily="2" charset="0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ost Reduction in Manufacturing Industry Thesis Defense by Slidesgo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574</TotalTime>
  <Words>1064</Words>
  <Application>Microsoft Office PowerPoint</Application>
  <PresentationFormat>On-screen Show (16:9)</PresentationFormat>
  <Paragraphs>123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Wingdings</vt:lpstr>
      <vt:lpstr>Montserrat</vt:lpstr>
      <vt:lpstr>Calibri</vt:lpstr>
      <vt:lpstr>Lato</vt:lpstr>
      <vt:lpstr>Arial</vt:lpstr>
      <vt:lpstr>Marcellus</vt:lpstr>
      <vt:lpstr>Cost Reduction in Manufacturing Industry Thesis Defense by Slidesgo</vt:lpstr>
      <vt:lpstr>MavenFuzzyFactory  Growth Analysis</vt:lpstr>
      <vt:lpstr>Table of contents</vt:lpstr>
      <vt:lpstr>Data Quality Report </vt:lpstr>
      <vt:lpstr>Data Quality Audit - Ensuring Reliable Insights</vt:lpstr>
      <vt:lpstr>Data Governance Recommendations</vt:lpstr>
      <vt:lpstr>Key insights</vt:lpstr>
      <vt:lpstr>Strong Growth - Sessions &amp; Orders by Quarter</vt:lpstr>
      <vt:lpstr>Conversion &amp; Revenue Efficiency Improvements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CLV &amp; Bidding Strategy Recommendation</vt:lpstr>
      <vt:lpstr> Strategic Recommendation 3 + $100K budget allocation</vt:lpstr>
      <vt:lpstr>Any Questions?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toka mohammed</dc:creator>
  <cp:lastModifiedBy>Belal Ahmed Elsyed</cp:lastModifiedBy>
  <cp:revision>7</cp:revision>
  <dcterms:modified xsi:type="dcterms:W3CDTF">2026-03-26T21:28:24Z</dcterms:modified>
</cp:coreProperties>
</file>